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8"/>
  </p:notesMasterIdLst>
  <p:sldIdLst>
    <p:sldId id="256" r:id="rId2"/>
    <p:sldId id="267" r:id="rId3"/>
    <p:sldId id="258" r:id="rId4"/>
    <p:sldId id="307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30" r:id="rId23"/>
    <p:sldId id="326" r:id="rId24"/>
    <p:sldId id="327" r:id="rId25"/>
    <p:sldId id="329" r:id="rId26"/>
    <p:sldId id="271" r:id="rId27"/>
  </p:sldIdLst>
  <p:sldSz cx="9144000" cy="5143500" type="screen16x9"/>
  <p:notesSz cx="6858000" cy="9144000"/>
  <p:embeddedFontLst>
    <p:embeddedFont>
      <p:font typeface="Archivo Light" panose="020B0604020202020204" charset="0"/>
      <p:regular r:id="rId29"/>
      <p:bold r:id="rId30"/>
      <p:italic r:id="rId31"/>
      <p:boldItalic r:id="rId32"/>
    </p:embeddedFont>
    <p:embeddedFont>
      <p:font typeface="Orbitron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90B962-DD13-4830-A856-79B54E66E874}">
  <a:tblStyle styleId="{5B90B962-DD13-4830-A856-79B54E66E8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ff4044692_0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ff4044692_0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f7d89ae380_1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f7d89ae380_1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5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f7d89ae380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f7d89ae380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00" y="1141500"/>
            <a:ext cx="4640100" cy="223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093" y="3526200"/>
            <a:ext cx="423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2447100" y="662625"/>
            <a:ext cx="5983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1172550" y="3692925"/>
            <a:ext cx="6798900" cy="8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20000" y="1832050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title" idx="2" hasCustomPrompt="1"/>
          </p:nvPr>
        </p:nvSpPr>
        <p:spPr>
          <a:xfrm>
            <a:off x="1309050" y="143729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1"/>
          </p:nvPr>
        </p:nvSpPr>
        <p:spPr>
          <a:xfrm>
            <a:off x="720000" y="2359748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/>
          </p:nvPr>
        </p:nvSpPr>
        <p:spPr>
          <a:xfrm>
            <a:off x="3535950" y="1832050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 hasCustomPrompt="1"/>
          </p:nvPr>
        </p:nvSpPr>
        <p:spPr>
          <a:xfrm>
            <a:off x="4092375" y="143729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5"/>
          </p:nvPr>
        </p:nvSpPr>
        <p:spPr>
          <a:xfrm>
            <a:off x="3535950" y="2359748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/>
          </p:nvPr>
        </p:nvSpPr>
        <p:spPr>
          <a:xfrm>
            <a:off x="6351900" y="1832050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 hasCustomPrompt="1"/>
          </p:nvPr>
        </p:nvSpPr>
        <p:spPr>
          <a:xfrm>
            <a:off x="6908325" y="143729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8"/>
          </p:nvPr>
        </p:nvSpPr>
        <p:spPr>
          <a:xfrm>
            <a:off x="6351900" y="2359748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/>
          </p:nvPr>
        </p:nvSpPr>
        <p:spPr>
          <a:xfrm>
            <a:off x="720000" y="3624304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 hasCustomPrompt="1"/>
          </p:nvPr>
        </p:nvSpPr>
        <p:spPr>
          <a:xfrm>
            <a:off x="1309050" y="3232758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4"/>
          </p:nvPr>
        </p:nvSpPr>
        <p:spPr>
          <a:xfrm>
            <a:off x="720000" y="4152027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/>
          </p:nvPr>
        </p:nvSpPr>
        <p:spPr>
          <a:xfrm>
            <a:off x="3535950" y="3624304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16" hasCustomPrompt="1"/>
          </p:nvPr>
        </p:nvSpPr>
        <p:spPr>
          <a:xfrm>
            <a:off x="4092375" y="3232758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7"/>
          </p:nvPr>
        </p:nvSpPr>
        <p:spPr>
          <a:xfrm>
            <a:off x="3535950" y="4152027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8"/>
          </p:nvPr>
        </p:nvSpPr>
        <p:spPr>
          <a:xfrm>
            <a:off x="6351900" y="3624304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19" hasCustomPrompt="1"/>
          </p:nvPr>
        </p:nvSpPr>
        <p:spPr>
          <a:xfrm>
            <a:off x="6908325" y="3232758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20"/>
          </p:nvPr>
        </p:nvSpPr>
        <p:spPr>
          <a:xfrm>
            <a:off x="6351900" y="4152027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21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6" r:id="rId3"/>
    <p:sldLayoutId id="2147483658" r:id="rId4"/>
    <p:sldLayoutId id="2147483659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32"/>
          <p:cNvGrpSpPr/>
          <p:nvPr/>
        </p:nvGrpSpPr>
        <p:grpSpPr>
          <a:xfrm>
            <a:off x="5063927" y="191833"/>
            <a:ext cx="4239293" cy="4929688"/>
            <a:chOff x="5063927" y="191833"/>
            <a:chExt cx="4239293" cy="4929688"/>
          </a:xfrm>
        </p:grpSpPr>
        <p:sp>
          <p:nvSpPr>
            <p:cNvPr id="155" name="Google Shape;155;p32"/>
            <p:cNvSpPr/>
            <p:nvPr/>
          </p:nvSpPr>
          <p:spPr>
            <a:xfrm>
              <a:off x="5080530" y="679807"/>
              <a:ext cx="859773" cy="928891"/>
            </a:xfrm>
            <a:custGeom>
              <a:avLst/>
              <a:gdLst/>
              <a:ahLst/>
              <a:cxnLst/>
              <a:rect l="l" t="t" r="r" b="b"/>
              <a:pathLst>
                <a:path w="31123" h="33625" extrusionOk="0">
                  <a:moveTo>
                    <a:pt x="2402" y="0"/>
                  </a:moveTo>
                  <a:cubicBezTo>
                    <a:pt x="1101" y="0"/>
                    <a:pt x="0" y="1068"/>
                    <a:pt x="0" y="2402"/>
                  </a:cubicBezTo>
                  <a:lnTo>
                    <a:pt x="0" y="31256"/>
                  </a:lnTo>
                  <a:cubicBezTo>
                    <a:pt x="0" y="32557"/>
                    <a:pt x="1034" y="33624"/>
                    <a:pt x="2402" y="33624"/>
                  </a:cubicBezTo>
                  <a:lnTo>
                    <a:pt x="28687" y="33624"/>
                  </a:lnTo>
                  <a:cubicBezTo>
                    <a:pt x="30022" y="33624"/>
                    <a:pt x="31122" y="32557"/>
                    <a:pt x="31122" y="31256"/>
                  </a:cubicBezTo>
                  <a:lnTo>
                    <a:pt x="31122" y="2402"/>
                  </a:lnTo>
                  <a:cubicBezTo>
                    <a:pt x="31122" y="1101"/>
                    <a:pt x="30088" y="0"/>
                    <a:pt x="287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2"/>
            <p:cNvSpPr/>
            <p:nvPr/>
          </p:nvSpPr>
          <p:spPr>
            <a:xfrm>
              <a:off x="5124759" y="641103"/>
              <a:ext cx="858861" cy="928891"/>
            </a:xfrm>
            <a:custGeom>
              <a:avLst/>
              <a:gdLst/>
              <a:ahLst/>
              <a:cxnLst/>
              <a:rect l="l" t="t" r="r" b="b"/>
              <a:pathLst>
                <a:path w="31090" h="33625" extrusionOk="0">
                  <a:moveTo>
                    <a:pt x="2369" y="0"/>
                  </a:moveTo>
                  <a:cubicBezTo>
                    <a:pt x="1068" y="0"/>
                    <a:pt x="0" y="1034"/>
                    <a:pt x="0" y="2369"/>
                  </a:cubicBezTo>
                  <a:lnTo>
                    <a:pt x="0" y="31223"/>
                  </a:lnTo>
                  <a:cubicBezTo>
                    <a:pt x="0" y="32524"/>
                    <a:pt x="1034" y="33624"/>
                    <a:pt x="2369" y="33624"/>
                  </a:cubicBezTo>
                  <a:lnTo>
                    <a:pt x="28721" y="33624"/>
                  </a:lnTo>
                  <a:cubicBezTo>
                    <a:pt x="30022" y="33624"/>
                    <a:pt x="31089" y="32524"/>
                    <a:pt x="31089" y="31223"/>
                  </a:cubicBezTo>
                  <a:lnTo>
                    <a:pt x="31089" y="2369"/>
                  </a:lnTo>
                  <a:cubicBezTo>
                    <a:pt x="31089" y="1068"/>
                    <a:pt x="30055" y="0"/>
                    <a:pt x="28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2"/>
            <p:cNvSpPr/>
            <p:nvPr/>
          </p:nvSpPr>
          <p:spPr>
            <a:xfrm>
              <a:off x="5195701" y="732322"/>
              <a:ext cx="317964" cy="745516"/>
            </a:xfrm>
            <a:custGeom>
              <a:avLst/>
              <a:gdLst/>
              <a:ahLst/>
              <a:cxnLst/>
              <a:rect l="l" t="t" r="r" b="b"/>
              <a:pathLst>
                <a:path w="11510" h="26987" extrusionOk="0">
                  <a:moveTo>
                    <a:pt x="2136" y="1"/>
                  </a:moveTo>
                  <a:cubicBezTo>
                    <a:pt x="968" y="1"/>
                    <a:pt x="1" y="968"/>
                    <a:pt x="1" y="2102"/>
                  </a:cubicBezTo>
                  <a:lnTo>
                    <a:pt x="1" y="24852"/>
                  </a:lnTo>
                  <a:cubicBezTo>
                    <a:pt x="1" y="26019"/>
                    <a:pt x="968" y="26987"/>
                    <a:pt x="2136" y="26987"/>
                  </a:cubicBezTo>
                  <a:lnTo>
                    <a:pt x="9408" y="26987"/>
                  </a:lnTo>
                  <a:cubicBezTo>
                    <a:pt x="10575" y="26987"/>
                    <a:pt x="11476" y="26019"/>
                    <a:pt x="11509" y="24852"/>
                  </a:cubicBezTo>
                  <a:lnTo>
                    <a:pt x="11509" y="2102"/>
                  </a:lnTo>
                  <a:cubicBezTo>
                    <a:pt x="11509" y="935"/>
                    <a:pt x="10575" y="1"/>
                    <a:pt x="94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2"/>
            <p:cNvSpPr/>
            <p:nvPr/>
          </p:nvSpPr>
          <p:spPr>
            <a:xfrm>
              <a:off x="5586434" y="778401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1"/>
                  </a:moveTo>
                  <a:cubicBezTo>
                    <a:pt x="134" y="1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1"/>
                    <a:pt x="11775" y="234"/>
                  </a:cubicBezTo>
                  <a:cubicBezTo>
                    <a:pt x="11775" y="101"/>
                    <a:pt x="11642" y="1"/>
                    <a:pt x="11508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2"/>
            <p:cNvSpPr/>
            <p:nvPr/>
          </p:nvSpPr>
          <p:spPr>
            <a:xfrm>
              <a:off x="5586434" y="867797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0"/>
                  </a:moveTo>
                  <a:cubicBezTo>
                    <a:pt x="134" y="0"/>
                    <a:pt x="0" y="134"/>
                    <a:pt x="0" y="267"/>
                  </a:cubicBezTo>
                  <a:cubicBezTo>
                    <a:pt x="0" y="400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34"/>
                    <a:pt x="11775" y="267"/>
                  </a:cubicBezTo>
                  <a:cubicBezTo>
                    <a:pt x="11775" y="134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2"/>
            <p:cNvSpPr/>
            <p:nvPr/>
          </p:nvSpPr>
          <p:spPr>
            <a:xfrm>
              <a:off x="5586434" y="958104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0"/>
                  </a:moveTo>
                  <a:cubicBezTo>
                    <a:pt x="134" y="0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0"/>
                    <a:pt x="11775" y="234"/>
                  </a:cubicBezTo>
                  <a:cubicBezTo>
                    <a:pt x="11775" y="100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2"/>
            <p:cNvSpPr/>
            <p:nvPr/>
          </p:nvSpPr>
          <p:spPr>
            <a:xfrm>
              <a:off x="7383006" y="1647171"/>
              <a:ext cx="773168" cy="911376"/>
            </a:xfrm>
            <a:custGeom>
              <a:avLst/>
              <a:gdLst/>
              <a:ahLst/>
              <a:cxnLst/>
              <a:rect l="l" t="t" r="r" b="b"/>
              <a:pathLst>
                <a:path w="27988" h="32991" extrusionOk="0">
                  <a:moveTo>
                    <a:pt x="2302" y="0"/>
                  </a:moveTo>
                  <a:cubicBezTo>
                    <a:pt x="1035" y="0"/>
                    <a:pt x="1" y="1068"/>
                    <a:pt x="1" y="2302"/>
                  </a:cubicBezTo>
                  <a:lnTo>
                    <a:pt x="1" y="30689"/>
                  </a:lnTo>
                  <a:cubicBezTo>
                    <a:pt x="1" y="31956"/>
                    <a:pt x="1035" y="32990"/>
                    <a:pt x="2302" y="32990"/>
                  </a:cubicBezTo>
                  <a:lnTo>
                    <a:pt x="25686" y="32990"/>
                  </a:lnTo>
                  <a:cubicBezTo>
                    <a:pt x="26953" y="32990"/>
                    <a:pt x="27987" y="31990"/>
                    <a:pt x="27987" y="30689"/>
                  </a:cubicBezTo>
                  <a:lnTo>
                    <a:pt x="27987" y="2302"/>
                  </a:lnTo>
                  <a:cubicBezTo>
                    <a:pt x="27987" y="1068"/>
                    <a:pt x="26953" y="0"/>
                    <a:pt x="256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2"/>
            <p:cNvSpPr/>
            <p:nvPr/>
          </p:nvSpPr>
          <p:spPr>
            <a:xfrm>
              <a:off x="7441074" y="1595567"/>
              <a:ext cx="772229" cy="911376"/>
            </a:xfrm>
            <a:custGeom>
              <a:avLst/>
              <a:gdLst/>
              <a:ahLst/>
              <a:cxnLst/>
              <a:rect l="l" t="t" r="r" b="b"/>
              <a:pathLst>
                <a:path w="27954" h="32991" extrusionOk="0">
                  <a:moveTo>
                    <a:pt x="2268" y="0"/>
                  </a:moveTo>
                  <a:cubicBezTo>
                    <a:pt x="1034" y="0"/>
                    <a:pt x="0" y="1034"/>
                    <a:pt x="0" y="2302"/>
                  </a:cubicBezTo>
                  <a:lnTo>
                    <a:pt x="0" y="30689"/>
                  </a:lnTo>
                  <a:cubicBezTo>
                    <a:pt x="0" y="31956"/>
                    <a:pt x="1034" y="32990"/>
                    <a:pt x="2268" y="32990"/>
                  </a:cubicBezTo>
                  <a:lnTo>
                    <a:pt x="25685" y="32990"/>
                  </a:lnTo>
                  <a:cubicBezTo>
                    <a:pt x="26919" y="32990"/>
                    <a:pt x="27953" y="31956"/>
                    <a:pt x="27953" y="30689"/>
                  </a:cubicBezTo>
                  <a:lnTo>
                    <a:pt x="27953" y="2302"/>
                  </a:lnTo>
                  <a:cubicBezTo>
                    <a:pt x="27953" y="1034"/>
                    <a:pt x="26919" y="0"/>
                    <a:pt x="25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2"/>
            <p:cNvSpPr/>
            <p:nvPr/>
          </p:nvSpPr>
          <p:spPr>
            <a:xfrm>
              <a:off x="7535056" y="1723638"/>
              <a:ext cx="240531" cy="439597"/>
            </a:xfrm>
            <a:custGeom>
              <a:avLst/>
              <a:gdLst/>
              <a:ahLst/>
              <a:cxnLst/>
              <a:rect l="l" t="t" r="r" b="b"/>
              <a:pathLst>
                <a:path w="8707" h="15913" extrusionOk="0">
                  <a:moveTo>
                    <a:pt x="1668" y="1"/>
                  </a:moveTo>
                  <a:cubicBezTo>
                    <a:pt x="768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68" y="15912"/>
                    <a:pt x="1668" y="15912"/>
                  </a:cubicBezTo>
                  <a:lnTo>
                    <a:pt x="7039" y="15912"/>
                  </a:lnTo>
                  <a:cubicBezTo>
                    <a:pt x="7973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73" y="1"/>
                    <a:pt x="70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2"/>
            <p:cNvSpPr/>
            <p:nvPr/>
          </p:nvSpPr>
          <p:spPr>
            <a:xfrm>
              <a:off x="7878771" y="1723638"/>
              <a:ext cx="240531" cy="439597"/>
            </a:xfrm>
            <a:custGeom>
              <a:avLst/>
              <a:gdLst/>
              <a:ahLst/>
              <a:cxnLst/>
              <a:rect l="l" t="t" r="r" b="b"/>
              <a:pathLst>
                <a:path w="8707" h="15913" extrusionOk="0">
                  <a:moveTo>
                    <a:pt x="1669" y="1"/>
                  </a:moveTo>
                  <a:cubicBezTo>
                    <a:pt x="735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35" y="15912"/>
                    <a:pt x="1669" y="15912"/>
                  </a:cubicBezTo>
                  <a:lnTo>
                    <a:pt x="7039" y="15912"/>
                  </a:lnTo>
                  <a:cubicBezTo>
                    <a:pt x="7940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40" y="1"/>
                    <a:pt x="7039" y="1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2"/>
            <p:cNvSpPr/>
            <p:nvPr/>
          </p:nvSpPr>
          <p:spPr>
            <a:xfrm>
              <a:off x="7576522" y="2225866"/>
              <a:ext cx="501311" cy="27680"/>
            </a:xfrm>
            <a:custGeom>
              <a:avLst/>
              <a:gdLst/>
              <a:ahLst/>
              <a:cxnLst/>
              <a:rect l="l" t="t" r="r" b="b"/>
              <a:pathLst>
                <a:path w="18147" h="1002" extrusionOk="0">
                  <a:moveTo>
                    <a:pt x="501" y="0"/>
                  </a:moveTo>
                  <a:cubicBezTo>
                    <a:pt x="201" y="0"/>
                    <a:pt x="1" y="201"/>
                    <a:pt x="1" y="501"/>
                  </a:cubicBezTo>
                  <a:cubicBezTo>
                    <a:pt x="1" y="801"/>
                    <a:pt x="201" y="1001"/>
                    <a:pt x="501" y="1001"/>
                  </a:cubicBezTo>
                  <a:lnTo>
                    <a:pt x="17613" y="1001"/>
                  </a:lnTo>
                  <a:cubicBezTo>
                    <a:pt x="17880" y="1001"/>
                    <a:pt x="18147" y="734"/>
                    <a:pt x="18114" y="501"/>
                  </a:cubicBezTo>
                  <a:cubicBezTo>
                    <a:pt x="18114" y="201"/>
                    <a:pt x="17880" y="0"/>
                    <a:pt x="17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2"/>
            <p:cNvSpPr/>
            <p:nvPr/>
          </p:nvSpPr>
          <p:spPr>
            <a:xfrm>
              <a:off x="7588511" y="2294985"/>
              <a:ext cx="479183" cy="27653"/>
            </a:xfrm>
            <a:custGeom>
              <a:avLst/>
              <a:gdLst/>
              <a:ahLst/>
              <a:cxnLst/>
              <a:rect l="l" t="t" r="r" b="b"/>
              <a:pathLst>
                <a:path w="17346" h="1001" extrusionOk="0">
                  <a:moveTo>
                    <a:pt x="501" y="0"/>
                  </a:moveTo>
                  <a:cubicBezTo>
                    <a:pt x="200" y="0"/>
                    <a:pt x="0" y="200"/>
                    <a:pt x="0" y="501"/>
                  </a:cubicBezTo>
                  <a:cubicBezTo>
                    <a:pt x="0" y="801"/>
                    <a:pt x="200" y="1001"/>
                    <a:pt x="501" y="1001"/>
                  </a:cubicBezTo>
                  <a:lnTo>
                    <a:pt x="16779" y="1001"/>
                  </a:lnTo>
                  <a:cubicBezTo>
                    <a:pt x="17079" y="1001"/>
                    <a:pt x="17279" y="734"/>
                    <a:pt x="17346" y="501"/>
                  </a:cubicBezTo>
                  <a:cubicBezTo>
                    <a:pt x="17346" y="200"/>
                    <a:pt x="17112" y="0"/>
                    <a:pt x="168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2"/>
            <p:cNvSpPr/>
            <p:nvPr/>
          </p:nvSpPr>
          <p:spPr>
            <a:xfrm>
              <a:off x="5290060" y="4839525"/>
              <a:ext cx="3840787" cy="281996"/>
            </a:xfrm>
            <a:custGeom>
              <a:avLst/>
              <a:gdLst/>
              <a:ahLst/>
              <a:cxnLst/>
              <a:rect l="l" t="t" r="r" b="b"/>
              <a:pathLst>
                <a:path w="139033" h="10208" extrusionOk="0">
                  <a:moveTo>
                    <a:pt x="0" y="0"/>
                  </a:moveTo>
                  <a:lnTo>
                    <a:pt x="0" y="10207"/>
                  </a:lnTo>
                  <a:lnTo>
                    <a:pt x="139033" y="10207"/>
                  </a:lnTo>
                  <a:lnTo>
                    <a:pt x="1390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2"/>
            <p:cNvSpPr/>
            <p:nvPr/>
          </p:nvSpPr>
          <p:spPr>
            <a:xfrm>
              <a:off x="5290060" y="4670873"/>
              <a:ext cx="3840787" cy="168678"/>
            </a:xfrm>
            <a:custGeom>
              <a:avLst/>
              <a:gdLst/>
              <a:ahLst/>
              <a:cxnLst/>
              <a:rect l="l" t="t" r="r" b="b"/>
              <a:pathLst>
                <a:path w="139033" h="6106" extrusionOk="0">
                  <a:moveTo>
                    <a:pt x="6071" y="1"/>
                  </a:moveTo>
                  <a:cubicBezTo>
                    <a:pt x="2702" y="1"/>
                    <a:pt x="0" y="2769"/>
                    <a:pt x="0" y="6105"/>
                  </a:cubicBezTo>
                  <a:lnTo>
                    <a:pt x="139033" y="6105"/>
                  </a:lnTo>
                  <a:cubicBezTo>
                    <a:pt x="139033" y="2769"/>
                    <a:pt x="136298" y="34"/>
                    <a:pt x="1329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2"/>
            <p:cNvSpPr/>
            <p:nvPr/>
          </p:nvSpPr>
          <p:spPr>
            <a:xfrm>
              <a:off x="5416870" y="1119353"/>
              <a:ext cx="1178621" cy="893890"/>
            </a:xfrm>
            <a:custGeom>
              <a:avLst/>
              <a:gdLst/>
              <a:ahLst/>
              <a:cxnLst/>
              <a:rect l="l" t="t" r="r" b="b"/>
              <a:pathLst>
                <a:path w="42665" h="32358" extrusionOk="0">
                  <a:moveTo>
                    <a:pt x="3970" y="1"/>
                  </a:moveTo>
                  <a:cubicBezTo>
                    <a:pt x="1768" y="1"/>
                    <a:pt x="1" y="1769"/>
                    <a:pt x="1" y="3970"/>
                  </a:cubicBezTo>
                  <a:lnTo>
                    <a:pt x="1" y="28388"/>
                  </a:lnTo>
                  <a:cubicBezTo>
                    <a:pt x="1" y="30589"/>
                    <a:pt x="1802" y="32357"/>
                    <a:pt x="3970" y="32357"/>
                  </a:cubicBezTo>
                  <a:lnTo>
                    <a:pt x="38695" y="32357"/>
                  </a:lnTo>
                  <a:cubicBezTo>
                    <a:pt x="40863" y="32357"/>
                    <a:pt x="42664" y="30589"/>
                    <a:pt x="42664" y="28388"/>
                  </a:cubicBezTo>
                  <a:lnTo>
                    <a:pt x="42664" y="3970"/>
                  </a:lnTo>
                  <a:cubicBezTo>
                    <a:pt x="42664" y="1735"/>
                    <a:pt x="40863" y="1"/>
                    <a:pt x="386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2"/>
            <p:cNvSpPr/>
            <p:nvPr/>
          </p:nvSpPr>
          <p:spPr>
            <a:xfrm>
              <a:off x="5467562" y="1061312"/>
              <a:ext cx="1178593" cy="893862"/>
            </a:xfrm>
            <a:custGeom>
              <a:avLst/>
              <a:gdLst/>
              <a:ahLst/>
              <a:cxnLst/>
              <a:rect l="l" t="t" r="r" b="b"/>
              <a:pathLst>
                <a:path w="42664" h="32357" extrusionOk="0">
                  <a:moveTo>
                    <a:pt x="3970" y="0"/>
                  </a:moveTo>
                  <a:cubicBezTo>
                    <a:pt x="1768" y="0"/>
                    <a:pt x="0" y="1801"/>
                    <a:pt x="0" y="3970"/>
                  </a:cubicBezTo>
                  <a:lnTo>
                    <a:pt x="0" y="28421"/>
                  </a:lnTo>
                  <a:cubicBezTo>
                    <a:pt x="0" y="30622"/>
                    <a:pt x="1801" y="32357"/>
                    <a:pt x="3970" y="32357"/>
                  </a:cubicBezTo>
                  <a:lnTo>
                    <a:pt x="38661" y="32357"/>
                  </a:lnTo>
                  <a:cubicBezTo>
                    <a:pt x="40863" y="32357"/>
                    <a:pt x="42631" y="30622"/>
                    <a:pt x="42664" y="28421"/>
                  </a:cubicBezTo>
                  <a:lnTo>
                    <a:pt x="42664" y="3970"/>
                  </a:lnTo>
                  <a:cubicBezTo>
                    <a:pt x="42664" y="1768"/>
                    <a:pt x="40863" y="0"/>
                    <a:pt x="386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2"/>
            <p:cNvSpPr/>
            <p:nvPr/>
          </p:nvSpPr>
          <p:spPr>
            <a:xfrm>
              <a:off x="5467562" y="1063135"/>
              <a:ext cx="1177681" cy="129036"/>
            </a:xfrm>
            <a:custGeom>
              <a:avLst/>
              <a:gdLst/>
              <a:ahLst/>
              <a:cxnLst/>
              <a:rect l="l" t="t" r="r" b="b"/>
              <a:pathLst>
                <a:path w="42631" h="4671" extrusionOk="0">
                  <a:moveTo>
                    <a:pt x="3970" y="1"/>
                  </a:moveTo>
                  <a:cubicBezTo>
                    <a:pt x="1801" y="1"/>
                    <a:pt x="0" y="1735"/>
                    <a:pt x="0" y="3937"/>
                  </a:cubicBezTo>
                  <a:lnTo>
                    <a:pt x="0" y="4671"/>
                  </a:lnTo>
                  <a:lnTo>
                    <a:pt x="42631" y="4671"/>
                  </a:lnTo>
                  <a:lnTo>
                    <a:pt x="42631" y="3937"/>
                  </a:lnTo>
                  <a:cubicBezTo>
                    <a:pt x="42631" y="1735"/>
                    <a:pt x="40863" y="1"/>
                    <a:pt x="386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2"/>
            <p:cNvSpPr/>
            <p:nvPr/>
          </p:nvSpPr>
          <p:spPr>
            <a:xfrm>
              <a:off x="5572594" y="1096313"/>
              <a:ext cx="62709" cy="61769"/>
            </a:xfrm>
            <a:custGeom>
              <a:avLst/>
              <a:gdLst/>
              <a:ahLst/>
              <a:cxnLst/>
              <a:rect l="l" t="t" r="r" b="b"/>
              <a:pathLst>
                <a:path w="2270" h="2236" extrusionOk="0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2"/>
            <p:cNvSpPr/>
            <p:nvPr/>
          </p:nvSpPr>
          <p:spPr>
            <a:xfrm>
              <a:off x="5697019" y="1096313"/>
              <a:ext cx="62681" cy="61769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4" y="1"/>
                  </a:moveTo>
                  <a:cubicBezTo>
                    <a:pt x="500" y="1"/>
                    <a:pt x="0" y="501"/>
                    <a:pt x="0" y="1135"/>
                  </a:cubicBezTo>
                  <a:cubicBezTo>
                    <a:pt x="0" y="1735"/>
                    <a:pt x="500" y="2236"/>
                    <a:pt x="1134" y="2236"/>
                  </a:cubicBezTo>
                  <a:cubicBezTo>
                    <a:pt x="1768" y="2236"/>
                    <a:pt x="2268" y="1735"/>
                    <a:pt x="2268" y="1135"/>
                  </a:cubicBezTo>
                  <a:cubicBezTo>
                    <a:pt x="2268" y="501"/>
                    <a:pt x="1768" y="1"/>
                    <a:pt x="1134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2"/>
            <p:cNvSpPr/>
            <p:nvPr/>
          </p:nvSpPr>
          <p:spPr>
            <a:xfrm>
              <a:off x="5822327" y="1096313"/>
              <a:ext cx="62681" cy="61769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2"/>
            <p:cNvSpPr/>
            <p:nvPr/>
          </p:nvSpPr>
          <p:spPr>
            <a:xfrm>
              <a:off x="5879457" y="1236290"/>
              <a:ext cx="353876" cy="330119"/>
            </a:xfrm>
            <a:custGeom>
              <a:avLst/>
              <a:gdLst/>
              <a:ahLst/>
              <a:cxnLst/>
              <a:rect l="l" t="t" r="r" b="b"/>
              <a:pathLst>
                <a:path w="12810" h="11950" extrusionOk="0">
                  <a:moveTo>
                    <a:pt x="6413" y="1"/>
                  </a:moveTo>
                  <a:cubicBezTo>
                    <a:pt x="6113" y="1"/>
                    <a:pt x="5810" y="24"/>
                    <a:pt x="5505" y="71"/>
                  </a:cubicBezTo>
                  <a:cubicBezTo>
                    <a:pt x="2236" y="571"/>
                    <a:pt x="1" y="3640"/>
                    <a:pt x="501" y="6876"/>
                  </a:cubicBezTo>
                  <a:cubicBezTo>
                    <a:pt x="985" y="9837"/>
                    <a:pt x="3521" y="11949"/>
                    <a:pt x="6399" y="11949"/>
                  </a:cubicBezTo>
                  <a:cubicBezTo>
                    <a:pt x="6698" y="11949"/>
                    <a:pt x="7001" y="11926"/>
                    <a:pt x="7306" y="11879"/>
                  </a:cubicBezTo>
                  <a:cubicBezTo>
                    <a:pt x="10575" y="11345"/>
                    <a:pt x="12810" y="8310"/>
                    <a:pt x="12310" y="5041"/>
                  </a:cubicBezTo>
                  <a:cubicBezTo>
                    <a:pt x="11856" y="2110"/>
                    <a:pt x="9296" y="1"/>
                    <a:pt x="6413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2"/>
            <p:cNvSpPr/>
            <p:nvPr/>
          </p:nvSpPr>
          <p:spPr>
            <a:xfrm>
              <a:off x="5687792" y="1651056"/>
              <a:ext cx="737228" cy="304124"/>
            </a:xfrm>
            <a:custGeom>
              <a:avLst/>
              <a:gdLst/>
              <a:ahLst/>
              <a:cxnLst/>
              <a:rect l="l" t="t" r="r" b="b"/>
              <a:pathLst>
                <a:path w="26687" h="11009" extrusionOk="0">
                  <a:moveTo>
                    <a:pt x="13343" y="1"/>
                  </a:moveTo>
                  <a:cubicBezTo>
                    <a:pt x="6605" y="1"/>
                    <a:pt x="1001" y="4804"/>
                    <a:pt x="1" y="11009"/>
                  </a:cubicBezTo>
                  <a:lnTo>
                    <a:pt x="26686" y="11009"/>
                  </a:lnTo>
                  <a:cubicBezTo>
                    <a:pt x="25686" y="4804"/>
                    <a:pt x="20115" y="1"/>
                    <a:pt x="13343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2"/>
            <p:cNvSpPr/>
            <p:nvPr/>
          </p:nvSpPr>
          <p:spPr>
            <a:xfrm>
              <a:off x="7658541" y="1180884"/>
              <a:ext cx="998920" cy="957455"/>
            </a:xfrm>
            <a:custGeom>
              <a:avLst/>
              <a:gdLst/>
              <a:ahLst/>
              <a:cxnLst/>
              <a:rect l="l" t="t" r="r" b="b"/>
              <a:pathLst>
                <a:path w="36160" h="34659" extrusionOk="0">
                  <a:moveTo>
                    <a:pt x="4003" y="0"/>
                  </a:moveTo>
                  <a:cubicBezTo>
                    <a:pt x="1802" y="0"/>
                    <a:pt x="0" y="1802"/>
                    <a:pt x="0" y="4003"/>
                  </a:cubicBezTo>
                  <a:lnTo>
                    <a:pt x="0" y="30656"/>
                  </a:lnTo>
                  <a:cubicBezTo>
                    <a:pt x="0" y="32857"/>
                    <a:pt x="1802" y="34659"/>
                    <a:pt x="4003" y="34659"/>
                  </a:cubicBezTo>
                  <a:lnTo>
                    <a:pt x="32157" y="34659"/>
                  </a:lnTo>
                  <a:cubicBezTo>
                    <a:pt x="34358" y="34659"/>
                    <a:pt x="36160" y="32857"/>
                    <a:pt x="36160" y="30656"/>
                  </a:cubicBezTo>
                  <a:lnTo>
                    <a:pt x="36160" y="4003"/>
                  </a:lnTo>
                  <a:cubicBezTo>
                    <a:pt x="36160" y="1802"/>
                    <a:pt x="34358" y="0"/>
                    <a:pt x="321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2"/>
            <p:cNvSpPr/>
            <p:nvPr/>
          </p:nvSpPr>
          <p:spPr>
            <a:xfrm>
              <a:off x="7713820" y="1129280"/>
              <a:ext cx="999859" cy="957455"/>
            </a:xfrm>
            <a:custGeom>
              <a:avLst/>
              <a:gdLst/>
              <a:ahLst/>
              <a:cxnLst/>
              <a:rect l="l" t="t" r="r" b="b"/>
              <a:pathLst>
                <a:path w="36194" h="34659" extrusionOk="0">
                  <a:moveTo>
                    <a:pt x="4004" y="0"/>
                  </a:moveTo>
                  <a:cubicBezTo>
                    <a:pt x="1802" y="0"/>
                    <a:pt x="1" y="1802"/>
                    <a:pt x="1" y="4003"/>
                  </a:cubicBezTo>
                  <a:lnTo>
                    <a:pt x="1" y="30656"/>
                  </a:lnTo>
                  <a:cubicBezTo>
                    <a:pt x="1" y="32857"/>
                    <a:pt x="1802" y="34659"/>
                    <a:pt x="4004" y="34659"/>
                  </a:cubicBezTo>
                  <a:lnTo>
                    <a:pt x="32157" y="34659"/>
                  </a:lnTo>
                  <a:cubicBezTo>
                    <a:pt x="34392" y="34659"/>
                    <a:pt x="36193" y="32857"/>
                    <a:pt x="36160" y="30656"/>
                  </a:cubicBezTo>
                  <a:lnTo>
                    <a:pt x="36160" y="4003"/>
                  </a:lnTo>
                  <a:cubicBezTo>
                    <a:pt x="36160" y="1768"/>
                    <a:pt x="34359" y="0"/>
                    <a:pt x="32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2"/>
            <p:cNvSpPr/>
            <p:nvPr/>
          </p:nvSpPr>
          <p:spPr>
            <a:xfrm>
              <a:off x="7793989" y="1189172"/>
              <a:ext cx="838585" cy="838584"/>
            </a:xfrm>
            <a:custGeom>
              <a:avLst/>
              <a:gdLst/>
              <a:ahLst/>
              <a:cxnLst/>
              <a:rect l="l" t="t" r="r" b="b"/>
              <a:pathLst>
                <a:path w="30356" h="30356" extrusionOk="0">
                  <a:moveTo>
                    <a:pt x="15178" y="4437"/>
                  </a:moveTo>
                  <a:cubicBezTo>
                    <a:pt x="21116" y="4437"/>
                    <a:pt x="25919" y="9241"/>
                    <a:pt x="25919" y="15178"/>
                  </a:cubicBezTo>
                  <a:cubicBezTo>
                    <a:pt x="25919" y="21082"/>
                    <a:pt x="21116" y="25886"/>
                    <a:pt x="15178" y="25886"/>
                  </a:cubicBezTo>
                  <a:cubicBezTo>
                    <a:pt x="9274" y="25886"/>
                    <a:pt x="4471" y="21082"/>
                    <a:pt x="4471" y="15178"/>
                  </a:cubicBezTo>
                  <a:cubicBezTo>
                    <a:pt x="4471" y="9241"/>
                    <a:pt x="9274" y="4437"/>
                    <a:pt x="15178" y="4437"/>
                  </a:cubicBezTo>
                  <a:close/>
                  <a:moveTo>
                    <a:pt x="15178" y="1"/>
                  </a:moveTo>
                  <a:cubicBezTo>
                    <a:pt x="6806" y="1"/>
                    <a:pt x="1" y="6805"/>
                    <a:pt x="1" y="15178"/>
                  </a:cubicBezTo>
                  <a:cubicBezTo>
                    <a:pt x="1" y="23551"/>
                    <a:pt x="6806" y="30356"/>
                    <a:pt x="15178" y="30356"/>
                  </a:cubicBezTo>
                  <a:cubicBezTo>
                    <a:pt x="23584" y="30356"/>
                    <a:pt x="30356" y="23551"/>
                    <a:pt x="30356" y="15178"/>
                  </a:cubicBezTo>
                  <a:cubicBezTo>
                    <a:pt x="30323" y="6805"/>
                    <a:pt x="23584" y="1"/>
                    <a:pt x="151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2"/>
            <p:cNvSpPr/>
            <p:nvPr/>
          </p:nvSpPr>
          <p:spPr>
            <a:xfrm>
              <a:off x="8498022" y="1526449"/>
              <a:ext cx="967" cy="2790"/>
            </a:xfrm>
            <a:custGeom>
              <a:avLst/>
              <a:gdLst/>
              <a:ahLst/>
              <a:cxnLst/>
              <a:rect l="l" t="t" r="r" b="b"/>
              <a:pathLst>
                <a:path w="35" h="101" fill="none" extrusionOk="0">
                  <a:moveTo>
                    <a:pt x="34" y="100"/>
                  </a:moveTo>
                  <a:cubicBezTo>
                    <a:pt x="34" y="34"/>
                    <a:pt x="34" y="34"/>
                    <a:pt x="1" y="0"/>
                  </a:cubicBezTo>
                  <a:cubicBezTo>
                    <a:pt x="1" y="34"/>
                    <a:pt x="1" y="34"/>
                    <a:pt x="34" y="100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2"/>
            <p:cNvSpPr/>
            <p:nvPr/>
          </p:nvSpPr>
          <p:spPr>
            <a:xfrm>
              <a:off x="8493408" y="1511697"/>
              <a:ext cx="967" cy="3729"/>
            </a:xfrm>
            <a:custGeom>
              <a:avLst/>
              <a:gdLst/>
              <a:ahLst/>
              <a:cxnLst/>
              <a:rect l="l" t="t" r="r" b="b"/>
              <a:pathLst>
                <a:path w="35" h="135" fill="none" extrusionOk="0">
                  <a:moveTo>
                    <a:pt x="34" y="134"/>
                  </a:moveTo>
                  <a:cubicBezTo>
                    <a:pt x="34" y="67"/>
                    <a:pt x="1" y="34"/>
                    <a:pt x="1" y="1"/>
                  </a:cubicBezTo>
                  <a:cubicBezTo>
                    <a:pt x="34" y="67"/>
                    <a:pt x="34" y="134"/>
                    <a:pt x="34" y="134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2"/>
            <p:cNvSpPr/>
            <p:nvPr/>
          </p:nvSpPr>
          <p:spPr>
            <a:xfrm>
              <a:off x="8079663" y="1481282"/>
              <a:ext cx="552914" cy="545566"/>
            </a:xfrm>
            <a:custGeom>
              <a:avLst/>
              <a:gdLst/>
              <a:ahLst/>
              <a:cxnLst/>
              <a:rect l="l" t="t" r="r" b="b"/>
              <a:pathLst>
                <a:path w="20015" h="19749" extrusionOk="0">
                  <a:moveTo>
                    <a:pt x="19314" y="1"/>
                  </a:moveTo>
                  <a:lnTo>
                    <a:pt x="19314" y="1"/>
                  </a:lnTo>
                  <a:cubicBezTo>
                    <a:pt x="19581" y="904"/>
                    <a:pt x="19772" y="1833"/>
                    <a:pt x="19888" y="2779"/>
                  </a:cubicBezTo>
                  <a:lnTo>
                    <a:pt x="19888" y="2779"/>
                  </a:lnTo>
                  <a:lnTo>
                    <a:pt x="19915" y="2769"/>
                  </a:lnTo>
                  <a:cubicBezTo>
                    <a:pt x="19781" y="1802"/>
                    <a:pt x="19615" y="901"/>
                    <a:pt x="19314" y="1"/>
                  </a:cubicBezTo>
                  <a:close/>
                  <a:moveTo>
                    <a:pt x="19888" y="2779"/>
                  </a:moveTo>
                  <a:lnTo>
                    <a:pt x="15578" y="4271"/>
                  </a:lnTo>
                  <a:lnTo>
                    <a:pt x="15578" y="4571"/>
                  </a:lnTo>
                  <a:cubicBezTo>
                    <a:pt x="15578" y="10475"/>
                    <a:pt x="10775" y="15278"/>
                    <a:pt x="4837" y="15278"/>
                  </a:cubicBezTo>
                  <a:cubicBezTo>
                    <a:pt x="3303" y="15278"/>
                    <a:pt x="1902" y="14945"/>
                    <a:pt x="568" y="14411"/>
                  </a:cubicBezTo>
                  <a:lnTo>
                    <a:pt x="1" y="18948"/>
                  </a:lnTo>
                  <a:cubicBezTo>
                    <a:pt x="1502" y="19448"/>
                    <a:pt x="3136" y="19748"/>
                    <a:pt x="4837" y="19748"/>
                  </a:cubicBezTo>
                  <a:cubicBezTo>
                    <a:pt x="13243" y="19748"/>
                    <a:pt x="20015" y="12943"/>
                    <a:pt x="20015" y="4571"/>
                  </a:cubicBezTo>
                  <a:cubicBezTo>
                    <a:pt x="20002" y="3968"/>
                    <a:pt x="19960" y="3370"/>
                    <a:pt x="19888" y="27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2"/>
            <p:cNvSpPr/>
            <p:nvPr/>
          </p:nvSpPr>
          <p:spPr>
            <a:xfrm>
              <a:off x="8488823" y="1498796"/>
              <a:ext cx="939" cy="3729"/>
            </a:xfrm>
            <a:custGeom>
              <a:avLst/>
              <a:gdLst/>
              <a:ahLst/>
              <a:cxnLst/>
              <a:rect l="l" t="t" r="r" b="b"/>
              <a:pathLst>
                <a:path w="34" h="135" fill="none" extrusionOk="0">
                  <a:moveTo>
                    <a:pt x="34" y="134"/>
                  </a:moveTo>
                  <a:cubicBezTo>
                    <a:pt x="34" y="101"/>
                    <a:pt x="0" y="34"/>
                    <a:pt x="0" y="1"/>
                  </a:cubicBezTo>
                  <a:cubicBezTo>
                    <a:pt x="0" y="34"/>
                    <a:pt x="34" y="101"/>
                    <a:pt x="34" y="134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2"/>
            <p:cNvSpPr/>
            <p:nvPr/>
          </p:nvSpPr>
          <p:spPr>
            <a:xfrm>
              <a:off x="8507249" y="1570677"/>
              <a:ext cx="28" cy="28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2"/>
            <p:cNvSpPr/>
            <p:nvPr/>
          </p:nvSpPr>
          <p:spPr>
            <a:xfrm>
              <a:off x="8501724" y="1541201"/>
              <a:ext cx="939" cy="1851"/>
            </a:xfrm>
            <a:custGeom>
              <a:avLst/>
              <a:gdLst/>
              <a:ahLst/>
              <a:cxnLst/>
              <a:rect l="l" t="t" r="r" b="b"/>
              <a:pathLst>
                <a:path w="34" h="67" fill="none" extrusionOk="0">
                  <a:moveTo>
                    <a:pt x="34" y="67"/>
                  </a:moveTo>
                  <a:lnTo>
                    <a:pt x="34" y="0"/>
                  </a:lnTo>
                  <a:cubicBezTo>
                    <a:pt x="0" y="0"/>
                    <a:pt x="0" y="0"/>
                    <a:pt x="34" y="67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2"/>
            <p:cNvSpPr/>
            <p:nvPr/>
          </p:nvSpPr>
          <p:spPr>
            <a:xfrm>
              <a:off x="8505398" y="1555014"/>
              <a:ext cx="28" cy="1878"/>
            </a:xfrm>
            <a:custGeom>
              <a:avLst/>
              <a:gdLst/>
              <a:ahLst/>
              <a:cxnLst/>
              <a:rect l="l" t="t" r="r" b="b"/>
              <a:pathLst>
                <a:path w="1" h="68" fill="none" extrusionOk="0">
                  <a:moveTo>
                    <a:pt x="1" y="67"/>
                  </a:moveTo>
                  <a:cubicBezTo>
                    <a:pt x="1" y="67"/>
                    <a:pt x="1" y="0"/>
                    <a:pt x="1" y="67"/>
                  </a:cubicBezTo>
                  <a:cubicBezTo>
                    <a:pt x="1" y="0"/>
                    <a:pt x="1" y="67"/>
                    <a:pt x="1" y="67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2"/>
            <p:cNvSpPr/>
            <p:nvPr/>
          </p:nvSpPr>
          <p:spPr>
            <a:xfrm>
              <a:off x="8234476" y="1189172"/>
              <a:ext cx="394430" cy="411005"/>
            </a:xfrm>
            <a:custGeom>
              <a:avLst/>
              <a:gdLst/>
              <a:ahLst/>
              <a:cxnLst/>
              <a:rect l="l" t="t" r="r" b="b"/>
              <a:pathLst>
                <a:path w="14278" h="14878" extrusionOk="0">
                  <a:moveTo>
                    <a:pt x="1" y="1"/>
                  </a:moveTo>
                  <a:lnTo>
                    <a:pt x="1" y="4470"/>
                  </a:lnTo>
                  <a:cubicBezTo>
                    <a:pt x="5471" y="4837"/>
                    <a:pt x="9808" y="9341"/>
                    <a:pt x="9941" y="14878"/>
                  </a:cubicBezTo>
                  <a:lnTo>
                    <a:pt x="14277" y="13377"/>
                  </a:lnTo>
                  <a:cubicBezTo>
                    <a:pt x="13410" y="6072"/>
                    <a:pt x="7406" y="36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2"/>
            <p:cNvSpPr/>
            <p:nvPr/>
          </p:nvSpPr>
          <p:spPr>
            <a:xfrm>
              <a:off x="7844681" y="1189172"/>
              <a:ext cx="389816" cy="310560"/>
            </a:xfrm>
            <a:custGeom>
              <a:avLst/>
              <a:gdLst/>
              <a:ahLst/>
              <a:cxnLst/>
              <a:rect l="l" t="t" r="r" b="b"/>
              <a:pathLst>
                <a:path w="14111" h="11242" extrusionOk="0">
                  <a:moveTo>
                    <a:pt x="13343" y="1"/>
                  </a:moveTo>
                  <a:cubicBezTo>
                    <a:pt x="7606" y="1"/>
                    <a:pt x="2602" y="3203"/>
                    <a:pt x="1" y="7906"/>
                  </a:cubicBezTo>
                  <a:lnTo>
                    <a:pt x="3336" y="11242"/>
                  </a:lnTo>
                  <a:cubicBezTo>
                    <a:pt x="4871" y="7239"/>
                    <a:pt x="8807" y="4404"/>
                    <a:pt x="13343" y="4404"/>
                  </a:cubicBezTo>
                  <a:cubicBezTo>
                    <a:pt x="13610" y="4404"/>
                    <a:pt x="13844" y="4404"/>
                    <a:pt x="14111" y="4470"/>
                  </a:cubicBezTo>
                  <a:lnTo>
                    <a:pt x="14111" y="34"/>
                  </a:lnTo>
                  <a:cubicBezTo>
                    <a:pt x="13844" y="34"/>
                    <a:pt x="13610" y="1"/>
                    <a:pt x="13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2"/>
            <p:cNvSpPr/>
            <p:nvPr/>
          </p:nvSpPr>
          <p:spPr>
            <a:xfrm>
              <a:off x="6003725" y="3195561"/>
              <a:ext cx="190778" cy="174535"/>
            </a:xfrm>
            <a:custGeom>
              <a:avLst/>
              <a:gdLst/>
              <a:ahLst/>
              <a:cxnLst/>
              <a:rect l="l" t="t" r="r" b="b"/>
              <a:pathLst>
                <a:path w="6906" h="6318" extrusionOk="0">
                  <a:moveTo>
                    <a:pt x="3423" y="0"/>
                  </a:moveTo>
                  <a:cubicBezTo>
                    <a:pt x="3197" y="0"/>
                    <a:pt x="2966" y="24"/>
                    <a:pt x="2736" y="72"/>
                  </a:cubicBezTo>
                  <a:cubicBezTo>
                    <a:pt x="1034" y="506"/>
                    <a:pt x="0" y="2174"/>
                    <a:pt x="367" y="3875"/>
                  </a:cubicBezTo>
                  <a:cubicBezTo>
                    <a:pt x="742" y="5345"/>
                    <a:pt x="2038" y="6317"/>
                    <a:pt x="3482" y="6317"/>
                  </a:cubicBezTo>
                  <a:cubicBezTo>
                    <a:pt x="3709" y="6317"/>
                    <a:pt x="3939" y="6293"/>
                    <a:pt x="4170" y="6243"/>
                  </a:cubicBezTo>
                  <a:cubicBezTo>
                    <a:pt x="5871" y="5843"/>
                    <a:pt x="6905" y="4175"/>
                    <a:pt x="6538" y="2441"/>
                  </a:cubicBezTo>
                  <a:cubicBezTo>
                    <a:pt x="6220" y="995"/>
                    <a:pt x="4899" y="0"/>
                    <a:pt x="34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2"/>
            <p:cNvSpPr/>
            <p:nvPr/>
          </p:nvSpPr>
          <p:spPr>
            <a:xfrm>
              <a:off x="5732959" y="1652023"/>
              <a:ext cx="139147" cy="126771"/>
            </a:xfrm>
            <a:custGeom>
              <a:avLst/>
              <a:gdLst/>
              <a:ahLst/>
              <a:cxnLst/>
              <a:rect l="l" t="t" r="r" b="b"/>
              <a:pathLst>
                <a:path w="5037" h="4589" extrusionOk="0">
                  <a:moveTo>
                    <a:pt x="2529" y="1"/>
                  </a:moveTo>
                  <a:cubicBezTo>
                    <a:pt x="2354" y="1"/>
                    <a:pt x="2178" y="22"/>
                    <a:pt x="2001" y="66"/>
                  </a:cubicBezTo>
                  <a:cubicBezTo>
                    <a:pt x="801" y="366"/>
                    <a:pt x="0" y="1567"/>
                    <a:pt x="300" y="2801"/>
                  </a:cubicBezTo>
                  <a:cubicBezTo>
                    <a:pt x="531" y="3870"/>
                    <a:pt x="1488" y="4589"/>
                    <a:pt x="2542" y="4589"/>
                  </a:cubicBezTo>
                  <a:cubicBezTo>
                    <a:pt x="2705" y="4589"/>
                    <a:pt x="2870" y="4571"/>
                    <a:pt x="3036" y="4536"/>
                  </a:cubicBezTo>
                  <a:cubicBezTo>
                    <a:pt x="4236" y="4236"/>
                    <a:pt x="5037" y="3035"/>
                    <a:pt x="4737" y="1767"/>
                  </a:cubicBezTo>
                  <a:cubicBezTo>
                    <a:pt x="4481" y="714"/>
                    <a:pt x="3544" y="1"/>
                    <a:pt x="252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2"/>
            <p:cNvSpPr/>
            <p:nvPr/>
          </p:nvSpPr>
          <p:spPr>
            <a:xfrm>
              <a:off x="5210453" y="1212394"/>
              <a:ext cx="46106" cy="39697"/>
            </a:xfrm>
            <a:custGeom>
              <a:avLst/>
              <a:gdLst/>
              <a:ahLst/>
              <a:cxnLst/>
              <a:rect l="l" t="t" r="r" b="b"/>
              <a:pathLst>
                <a:path w="1669" h="1437" extrusionOk="0">
                  <a:moveTo>
                    <a:pt x="318" y="0"/>
                  </a:moveTo>
                  <a:cubicBezTo>
                    <a:pt x="244" y="0"/>
                    <a:pt x="165" y="37"/>
                    <a:pt x="101" y="102"/>
                  </a:cubicBezTo>
                  <a:cubicBezTo>
                    <a:pt x="1" y="169"/>
                    <a:pt x="67" y="335"/>
                    <a:pt x="134" y="435"/>
                  </a:cubicBezTo>
                  <a:lnTo>
                    <a:pt x="1268" y="1369"/>
                  </a:lnTo>
                  <a:cubicBezTo>
                    <a:pt x="1301" y="1436"/>
                    <a:pt x="1402" y="1436"/>
                    <a:pt x="1435" y="1436"/>
                  </a:cubicBezTo>
                  <a:cubicBezTo>
                    <a:pt x="1535" y="1436"/>
                    <a:pt x="1568" y="1369"/>
                    <a:pt x="1602" y="1336"/>
                  </a:cubicBezTo>
                  <a:cubicBezTo>
                    <a:pt x="1668" y="1269"/>
                    <a:pt x="1635" y="1103"/>
                    <a:pt x="1568" y="1002"/>
                  </a:cubicBezTo>
                  <a:lnTo>
                    <a:pt x="434" y="35"/>
                  </a:lnTo>
                  <a:cubicBezTo>
                    <a:pt x="399" y="11"/>
                    <a:pt x="359" y="0"/>
                    <a:pt x="318" y="0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2"/>
            <p:cNvSpPr/>
            <p:nvPr/>
          </p:nvSpPr>
          <p:spPr>
            <a:xfrm>
              <a:off x="5304434" y="1291845"/>
              <a:ext cx="331776" cy="282769"/>
            </a:xfrm>
            <a:custGeom>
              <a:avLst/>
              <a:gdLst/>
              <a:ahLst/>
              <a:cxnLst/>
              <a:rect l="l" t="t" r="r" b="b"/>
              <a:pathLst>
                <a:path w="12010" h="10236" extrusionOk="0">
                  <a:moveTo>
                    <a:pt x="277" y="1"/>
                  </a:moveTo>
                  <a:cubicBezTo>
                    <a:pt x="207" y="1"/>
                    <a:pt x="126" y="36"/>
                    <a:pt x="68" y="95"/>
                  </a:cubicBezTo>
                  <a:cubicBezTo>
                    <a:pt x="1" y="161"/>
                    <a:pt x="34" y="328"/>
                    <a:pt x="134" y="428"/>
                  </a:cubicBezTo>
                  <a:lnTo>
                    <a:pt x="2403" y="2396"/>
                  </a:lnTo>
                  <a:cubicBezTo>
                    <a:pt x="2469" y="2430"/>
                    <a:pt x="2536" y="2430"/>
                    <a:pt x="2569" y="2430"/>
                  </a:cubicBezTo>
                  <a:cubicBezTo>
                    <a:pt x="2670" y="2430"/>
                    <a:pt x="2736" y="2396"/>
                    <a:pt x="2736" y="2329"/>
                  </a:cubicBezTo>
                  <a:cubicBezTo>
                    <a:pt x="2836" y="2263"/>
                    <a:pt x="2803" y="2096"/>
                    <a:pt x="2703" y="1996"/>
                  </a:cubicBezTo>
                  <a:lnTo>
                    <a:pt x="401" y="61"/>
                  </a:lnTo>
                  <a:cubicBezTo>
                    <a:pt x="373" y="19"/>
                    <a:pt x="328" y="1"/>
                    <a:pt x="277" y="1"/>
                  </a:cubicBezTo>
                  <a:close/>
                  <a:moveTo>
                    <a:pt x="4870" y="3928"/>
                  </a:moveTo>
                  <a:cubicBezTo>
                    <a:pt x="4792" y="3928"/>
                    <a:pt x="4712" y="3956"/>
                    <a:pt x="4671" y="3997"/>
                  </a:cubicBezTo>
                  <a:cubicBezTo>
                    <a:pt x="4571" y="4097"/>
                    <a:pt x="4638" y="4264"/>
                    <a:pt x="4704" y="4331"/>
                  </a:cubicBezTo>
                  <a:lnTo>
                    <a:pt x="7006" y="6299"/>
                  </a:lnTo>
                  <a:cubicBezTo>
                    <a:pt x="7039" y="6332"/>
                    <a:pt x="7139" y="6332"/>
                    <a:pt x="7173" y="6332"/>
                  </a:cubicBezTo>
                  <a:cubicBezTo>
                    <a:pt x="7239" y="6332"/>
                    <a:pt x="7306" y="6299"/>
                    <a:pt x="7340" y="6266"/>
                  </a:cubicBezTo>
                  <a:cubicBezTo>
                    <a:pt x="7406" y="6166"/>
                    <a:pt x="7373" y="5999"/>
                    <a:pt x="7306" y="5932"/>
                  </a:cubicBezTo>
                  <a:lnTo>
                    <a:pt x="5005" y="3964"/>
                  </a:lnTo>
                  <a:cubicBezTo>
                    <a:pt x="4966" y="3938"/>
                    <a:pt x="4918" y="3928"/>
                    <a:pt x="4870" y="3928"/>
                  </a:cubicBezTo>
                  <a:close/>
                  <a:moveTo>
                    <a:pt x="9473" y="7799"/>
                  </a:moveTo>
                  <a:cubicBezTo>
                    <a:pt x="9398" y="7799"/>
                    <a:pt x="9305" y="7836"/>
                    <a:pt x="9241" y="7900"/>
                  </a:cubicBezTo>
                  <a:cubicBezTo>
                    <a:pt x="9174" y="7967"/>
                    <a:pt x="9208" y="8134"/>
                    <a:pt x="9308" y="8200"/>
                  </a:cubicBezTo>
                  <a:lnTo>
                    <a:pt x="11576" y="10168"/>
                  </a:lnTo>
                  <a:cubicBezTo>
                    <a:pt x="11643" y="10235"/>
                    <a:pt x="11709" y="10235"/>
                    <a:pt x="11743" y="10235"/>
                  </a:cubicBezTo>
                  <a:cubicBezTo>
                    <a:pt x="11809" y="10235"/>
                    <a:pt x="11876" y="10168"/>
                    <a:pt x="11909" y="10135"/>
                  </a:cubicBezTo>
                  <a:cubicBezTo>
                    <a:pt x="12010" y="10068"/>
                    <a:pt x="11976" y="9902"/>
                    <a:pt x="11876" y="9801"/>
                  </a:cubicBezTo>
                  <a:lnTo>
                    <a:pt x="9574" y="7833"/>
                  </a:lnTo>
                  <a:cubicBezTo>
                    <a:pt x="9551" y="7810"/>
                    <a:pt x="9515" y="7799"/>
                    <a:pt x="9473" y="7799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2"/>
            <p:cNvSpPr/>
            <p:nvPr/>
          </p:nvSpPr>
          <p:spPr>
            <a:xfrm>
              <a:off x="5683178" y="1615558"/>
              <a:ext cx="46106" cy="39227"/>
            </a:xfrm>
            <a:custGeom>
              <a:avLst/>
              <a:gdLst/>
              <a:ahLst/>
              <a:cxnLst/>
              <a:rect l="l" t="t" r="r" b="b"/>
              <a:pathLst>
                <a:path w="1669" h="1420" extrusionOk="0">
                  <a:moveTo>
                    <a:pt x="305" y="1"/>
                  </a:moveTo>
                  <a:cubicBezTo>
                    <a:pt x="225" y="1"/>
                    <a:pt x="143" y="43"/>
                    <a:pt x="101" y="85"/>
                  </a:cubicBezTo>
                  <a:cubicBezTo>
                    <a:pt x="1" y="185"/>
                    <a:pt x="34" y="352"/>
                    <a:pt x="134" y="418"/>
                  </a:cubicBezTo>
                  <a:lnTo>
                    <a:pt x="1235" y="1386"/>
                  </a:lnTo>
                  <a:cubicBezTo>
                    <a:pt x="1302" y="1419"/>
                    <a:pt x="1368" y="1419"/>
                    <a:pt x="1435" y="1419"/>
                  </a:cubicBezTo>
                  <a:cubicBezTo>
                    <a:pt x="1502" y="1419"/>
                    <a:pt x="1602" y="1386"/>
                    <a:pt x="1602" y="1319"/>
                  </a:cubicBezTo>
                  <a:cubicBezTo>
                    <a:pt x="1669" y="1252"/>
                    <a:pt x="1635" y="1086"/>
                    <a:pt x="1535" y="1019"/>
                  </a:cubicBezTo>
                  <a:lnTo>
                    <a:pt x="434" y="52"/>
                  </a:lnTo>
                  <a:cubicBezTo>
                    <a:pt x="398" y="15"/>
                    <a:pt x="352" y="1"/>
                    <a:pt x="305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2"/>
            <p:cNvSpPr/>
            <p:nvPr/>
          </p:nvSpPr>
          <p:spPr>
            <a:xfrm>
              <a:off x="5063927" y="1075290"/>
              <a:ext cx="149313" cy="136689"/>
            </a:xfrm>
            <a:custGeom>
              <a:avLst/>
              <a:gdLst/>
              <a:ahLst/>
              <a:cxnLst/>
              <a:rect l="l" t="t" r="r" b="b"/>
              <a:pathLst>
                <a:path w="5405" h="4948" extrusionOk="0">
                  <a:moveTo>
                    <a:pt x="2714" y="0"/>
                  </a:moveTo>
                  <a:cubicBezTo>
                    <a:pt x="2535" y="0"/>
                    <a:pt x="2353" y="20"/>
                    <a:pt x="2169" y="61"/>
                  </a:cubicBezTo>
                  <a:cubicBezTo>
                    <a:pt x="835" y="328"/>
                    <a:pt x="1" y="1662"/>
                    <a:pt x="268" y="2997"/>
                  </a:cubicBezTo>
                  <a:cubicBezTo>
                    <a:pt x="530" y="4163"/>
                    <a:pt x="1583" y="4948"/>
                    <a:pt x="2736" y="4948"/>
                  </a:cubicBezTo>
                  <a:cubicBezTo>
                    <a:pt x="2901" y="4948"/>
                    <a:pt x="3069" y="4932"/>
                    <a:pt x="3236" y="4898"/>
                  </a:cubicBezTo>
                  <a:cubicBezTo>
                    <a:pt x="4571" y="4598"/>
                    <a:pt x="5405" y="3264"/>
                    <a:pt x="5104" y="1929"/>
                  </a:cubicBezTo>
                  <a:cubicBezTo>
                    <a:pt x="4817" y="779"/>
                    <a:pt x="3834" y="0"/>
                    <a:pt x="2714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2"/>
            <p:cNvSpPr/>
            <p:nvPr/>
          </p:nvSpPr>
          <p:spPr>
            <a:xfrm>
              <a:off x="5142273" y="191833"/>
              <a:ext cx="371390" cy="345672"/>
            </a:xfrm>
            <a:custGeom>
              <a:avLst/>
              <a:gdLst/>
              <a:ahLst/>
              <a:cxnLst/>
              <a:rect l="l" t="t" r="r" b="b"/>
              <a:pathLst>
                <a:path w="13444" h="12513" extrusionOk="0">
                  <a:moveTo>
                    <a:pt x="6759" y="0"/>
                  </a:moveTo>
                  <a:cubicBezTo>
                    <a:pt x="6422" y="0"/>
                    <a:pt x="6081" y="28"/>
                    <a:pt x="5738" y="85"/>
                  </a:cubicBezTo>
                  <a:cubicBezTo>
                    <a:pt x="2335" y="619"/>
                    <a:pt x="0" y="3854"/>
                    <a:pt x="567" y="7257"/>
                  </a:cubicBezTo>
                  <a:cubicBezTo>
                    <a:pt x="1047" y="10316"/>
                    <a:pt x="3684" y="12512"/>
                    <a:pt x="6708" y="12512"/>
                  </a:cubicBezTo>
                  <a:cubicBezTo>
                    <a:pt x="7048" y="12512"/>
                    <a:pt x="7392" y="12484"/>
                    <a:pt x="7739" y="12427"/>
                  </a:cubicBezTo>
                  <a:cubicBezTo>
                    <a:pt x="11141" y="11893"/>
                    <a:pt x="13443" y="8658"/>
                    <a:pt x="12909" y="5255"/>
                  </a:cubicBezTo>
                  <a:cubicBezTo>
                    <a:pt x="12399" y="2196"/>
                    <a:pt x="9759" y="0"/>
                    <a:pt x="6759" y="0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2"/>
            <p:cNvSpPr/>
            <p:nvPr/>
          </p:nvSpPr>
          <p:spPr>
            <a:xfrm>
              <a:off x="5187413" y="223658"/>
              <a:ext cx="281996" cy="281996"/>
            </a:xfrm>
            <a:custGeom>
              <a:avLst/>
              <a:gdLst/>
              <a:ahLst/>
              <a:cxnLst/>
              <a:rect l="l" t="t" r="r" b="b"/>
              <a:pathLst>
                <a:path w="10208" h="10208" extrusionOk="0">
                  <a:moveTo>
                    <a:pt x="5104" y="0"/>
                  </a:moveTo>
                  <a:cubicBezTo>
                    <a:pt x="2302" y="0"/>
                    <a:pt x="1" y="2302"/>
                    <a:pt x="1" y="5104"/>
                  </a:cubicBezTo>
                  <a:cubicBezTo>
                    <a:pt x="1" y="7906"/>
                    <a:pt x="2302" y="10208"/>
                    <a:pt x="5104" y="10208"/>
                  </a:cubicBezTo>
                  <a:cubicBezTo>
                    <a:pt x="7906" y="10208"/>
                    <a:pt x="10208" y="7906"/>
                    <a:pt x="10208" y="5104"/>
                  </a:cubicBezTo>
                  <a:cubicBezTo>
                    <a:pt x="10208" y="2269"/>
                    <a:pt x="7906" y="34"/>
                    <a:pt x="5104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2"/>
            <p:cNvSpPr/>
            <p:nvPr/>
          </p:nvSpPr>
          <p:spPr>
            <a:xfrm>
              <a:off x="5268521" y="262361"/>
              <a:ext cx="124423" cy="207353"/>
            </a:xfrm>
            <a:custGeom>
              <a:avLst/>
              <a:gdLst/>
              <a:ahLst/>
              <a:cxnLst/>
              <a:rect l="l" t="t" r="r" b="b"/>
              <a:pathLst>
                <a:path w="4504" h="7506" extrusionOk="0">
                  <a:moveTo>
                    <a:pt x="1868" y="2002"/>
                  </a:moveTo>
                  <a:lnTo>
                    <a:pt x="1868" y="2969"/>
                  </a:lnTo>
                  <a:cubicBezTo>
                    <a:pt x="1668" y="2869"/>
                    <a:pt x="1601" y="2836"/>
                    <a:pt x="1501" y="2736"/>
                  </a:cubicBezTo>
                  <a:cubicBezTo>
                    <a:pt x="1468" y="2669"/>
                    <a:pt x="1434" y="2569"/>
                    <a:pt x="1434" y="2469"/>
                  </a:cubicBezTo>
                  <a:cubicBezTo>
                    <a:pt x="1434" y="2202"/>
                    <a:pt x="1601" y="2069"/>
                    <a:pt x="1868" y="2002"/>
                  </a:cubicBezTo>
                  <a:close/>
                  <a:moveTo>
                    <a:pt x="2635" y="4637"/>
                  </a:moveTo>
                  <a:cubicBezTo>
                    <a:pt x="2802" y="4670"/>
                    <a:pt x="2935" y="4737"/>
                    <a:pt x="2969" y="4837"/>
                  </a:cubicBezTo>
                  <a:cubicBezTo>
                    <a:pt x="3002" y="4904"/>
                    <a:pt x="3036" y="5004"/>
                    <a:pt x="3036" y="5137"/>
                  </a:cubicBezTo>
                  <a:cubicBezTo>
                    <a:pt x="3036" y="5338"/>
                    <a:pt x="2869" y="5471"/>
                    <a:pt x="2635" y="5538"/>
                  </a:cubicBezTo>
                  <a:lnTo>
                    <a:pt x="2635" y="4637"/>
                  </a:lnTo>
                  <a:close/>
                  <a:moveTo>
                    <a:pt x="1868" y="0"/>
                  </a:moveTo>
                  <a:lnTo>
                    <a:pt x="1868" y="834"/>
                  </a:lnTo>
                  <a:cubicBezTo>
                    <a:pt x="1301" y="868"/>
                    <a:pt x="834" y="1068"/>
                    <a:pt x="500" y="1368"/>
                  </a:cubicBezTo>
                  <a:cubicBezTo>
                    <a:pt x="167" y="1668"/>
                    <a:pt x="0" y="2069"/>
                    <a:pt x="0" y="2536"/>
                  </a:cubicBezTo>
                  <a:cubicBezTo>
                    <a:pt x="0" y="2936"/>
                    <a:pt x="167" y="3336"/>
                    <a:pt x="467" y="3670"/>
                  </a:cubicBezTo>
                  <a:cubicBezTo>
                    <a:pt x="767" y="4003"/>
                    <a:pt x="1168" y="4203"/>
                    <a:pt x="1768" y="4370"/>
                  </a:cubicBezTo>
                  <a:lnTo>
                    <a:pt x="1868" y="4404"/>
                  </a:lnTo>
                  <a:lnTo>
                    <a:pt x="1868" y="5638"/>
                  </a:lnTo>
                  <a:cubicBezTo>
                    <a:pt x="1668" y="5638"/>
                    <a:pt x="1434" y="5571"/>
                    <a:pt x="1134" y="5504"/>
                  </a:cubicBezTo>
                  <a:cubicBezTo>
                    <a:pt x="867" y="5404"/>
                    <a:pt x="634" y="5338"/>
                    <a:pt x="367" y="5204"/>
                  </a:cubicBezTo>
                  <a:lnTo>
                    <a:pt x="0" y="6405"/>
                  </a:lnTo>
                  <a:cubicBezTo>
                    <a:pt x="534" y="6672"/>
                    <a:pt x="1168" y="6772"/>
                    <a:pt x="1868" y="6839"/>
                  </a:cubicBezTo>
                  <a:lnTo>
                    <a:pt x="1968" y="6839"/>
                  </a:lnTo>
                  <a:lnTo>
                    <a:pt x="1968" y="7506"/>
                  </a:lnTo>
                  <a:lnTo>
                    <a:pt x="2702" y="7506"/>
                  </a:lnTo>
                  <a:lnTo>
                    <a:pt x="2702" y="6839"/>
                  </a:lnTo>
                  <a:cubicBezTo>
                    <a:pt x="3302" y="6739"/>
                    <a:pt x="3703" y="6538"/>
                    <a:pt x="4036" y="6238"/>
                  </a:cubicBezTo>
                  <a:cubicBezTo>
                    <a:pt x="4336" y="5971"/>
                    <a:pt x="4503" y="5538"/>
                    <a:pt x="4503" y="5037"/>
                  </a:cubicBezTo>
                  <a:cubicBezTo>
                    <a:pt x="4503" y="4570"/>
                    <a:pt x="4336" y="4237"/>
                    <a:pt x="4036" y="3903"/>
                  </a:cubicBezTo>
                  <a:cubicBezTo>
                    <a:pt x="3703" y="3603"/>
                    <a:pt x="3302" y="3370"/>
                    <a:pt x="2769" y="3236"/>
                  </a:cubicBezTo>
                  <a:lnTo>
                    <a:pt x="2635" y="3203"/>
                  </a:lnTo>
                  <a:lnTo>
                    <a:pt x="2635" y="2035"/>
                  </a:lnTo>
                  <a:cubicBezTo>
                    <a:pt x="3136" y="2069"/>
                    <a:pt x="3503" y="2202"/>
                    <a:pt x="3803" y="2402"/>
                  </a:cubicBezTo>
                  <a:lnTo>
                    <a:pt x="4270" y="1235"/>
                  </a:lnTo>
                  <a:cubicBezTo>
                    <a:pt x="3703" y="1035"/>
                    <a:pt x="3169" y="868"/>
                    <a:pt x="2635" y="834"/>
                  </a:cubicBezTo>
                  <a:lnTo>
                    <a:pt x="2635" y="0"/>
                  </a:ln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2"/>
            <p:cNvSpPr/>
            <p:nvPr/>
          </p:nvSpPr>
          <p:spPr>
            <a:xfrm>
              <a:off x="8027147" y="568072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2"/>
            <p:cNvSpPr/>
            <p:nvPr/>
          </p:nvSpPr>
          <p:spPr>
            <a:xfrm>
              <a:off x="8018859" y="559785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2"/>
            <p:cNvSpPr/>
            <p:nvPr/>
          </p:nvSpPr>
          <p:spPr>
            <a:xfrm>
              <a:off x="7860345" y="738548"/>
              <a:ext cx="84809" cy="85748"/>
            </a:xfrm>
            <a:custGeom>
              <a:avLst/>
              <a:gdLst/>
              <a:ahLst/>
              <a:cxnLst/>
              <a:rect l="l" t="t" r="r" b="b"/>
              <a:pathLst>
                <a:path w="3070" h="3104" extrusionOk="0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2"/>
            <p:cNvSpPr/>
            <p:nvPr/>
          </p:nvSpPr>
          <p:spPr>
            <a:xfrm>
              <a:off x="7838245" y="496191"/>
              <a:ext cx="15691" cy="213818"/>
            </a:xfrm>
            <a:custGeom>
              <a:avLst/>
              <a:gdLst/>
              <a:ahLst/>
              <a:cxnLst/>
              <a:rect l="l" t="t" r="r" b="b"/>
              <a:pathLst>
                <a:path w="568" h="7740" extrusionOk="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2"/>
            <p:cNvSpPr/>
            <p:nvPr/>
          </p:nvSpPr>
          <p:spPr>
            <a:xfrm>
              <a:off x="7738710" y="594814"/>
              <a:ext cx="213818" cy="15691"/>
            </a:xfrm>
            <a:custGeom>
              <a:avLst/>
              <a:gdLst/>
              <a:ahLst/>
              <a:cxnLst/>
              <a:rect l="l" t="t" r="r" b="b"/>
              <a:pathLst>
                <a:path w="7740" h="568" extrusionOk="0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2"/>
            <p:cNvSpPr/>
            <p:nvPr/>
          </p:nvSpPr>
          <p:spPr>
            <a:xfrm>
              <a:off x="8411416" y="707221"/>
              <a:ext cx="548301" cy="548329"/>
            </a:xfrm>
            <a:custGeom>
              <a:avLst/>
              <a:gdLst/>
              <a:ahLst/>
              <a:cxnLst/>
              <a:rect l="l" t="t" r="r" b="b"/>
              <a:pathLst>
                <a:path w="19848" h="19849" extrusionOk="0">
                  <a:moveTo>
                    <a:pt x="9640" y="935"/>
                  </a:moveTo>
                  <a:lnTo>
                    <a:pt x="9640" y="3803"/>
                  </a:lnTo>
                  <a:cubicBezTo>
                    <a:pt x="8907" y="3803"/>
                    <a:pt x="8173" y="3803"/>
                    <a:pt x="7506" y="3837"/>
                  </a:cubicBezTo>
                  <a:cubicBezTo>
                    <a:pt x="8306" y="2469"/>
                    <a:pt x="9140" y="1468"/>
                    <a:pt x="9640" y="935"/>
                  </a:cubicBezTo>
                  <a:close/>
                  <a:moveTo>
                    <a:pt x="10241" y="801"/>
                  </a:moveTo>
                  <a:cubicBezTo>
                    <a:pt x="10741" y="1302"/>
                    <a:pt x="11742" y="2436"/>
                    <a:pt x="12643" y="4004"/>
                  </a:cubicBezTo>
                  <a:cubicBezTo>
                    <a:pt x="11809" y="3937"/>
                    <a:pt x="11008" y="3837"/>
                    <a:pt x="10241" y="3837"/>
                  </a:cubicBezTo>
                  <a:lnTo>
                    <a:pt x="10241" y="801"/>
                  </a:lnTo>
                  <a:close/>
                  <a:moveTo>
                    <a:pt x="9073" y="768"/>
                  </a:moveTo>
                  <a:lnTo>
                    <a:pt x="9073" y="768"/>
                  </a:lnTo>
                  <a:cubicBezTo>
                    <a:pt x="8440" y="1435"/>
                    <a:pt x="7572" y="2503"/>
                    <a:pt x="6805" y="3937"/>
                  </a:cubicBezTo>
                  <a:cubicBezTo>
                    <a:pt x="5771" y="4004"/>
                    <a:pt x="4837" y="4170"/>
                    <a:pt x="4003" y="4337"/>
                  </a:cubicBezTo>
                  <a:cubicBezTo>
                    <a:pt x="5237" y="2636"/>
                    <a:pt x="6972" y="1402"/>
                    <a:pt x="9073" y="768"/>
                  </a:cubicBezTo>
                  <a:close/>
                  <a:moveTo>
                    <a:pt x="10975" y="768"/>
                  </a:moveTo>
                  <a:lnTo>
                    <a:pt x="10975" y="768"/>
                  </a:lnTo>
                  <a:cubicBezTo>
                    <a:pt x="13176" y="1402"/>
                    <a:pt x="15011" y="2803"/>
                    <a:pt x="16245" y="4637"/>
                  </a:cubicBezTo>
                  <a:cubicBezTo>
                    <a:pt x="15244" y="4437"/>
                    <a:pt x="14277" y="4237"/>
                    <a:pt x="13310" y="4104"/>
                  </a:cubicBezTo>
                  <a:cubicBezTo>
                    <a:pt x="12509" y="2603"/>
                    <a:pt x="11608" y="1468"/>
                    <a:pt x="10975" y="768"/>
                  </a:cubicBezTo>
                  <a:close/>
                  <a:moveTo>
                    <a:pt x="6805" y="1102"/>
                  </a:moveTo>
                  <a:lnTo>
                    <a:pt x="6805" y="1102"/>
                  </a:lnTo>
                  <a:cubicBezTo>
                    <a:pt x="5337" y="1935"/>
                    <a:pt x="4103" y="3103"/>
                    <a:pt x="3169" y="4571"/>
                  </a:cubicBezTo>
                  <a:cubicBezTo>
                    <a:pt x="2769" y="4671"/>
                    <a:pt x="2402" y="4771"/>
                    <a:pt x="2002" y="4871"/>
                  </a:cubicBezTo>
                  <a:cubicBezTo>
                    <a:pt x="3169" y="3136"/>
                    <a:pt x="4837" y="1802"/>
                    <a:pt x="6805" y="1102"/>
                  </a:cubicBezTo>
                  <a:close/>
                  <a:moveTo>
                    <a:pt x="13543" y="1302"/>
                  </a:moveTo>
                  <a:lnTo>
                    <a:pt x="13543" y="1302"/>
                  </a:lnTo>
                  <a:cubicBezTo>
                    <a:pt x="15411" y="2069"/>
                    <a:pt x="16946" y="3437"/>
                    <a:pt x="17980" y="5138"/>
                  </a:cubicBezTo>
                  <a:cubicBezTo>
                    <a:pt x="17646" y="5038"/>
                    <a:pt x="17346" y="4971"/>
                    <a:pt x="17012" y="4871"/>
                  </a:cubicBezTo>
                  <a:cubicBezTo>
                    <a:pt x="16178" y="3437"/>
                    <a:pt x="14978" y="2169"/>
                    <a:pt x="13543" y="1302"/>
                  </a:cubicBezTo>
                  <a:close/>
                  <a:moveTo>
                    <a:pt x="6505" y="4471"/>
                  </a:moveTo>
                  <a:lnTo>
                    <a:pt x="6505" y="4471"/>
                  </a:lnTo>
                  <a:cubicBezTo>
                    <a:pt x="5838" y="5838"/>
                    <a:pt x="5337" y="7506"/>
                    <a:pt x="5271" y="9341"/>
                  </a:cubicBezTo>
                  <a:lnTo>
                    <a:pt x="5271" y="9574"/>
                  </a:lnTo>
                  <a:lnTo>
                    <a:pt x="2268" y="9574"/>
                  </a:lnTo>
                  <a:cubicBezTo>
                    <a:pt x="2302" y="7906"/>
                    <a:pt x="2802" y="6339"/>
                    <a:pt x="3603" y="4971"/>
                  </a:cubicBezTo>
                  <a:cubicBezTo>
                    <a:pt x="4103" y="4871"/>
                    <a:pt x="4737" y="4771"/>
                    <a:pt x="5337" y="4637"/>
                  </a:cubicBezTo>
                  <a:cubicBezTo>
                    <a:pt x="5738" y="4604"/>
                    <a:pt x="6105" y="4504"/>
                    <a:pt x="6505" y="4471"/>
                  </a:cubicBezTo>
                  <a:close/>
                  <a:moveTo>
                    <a:pt x="2802" y="5238"/>
                  </a:moveTo>
                  <a:cubicBezTo>
                    <a:pt x="2135" y="6539"/>
                    <a:pt x="1735" y="8006"/>
                    <a:pt x="1668" y="9608"/>
                  </a:cubicBezTo>
                  <a:lnTo>
                    <a:pt x="567" y="9608"/>
                  </a:lnTo>
                  <a:cubicBezTo>
                    <a:pt x="601" y="8173"/>
                    <a:pt x="968" y="6806"/>
                    <a:pt x="1601" y="5638"/>
                  </a:cubicBezTo>
                  <a:cubicBezTo>
                    <a:pt x="1935" y="5505"/>
                    <a:pt x="2335" y="5405"/>
                    <a:pt x="2802" y="5238"/>
                  </a:cubicBezTo>
                  <a:close/>
                  <a:moveTo>
                    <a:pt x="8888" y="4376"/>
                  </a:moveTo>
                  <a:cubicBezTo>
                    <a:pt x="9135" y="4376"/>
                    <a:pt x="9386" y="4384"/>
                    <a:pt x="9640" y="4404"/>
                  </a:cubicBezTo>
                  <a:lnTo>
                    <a:pt x="9640" y="9608"/>
                  </a:lnTo>
                  <a:lnTo>
                    <a:pt x="5804" y="9608"/>
                  </a:lnTo>
                  <a:lnTo>
                    <a:pt x="5804" y="9441"/>
                  </a:lnTo>
                  <a:cubicBezTo>
                    <a:pt x="5904" y="7506"/>
                    <a:pt x="6471" y="5838"/>
                    <a:pt x="7172" y="4471"/>
                  </a:cubicBezTo>
                  <a:cubicBezTo>
                    <a:pt x="7714" y="4423"/>
                    <a:pt x="8290" y="4376"/>
                    <a:pt x="8888" y="4376"/>
                  </a:cubicBezTo>
                  <a:close/>
                  <a:moveTo>
                    <a:pt x="10241" y="4404"/>
                  </a:moveTo>
                  <a:cubicBezTo>
                    <a:pt x="11075" y="4437"/>
                    <a:pt x="11975" y="4504"/>
                    <a:pt x="12943" y="4637"/>
                  </a:cubicBezTo>
                  <a:cubicBezTo>
                    <a:pt x="13610" y="5972"/>
                    <a:pt x="14144" y="7606"/>
                    <a:pt x="14244" y="9441"/>
                  </a:cubicBezTo>
                  <a:lnTo>
                    <a:pt x="14244" y="9608"/>
                  </a:lnTo>
                  <a:lnTo>
                    <a:pt x="10241" y="9608"/>
                  </a:lnTo>
                  <a:lnTo>
                    <a:pt x="10241" y="4404"/>
                  </a:lnTo>
                  <a:close/>
                  <a:moveTo>
                    <a:pt x="13643" y="4737"/>
                  </a:moveTo>
                  <a:cubicBezTo>
                    <a:pt x="14611" y="4871"/>
                    <a:pt x="15611" y="5104"/>
                    <a:pt x="16679" y="5338"/>
                  </a:cubicBezTo>
                  <a:cubicBezTo>
                    <a:pt x="17313" y="6605"/>
                    <a:pt x="17746" y="8073"/>
                    <a:pt x="17813" y="9608"/>
                  </a:cubicBezTo>
                  <a:lnTo>
                    <a:pt x="14811" y="9608"/>
                  </a:lnTo>
                  <a:lnTo>
                    <a:pt x="14811" y="9407"/>
                  </a:lnTo>
                  <a:cubicBezTo>
                    <a:pt x="14744" y="7640"/>
                    <a:pt x="14277" y="6072"/>
                    <a:pt x="13643" y="4737"/>
                  </a:cubicBezTo>
                  <a:close/>
                  <a:moveTo>
                    <a:pt x="17346" y="5571"/>
                  </a:moveTo>
                  <a:lnTo>
                    <a:pt x="17346" y="5571"/>
                  </a:lnTo>
                  <a:cubicBezTo>
                    <a:pt x="17679" y="5638"/>
                    <a:pt x="18013" y="5772"/>
                    <a:pt x="18347" y="5838"/>
                  </a:cubicBezTo>
                  <a:cubicBezTo>
                    <a:pt x="18914" y="6972"/>
                    <a:pt x="19247" y="8273"/>
                    <a:pt x="19314" y="9608"/>
                  </a:cubicBezTo>
                  <a:lnTo>
                    <a:pt x="18347" y="9608"/>
                  </a:lnTo>
                  <a:cubicBezTo>
                    <a:pt x="18313" y="8140"/>
                    <a:pt x="17946" y="6806"/>
                    <a:pt x="17346" y="5571"/>
                  </a:cubicBezTo>
                  <a:close/>
                  <a:moveTo>
                    <a:pt x="1668" y="10108"/>
                  </a:moveTo>
                  <a:lnTo>
                    <a:pt x="1668" y="10141"/>
                  </a:lnTo>
                  <a:cubicBezTo>
                    <a:pt x="1735" y="11843"/>
                    <a:pt x="2168" y="13477"/>
                    <a:pt x="2969" y="14911"/>
                  </a:cubicBezTo>
                  <a:cubicBezTo>
                    <a:pt x="2602" y="14811"/>
                    <a:pt x="2235" y="14678"/>
                    <a:pt x="1801" y="14578"/>
                  </a:cubicBezTo>
                  <a:cubicBezTo>
                    <a:pt x="1068" y="13210"/>
                    <a:pt x="601" y="11742"/>
                    <a:pt x="567" y="10108"/>
                  </a:cubicBezTo>
                  <a:close/>
                  <a:moveTo>
                    <a:pt x="19314" y="10141"/>
                  </a:moveTo>
                  <a:cubicBezTo>
                    <a:pt x="19281" y="11843"/>
                    <a:pt x="18780" y="13444"/>
                    <a:pt x="17946" y="14811"/>
                  </a:cubicBezTo>
                  <a:cubicBezTo>
                    <a:pt x="17646" y="14911"/>
                    <a:pt x="17313" y="15012"/>
                    <a:pt x="16946" y="15112"/>
                  </a:cubicBezTo>
                  <a:cubicBezTo>
                    <a:pt x="17813" y="13677"/>
                    <a:pt x="18313" y="11976"/>
                    <a:pt x="18347" y="10141"/>
                  </a:cubicBezTo>
                  <a:close/>
                  <a:moveTo>
                    <a:pt x="5237" y="10141"/>
                  </a:moveTo>
                  <a:cubicBezTo>
                    <a:pt x="5271" y="12009"/>
                    <a:pt x="5771" y="13844"/>
                    <a:pt x="6738" y="15679"/>
                  </a:cubicBezTo>
                  <a:cubicBezTo>
                    <a:pt x="5771" y="15579"/>
                    <a:pt x="4770" y="15345"/>
                    <a:pt x="3736" y="15112"/>
                  </a:cubicBezTo>
                  <a:cubicBezTo>
                    <a:pt x="2802" y="13677"/>
                    <a:pt x="2268" y="11976"/>
                    <a:pt x="2235" y="10141"/>
                  </a:cubicBezTo>
                  <a:close/>
                  <a:moveTo>
                    <a:pt x="17813" y="10141"/>
                  </a:moveTo>
                  <a:cubicBezTo>
                    <a:pt x="17780" y="12076"/>
                    <a:pt x="17179" y="13844"/>
                    <a:pt x="16145" y="15345"/>
                  </a:cubicBezTo>
                  <a:cubicBezTo>
                    <a:pt x="15645" y="15479"/>
                    <a:pt x="15111" y="15612"/>
                    <a:pt x="14511" y="15679"/>
                  </a:cubicBezTo>
                  <a:cubicBezTo>
                    <a:pt x="14110" y="15779"/>
                    <a:pt x="13677" y="15812"/>
                    <a:pt x="13243" y="15845"/>
                  </a:cubicBezTo>
                  <a:cubicBezTo>
                    <a:pt x="14244" y="13977"/>
                    <a:pt x="14777" y="12109"/>
                    <a:pt x="14811" y="10141"/>
                  </a:cubicBezTo>
                  <a:close/>
                  <a:moveTo>
                    <a:pt x="9640" y="10141"/>
                  </a:moveTo>
                  <a:lnTo>
                    <a:pt x="9640" y="15946"/>
                  </a:lnTo>
                  <a:cubicBezTo>
                    <a:pt x="8940" y="15912"/>
                    <a:pt x="8173" y="15845"/>
                    <a:pt x="7439" y="15779"/>
                  </a:cubicBezTo>
                  <a:cubicBezTo>
                    <a:pt x="6405" y="13944"/>
                    <a:pt x="5838" y="12076"/>
                    <a:pt x="5804" y="10141"/>
                  </a:cubicBezTo>
                  <a:close/>
                  <a:moveTo>
                    <a:pt x="14244" y="10141"/>
                  </a:moveTo>
                  <a:cubicBezTo>
                    <a:pt x="14177" y="12109"/>
                    <a:pt x="13610" y="14011"/>
                    <a:pt x="12509" y="15912"/>
                  </a:cubicBezTo>
                  <a:cubicBezTo>
                    <a:pt x="11809" y="15979"/>
                    <a:pt x="11075" y="15979"/>
                    <a:pt x="10241" y="15979"/>
                  </a:cubicBezTo>
                  <a:lnTo>
                    <a:pt x="10241" y="10141"/>
                  </a:lnTo>
                  <a:close/>
                  <a:moveTo>
                    <a:pt x="17446" y="15612"/>
                  </a:moveTo>
                  <a:cubicBezTo>
                    <a:pt x="16445" y="16913"/>
                    <a:pt x="15111" y="17947"/>
                    <a:pt x="13577" y="18614"/>
                  </a:cubicBezTo>
                  <a:cubicBezTo>
                    <a:pt x="14744" y="17914"/>
                    <a:pt x="15745" y="16946"/>
                    <a:pt x="16512" y="15845"/>
                  </a:cubicBezTo>
                  <a:cubicBezTo>
                    <a:pt x="16846" y="15779"/>
                    <a:pt x="17146" y="15679"/>
                    <a:pt x="17446" y="15612"/>
                  </a:cubicBezTo>
                  <a:close/>
                  <a:moveTo>
                    <a:pt x="2268" y="15312"/>
                  </a:moveTo>
                  <a:lnTo>
                    <a:pt x="2268" y="15312"/>
                  </a:lnTo>
                  <a:cubicBezTo>
                    <a:pt x="2635" y="15445"/>
                    <a:pt x="3002" y="15512"/>
                    <a:pt x="3403" y="15612"/>
                  </a:cubicBezTo>
                  <a:cubicBezTo>
                    <a:pt x="4270" y="16913"/>
                    <a:pt x="5437" y="18014"/>
                    <a:pt x="6805" y="18781"/>
                  </a:cubicBezTo>
                  <a:cubicBezTo>
                    <a:pt x="4970" y="18147"/>
                    <a:pt x="3336" y="16913"/>
                    <a:pt x="2268" y="15312"/>
                  </a:cubicBezTo>
                  <a:close/>
                  <a:moveTo>
                    <a:pt x="7772" y="16413"/>
                  </a:moveTo>
                  <a:lnTo>
                    <a:pt x="7772" y="16413"/>
                  </a:lnTo>
                  <a:cubicBezTo>
                    <a:pt x="8440" y="16446"/>
                    <a:pt x="9073" y="16479"/>
                    <a:pt x="9640" y="16513"/>
                  </a:cubicBezTo>
                  <a:lnTo>
                    <a:pt x="9640" y="18914"/>
                  </a:lnTo>
                  <a:cubicBezTo>
                    <a:pt x="8940" y="18080"/>
                    <a:pt x="8306" y="17246"/>
                    <a:pt x="7772" y="16413"/>
                  </a:cubicBezTo>
                  <a:close/>
                  <a:moveTo>
                    <a:pt x="12176" y="16479"/>
                  </a:moveTo>
                  <a:lnTo>
                    <a:pt x="12176" y="16479"/>
                  </a:lnTo>
                  <a:cubicBezTo>
                    <a:pt x="11642" y="17347"/>
                    <a:pt x="10975" y="18247"/>
                    <a:pt x="10241" y="19081"/>
                  </a:cubicBezTo>
                  <a:lnTo>
                    <a:pt x="10241" y="16513"/>
                  </a:lnTo>
                  <a:lnTo>
                    <a:pt x="10608" y="16513"/>
                  </a:lnTo>
                  <a:cubicBezTo>
                    <a:pt x="11141" y="16513"/>
                    <a:pt x="11675" y="16513"/>
                    <a:pt x="12176" y="16479"/>
                  </a:cubicBezTo>
                  <a:close/>
                  <a:moveTo>
                    <a:pt x="4237" y="15812"/>
                  </a:moveTo>
                  <a:cubicBezTo>
                    <a:pt x="5237" y="16012"/>
                    <a:pt x="6171" y="16179"/>
                    <a:pt x="7105" y="16312"/>
                  </a:cubicBezTo>
                  <a:cubicBezTo>
                    <a:pt x="7639" y="17280"/>
                    <a:pt x="8339" y="18247"/>
                    <a:pt x="9140" y="19148"/>
                  </a:cubicBezTo>
                  <a:cubicBezTo>
                    <a:pt x="7139" y="18614"/>
                    <a:pt x="5437" y="17413"/>
                    <a:pt x="4237" y="15812"/>
                  </a:cubicBezTo>
                  <a:close/>
                  <a:moveTo>
                    <a:pt x="15645" y="16012"/>
                  </a:moveTo>
                  <a:lnTo>
                    <a:pt x="15645" y="16012"/>
                  </a:lnTo>
                  <a:cubicBezTo>
                    <a:pt x="14444" y="17480"/>
                    <a:pt x="12809" y="18614"/>
                    <a:pt x="10908" y="19148"/>
                  </a:cubicBezTo>
                  <a:cubicBezTo>
                    <a:pt x="11675" y="18247"/>
                    <a:pt x="12342" y="17347"/>
                    <a:pt x="12909" y="16446"/>
                  </a:cubicBezTo>
                  <a:cubicBezTo>
                    <a:pt x="13943" y="16346"/>
                    <a:pt x="14844" y="16179"/>
                    <a:pt x="15645" y="16012"/>
                  </a:cubicBezTo>
                  <a:close/>
                  <a:moveTo>
                    <a:pt x="9941" y="1"/>
                  </a:moveTo>
                  <a:cubicBezTo>
                    <a:pt x="4470" y="1"/>
                    <a:pt x="0" y="4471"/>
                    <a:pt x="0" y="9941"/>
                  </a:cubicBezTo>
                  <a:cubicBezTo>
                    <a:pt x="0" y="15412"/>
                    <a:pt x="4470" y="19848"/>
                    <a:pt x="9941" y="19848"/>
                  </a:cubicBezTo>
                  <a:lnTo>
                    <a:pt x="10174" y="19848"/>
                  </a:lnTo>
                  <a:cubicBezTo>
                    <a:pt x="15511" y="19782"/>
                    <a:pt x="19848" y="15345"/>
                    <a:pt x="19848" y="9941"/>
                  </a:cubicBezTo>
                  <a:cubicBezTo>
                    <a:pt x="19848" y="4504"/>
                    <a:pt x="15511" y="134"/>
                    <a:pt x="101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2"/>
            <p:cNvSpPr/>
            <p:nvPr/>
          </p:nvSpPr>
          <p:spPr>
            <a:xfrm>
              <a:off x="6626245" y="1986551"/>
              <a:ext cx="84809" cy="85720"/>
            </a:xfrm>
            <a:custGeom>
              <a:avLst/>
              <a:gdLst/>
              <a:ahLst/>
              <a:cxnLst/>
              <a:rect l="l" t="t" r="r" b="b"/>
              <a:pathLst>
                <a:path w="3070" h="3103" extrusionOk="0">
                  <a:moveTo>
                    <a:pt x="1535" y="601"/>
                  </a:moveTo>
                  <a:cubicBezTo>
                    <a:pt x="2068" y="601"/>
                    <a:pt x="2502" y="1034"/>
                    <a:pt x="2502" y="1568"/>
                  </a:cubicBezTo>
                  <a:cubicBezTo>
                    <a:pt x="2502" y="2102"/>
                    <a:pt x="2068" y="2535"/>
                    <a:pt x="1535" y="2535"/>
                  </a:cubicBezTo>
                  <a:cubicBezTo>
                    <a:pt x="1001" y="2535"/>
                    <a:pt x="567" y="2102"/>
                    <a:pt x="567" y="1568"/>
                  </a:cubicBezTo>
                  <a:cubicBezTo>
                    <a:pt x="567" y="1034"/>
                    <a:pt x="1001" y="601"/>
                    <a:pt x="1535" y="601"/>
                  </a:cubicBezTo>
                  <a:close/>
                  <a:moveTo>
                    <a:pt x="1535" y="0"/>
                  </a:moveTo>
                  <a:cubicBezTo>
                    <a:pt x="701" y="0"/>
                    <a:pt x="0" y="734"/>
                    <a:pt x="0" y="1568"/>
                  </a:cubicBezTo>
                  <a:cubicBezTo>
                    <a:pt x="0" y="2402"/>
                    <a:pt x="701" y="3102"/>
                    <a:pt x="1535" y="3102"/>
                  </a:cubicBezTo>
                  <a:cubicBezTo>
                    <a:pt x="2369" y="3102"/>
                    <a:pt x="3069" y="2402"/>
                    <a:pt x="3069" y="1568"/>
                  </a:cubicBezTo>
                  <a:cubicBezTo>
                    <a:pt x="3069" y="734"/>
                    <a:pt x="2369" y="0"/>
                    <a:pt x="1535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5" name="Google Shape;205;p32"/>
            <p:cNvGrpSpPr/>
            <p:nvPr/>
          </p:nvGrpSpPr>
          <p:grpSpPr>
            <a:xfrm>
              <a:off x="5705149" y="939549"/>
              <a:ext cx="1524702" cy="2219324"/>
              <a:chOff x="5705149" y="939549"/>
              <a:chExt cx="1524702" cy="2219324"/>
            </a:xfrm>
          </p:grpSpPr>
          <p:sp>
            <p:nvSpPr>
              <p:cNvPr id="206" name="Google Shape;206;p32"/>
              <p:cNvSpPr/>
              <p:nvPr/>
            </p:nvSpPr>
            <p:spPr>
              <a:xfrm>
                <a:off x="6974568" y="939549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2"/>
              <p:cNvSpPr/>
              <p:nvPr/>
            </p:nvSpPr>
            <p:spPr>
              <a:xfrm>
                <a:off x="6875033" y="1037232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2"/>
              <p:cNvSpPr/>
              <p:nvPr/>
            </p:nvSpPr>
            <p:spPr>
              <a:xfrm>
                <a:off x="7074406" y="1181381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32"/>
              <p:cNvSpPr/>
              <p:nvPr/>
            </p:nvSpPr>
            <p:spPr>
              <a:xfrm>
                <a:off x="6875951" y="2063018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369" y="3103"/>
                      <a:pt x="3070" y="2369"/>
                      <a:pt x="3070" y="1535"/>
                    </a:cubicBezTo>
                    <a:cubicBezTo>
                      <a:pt x="3070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2"/>
              <p:cNvSpPr/>
              <p:nvPr/>
            </p:nvSpPr>
            <p:spPr>
              <a:xfrm>
                <a:off x="6752493" y="1717260"/>
                <a:ext cx="175087" cy="19130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6925" extrusionOk="0">
                    <a:moveTo>
                      <a:pt x="749" y="0"/>
                    </a:moveTo>
                    <a:cubicBezTo>
                      <a:pt x="358" y="0"/>
                      <a:pt x="0" y="307"/>
                      <a:pt x="0" y="708"/>
                    </a:cubicBezTo>
                    <a:lnTo>
                      <a:pt x="0" y="6179"/>
                    </a:lnTo>
                    <a:cubicBezTo>
                      <a:pt x="0" y="6626"/>
                      <a:pt x="351" y="6925"/>
                      <a:pt x="737" y="6925"/>
                    </a:cubicBezTo>
                    <a:cubicBezTo>
                      <a:pt x="870" y="6925"/>
                      <a:pt x="1006" y="6890"/>
                      <a:pt x="1134" y="6813"/>
                    </a:cubicBezTo>
                    <a:lnTo>
                      <a:pt x="5838" y="4111"/>
                    </a:lnTo>
                    <a:cubicBezTo>
                      <a:pt x="6338" y="3811"/>
                      <a:pt x="6338" y="3077"/>
                      <a:pt x="5838" y="2810"/>
                    </a:cubicBezTo>
                    <a:lnTo>
                      <a:pt x="1134" y="108"/>
                    </a:lnTo>
                    <a:cubicBezTo>
                      <a:pt x="1010" y="34"/>
                      <a:pt x="878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2"/>
              <p:cNvSpPr/>
              <p:nvPr/>
            </p:nvSpPr>
            <p:spPr>
              <a:xfrm>
                <a:off x="5705149" y="2938618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2"/>
              <p:cNvSpPr/>
              <p:nvPr/>
            </p:nvSpPr>
            <p:spPr>
              <a:xfrm>
                <a:off x="5848912" y="3073153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2"/>
              <p:cNvSpPr/>
              <p:nvPr/>
            </p:nvSpPr>
            <p:spPr>
              <a:xfrm>
                <a:off x="5823110" y="2758916"/>
                <a:ext cx="200917" cy="171662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214" extrusionOk="0">
                    <a:moveTo>
                      <a:pt x="934" y="0"/>
                    </a:moveTo>
                    <a:cubicBezTo>
                      <a:pt x="367" y="0"/>
                      <a:pt x="0" y="634"/>
                      <a:pt x="267" y="1135"/>
                    </a:cubicBezTo>
                    <a:lnTo>
                      <a:pt x="3002" y="5838"/>
                    </a:lnTo>
                    <a:cubicBezTo>
                      <a:pt x="3136" y="6088"/>
                      <a:pt x="3386" y="6213"/>
                      <a:pt x="3636" y="6213"/>
                    </a:cubicBezTo>
                    <a:cubicBezTo>
                      <a:pt x="3886" y="6213"/>
                      <a:pt x="4137" y="6088"/>
                      <a:pt x="4270" y="5838"/>
                    </a:cubicBezTo>
                    <a:lnTo>
                      <a:pt x="7005" y="1135"/>
                    </a:lnTo>
                    <a:cubicBezTo>
                      <a:pt x="7272" y="601"/>
                      <a:pt x="6905" y="0"/>
                      <a:pt x="6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4" name="Google Shape;214;p32"/>
            <p:cNvSpPr/>
            <p:nvPr/>
          </p:nvSpPr>
          <p:spPr>
            <a:xfrm>
              <a:off x="5553256" y="291837"/>
              <a:ext cx="448796" cy="449735"/>
            </a:xfrm>
            <a:custGeom>
              <a:avLst/>
              <a:gdLst/>
              <a:ahLst/>
              <a:cxnLst/>
              <a:rect l="l" t="t" r="r" b="b"/>
              <a:pathLst>
                <a:path w="16246" h="16280" extrusionOk="0">
                  <a:moveTo>
                    <a:pt x="8106" y="1"/>
                  </a:moveTo>
                  <a:cubicBezTo>
                    <a:pt x="3636" y="1"/>
                    <a:pt x="0" y="3637"/>
                    <a:pt x="0" y="8140"/>
                  </a:cubicBezTo>
                  <a:cubicBezTo>
                    <a:pt x="0" y="12643"/>
                    <a:pt x="3636" y="16279"/>
                    <a:pt x="8106" y="16279"/>
                  </a:cubicBezTo>
                  <a:cubicBezTo>
                    <a:pt x="12609" y="16279"/>
                    <a:pt x="16245" y="12643"/>
                    <a:pt x="16245" y="8140"/>
                  </a:cubicBezTo>
                  <a:cubicBezTo>
                    <a:pt x="16245" y="3637"/>
                    <a:pt x="12609" y="1"/>
                    <a:pt x="8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2"/>
            <p:cNvSpPr/>
            <p:nvPr/>
          </p:nvSpPr>
          <p:spPr>
            <a:xfrm>
              <a:off x="5595633" y="334242"/>
              <a:ext cx="364015" cy="364926"/>
            </a:xfrm>
            <a:custGeom>
              <a:avLst/>
              <a:gdLst/>
              <a:ahLst/>
              <a:cxnLst/>
              <a:rect l="l" t="t" r="r" b="b"/>
              <a:pathLst>
                <a:path w="13177" h="13210" extrusionOk="0">
                  <a:moveTo>
                    <a:pt x="6572" y="0"/>
                  </a:moveTo>
                  <a:cubicBezTo>
                    <a:pt x="2936" y="0"/>
                    <a:pt x="1" y="2969"/>
                    <a:pt x="1" y="6605"/>
                  </a:cubicBezTo>
                  <a:cubicBezTo>
                    <a:pt x="1" y="10241"/>
                    <a:pt x="2936" y="13210"/>
                    <a:pt x="6572" y="13210"/>
                  </a:cubicBezTo>
                  <a:cubicBezTo>
                    <a:pt x="10241" y="13210"/>
                    <a:pt x="13177" y="10241"/>
                    <a:pt x="13177" y="6605"/>
                  </a:cubicBezTo>
                  <a:cubicBezTo>
                    <a:pt x="13177" y="2969"/>
                    <a:pt x="10241" y="0"/>
                    <a:pt x="65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2"/>
            <p:cNvSpPr/>
            <p:nvPr/>
          </p:nvSpPr>
          <p:spPr>
            <a:xfrm>
              <a:off x="5668454" y="364657"/>
              <a:ext cx="220254" cy="304096"/>
            </a:xfrm>
            <a:custGeom>
              <a:avLst/>
              <a:gdLst/>
              <a:ahLst/>
              <a:cxnLst/>
              <a:rect l="l" t="t" r="r" b="b"/>
              <a:pathLst>
                <a:path w="7973" h="11008" extrusionOk="0">
                  <a:moveTo>
                    <a:pt x="3069" y="2802"/>
                  </a:moveTo>
                  <a:cubicBezTo>
                    <a:pt x="3536" y="2835"/>
                    <a:pt x="4003" y="2835"/>
                    <a:pt x="4403" y="2835"/>
                  </a:cubicBezTo>
                  <a:cubicBezTo>
                    <a:pt x="4570" y="2869"/>
                    <a:pt x="4737" y="2902"/>
                    <a:pt x="4904" y="3002"/>
                  </a:cubicBezTo>
                  <a:cubicBezTo>
                    <a:pt x="5304" y="3169"/>
                    <a:pt x="5471" y="3469"/>
                    <a:pt x="5471" y="3836"/>
                  </a:cubicBezTo>
                  <a:cubicBezTo>
                    <a:pt x="5404" y="4270"/>
                    <a:pt x="5204" y="4470"/>
                    <a:pt x="4870" y="4637"/>
                  </a:cubicBezTo>
                  <a:cubicBezTo>
                    <a:pt x="4470" y="4837"/>
                    <a:pt x="4003" y="4837"/>
                    <a:pt x="3536" y="4837"/>
                  </a:cubicBezTo>
                  <a:lnTo>
                    <a:pt x="3069" y="4837"/>
                  </a:lnTo>
                  <a:lnTo>
                    <a:pt x="3069" y="2802"/>
                  </a:lnTo>
                  <a:close/>
                  <a:moveTo>
                    <a:pt x="3659" y="5834"/>
                  </a:moveTo>
                  <a:cubicBezTo>
                    <a:pt x="4047" y="5834"/>
                    <a:pt x="4425" y="5849"/>
                    <a:pt x="4803" y="5938"/>
                  </a:cubicBezTo>
                  <a:cubicBezTo>
                    <a:pt x="5004" y="5971"/>
                    <a:pt x="5204" y="6038"/>
                    <a:pt x="5404" y="6138"/>
                  </a:cubicBezTo>
                  <a:cubicBezTo>
                    <a:pt x="5737" y="6305"/>
                    <a:pt x="5904" y="6605"/>
                    <a:pt x="5904" y="7005"/>
                  </a:cubicBezTo>
                  <a:cubicBezTo>
                    <a:pt x="5871" y="7372"/>
                    <a:pt x="5671" y="7639"/>
                    <a:pt x="5337" y="7806"/>
                  </a:cubicBezTo>
                  <a:cubicBezTo>
                    <a:pt x="4870" y="8039"/>
                    <a:pt x="4370" y="8106"/>
                    <a:pt x="3869" y="8106"/>
                  </a:cubicBezTo>
                  <a:lnTo>
                    <a:pt x="3069" y="8106"/>
                  </a:lnTo>
                  <a:lnTo>
                    <a:pt x="3069" y="5838"/>
                  </a:lnTo>
                  <a:cubicBezTo>
                    <a:pt x="3269" y="5838"/>
                    <a:pt x="3465" y="5834"/>
                    <a:pt x="3659" y="5834"/>
                  </a:cubicBezTo>
                  <a:close/>
                  <a:moveTo>
                    <a:pt x="3869" y="0"/>
                  </a:moveTo>
                  <a:lnTo>
                    <a:pt x="3869" y="1635"/>
                  </a:lnTo>
                  <a:cubicBezTo>
                    <a:pt x="3569" y="1635"/>
                    <a:pt x="3336" y="1635"/>
                    <a:pt x="3036" y="1668"/>
                  </a:cubicBezTo>
                  <a:lnTo>
                    <a:pt x="3036" y="33"/>
                  </a:lnTo>
                  <a:lnTo>
                    <a:pt x="2035" y="33"/>
                  </a:lnTo>
                  <a:lnTo>
                    <a:pt x="2035" y="1701"/>
                  </a:lnTo>
                  <a:lnTo>
                    <a:pt x="0" y="1701"/>
                  </a:lnTo>
                  <a:lnTo>
                    <a:pt x="0" y="2802"/>
                  </a:lnTo>
                  <a:lnTo>
                    <a:pt x="834" y="2802"/>
                  </a:lnTo>
                  <a:cubicBezTo>
                    <a:pt x="1168" y="2802"/>
                    <a:pt x="1334" y="3002"/>
                    <a:pt x="1334" y="3336"/>
                  </a:cubicBezTo>
                  <a:lnTo>
                    <a:pt x="1334" y="5371"/>
                  </a:lnTo>
                  <a:lnTo>
                    <a:pt x="1334" y="7706"/>
                  </a:lnTo>
                  <a:cubicBezTo>
                    <a:pt x="1334" y="8006"/>
                    <a:pt x="1201" y="8139"/>
                    <a:pt x="901" y="8139"/>
                  </a:cubicBezTo>
                  <a:lnTo>
                    <a:pt x="200" y="8139"/>
                  </a:lnTo>
                  <a:cubicBezTo>
                    <a:pt x="100" y="8540"/>
                    <a:pt x="67" y="8940"/>
                    <a:pt x="0" y="9340"/>
                  </a:cubicBezTo>
                  <a:lnTo>
                    <a:pt x="2035" y="9340"/>
                  </a:lnTo>
                  <a:lnTo>
                    <a:pt x="2035" y="11008"/>
                  </a:lnTo>
                  <a:lnTo>
                    <a:pt x="3036" y="11008"/>
                  </a:lnTo>
                  <a:lnTo>
                    <a:pt x="3036" y="9340"/>
                  </a:lnTo>
                  <a:lnTo>
                    <a:pt x="3836" y="9340"/>
                  </a:lnTo>
                  <a:lnTo>
                    <a:pt x="3836" y="11008"/>
                  </a:lnTo>
                  <a:lnTo>
                    <a:pt x="4837" y="11008"/>
                  </a:lnTo>
                  <a:lnTo>
                    <a:pt x="4837" y="9373"/>
                  </a:lnTo>
                  <a:cubicBezTo>
                    <a:pt x="5371" y="9307"/>
                    <a:pt x="5871" y="9207"/>
                    <a:pt x="6371" y="9107"/>
                  </a:cubicBezTo>
                  <a:cubicBezTo>
                    <a:pt x="7239" y="8840"/>
                    <a:pt x="7739" y="8306"/>
                    <a:pt x="7872" y="7372"/>
                  </a:cubicBezTo>
                  <a:cubicBezTo>
                    <a:pt x="7906" y="7272"/>
                    <a:pt x="7906" y="7139"/>
                    <a:pt x="7906" y="7005"/>
                  </a:cubicBezTo>
                  <a:cubicBezTo>
                    <a:pt x="7972" y="6038"/>
                    <a:pt x="7539" y="5437"/>
                    <a:pt x="6571" y="5170"/>
                  </a:cubicBezTo>
                  <a:cubicBezTo>
                    <a:pt x="6538" y="5137"/>
                    <a:pt x="6538" y="5137"/>
                    <a:pt x="6505" y="5137"/>
                  </a:cubicBezTo>
                  <a:lnTo>
                    <a:pt x="6538" y="5104"/>
                  </a:lnTo>
                  <a:cubicBezTo>
                    <a:pt x="7339" y="4603"/>
                    <a:pt x="7572" y="3669"/>
                    <a:pt x="7205" y="2835"/>
                  </a:cubicBezTo>
                  <a:cubicBezTo>
                    <a:pt x="7005" y="2335"/>
                    <a:pt x="6605" y="2035"/>
                    <a:pt x="6138" y="1935"/>
                  </a:cubicBezTo>
                  <a:cubicBezTo>
                    <a:pt x="5737" y="1801"/>
                    <a:pt x="5371" y="1768"/>
                    <a:pt x="5004" y="1668"/>
                  </a:cubicBezTo>
                  <a:cubicBezTo>
                    <a:pt x="4904" y="1668"/>
                    <a:pt x="4870" y="1635"/>
                    <a:pt x="4870" y="1535"/>
                  </a:cubicBezTo>
                  <a:lnTo>
                    <a:pt x="4870" y="834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2"/>
            <p:cNvSpPr/>
            <p:nvPr/>
          </p:nvSpPr>
          <p:spPr>
            <a:xfrm>
              <a:off x="8084064" y="4689299"/>
              <a:ext cx="380590" cy="108787"/>
            </a:xfrm>
            <a:custGeom>
              <a:avLst/>
              <a:gdLst/>
              <a:ahLst/>
              <a:cxnLst/>
              <a:rect l="l" t="t" r="r" b="b"/>
              <a:pathLst>
                <a:path w="13777" h="3938" extrusionOk="0">
                  <a:moveTo>
                    <a:pt x="6872" y="1"/>
                  </a:moveTo>
                  <a:cubicBezTo>
                    <a:pt x="3069" y="1"/>
                    <a:pt x="0" y="868"/>
                    <a:pt x="0" y="1969"/>
                  </a:cubicBezTo>
                  <a:cubicBezTo>
                    <a:pt x="0" y="3036"/>
                    <a:pt x="3069" y="3937"/>
                    <a:pt x="6872" y="3937"/>
                  </a:cubicBezTo>
                  <a:cubicBezTo>
                    <a:pt x="10674" y="3937"/>
                    <a:pt x="13777" y="3036"/>
                    <a:pt x="13777" y="1969"/>
                  </a:cubicBezTo>
                  <a:cubicBezTo>
                    <a:pt x="13777" y="868"/>
                    <a:pt x="10674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8098789" y="4413792"/>
              <a:ext cx="350202" cy="122572"/>
            </a:xfrm>
            <a:custGeom>
              <a:avLst/>
              <a:gdLst/>
              <a:ahLst/>
              <a:cxnLst/>
              <a:rect l="l" t="t" r="r" b="b"/>
              <a:pathLst>
                <a:path w="12677" h="4437" extrusionOk="0">
                  <a:moveTo>
                    <a:pt x="6339" y="0"/>
                  </a:moveTo>
                  <a:cubicBezTo>
                    <a:pt x="2836" y="0"/>
                    <a:pt x="1" y="1001"/>
                    <a:pt x="1" y="2202"/>
                  </a:cubicBezTo>
                  <a:cubicBezTo>
                    <a:pt x="1" y="3436"/>
                    <a:pt x="2836" y="4437"/>
                    <a:pt x="6339" y="4437"/>
                  </a:cubicBezTo>
                  <a:cubicBezTo>
                    <a:pt x="9841" y="4437"/>
                    <a:pt x="12677" y="3436"/>
                    <a:pt x="12677" y="2202"/>
                  </a:cubicBezTo>
                  <a:cubicBezTo>
                    <a:pt x="12677" y="1001"/>
                    <a:pt x="9841" y="0"/>
                    <a:pt x="6339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2"/>
            <p:cNvSpPr/>
            <p:nvPr/>
          </p:nvSpPr>
          <p:spPr>
            <a:xfrm>
              <a:off x="8102490" y="4486585"/>
              <a:ext cx="340975" cy="262658"/>
            </a:xfrm>
            <a:custGeom>
              <a:avLst/>
              <a:gdLst/>
              <a:ahLst/>
              <a:cxnLst/>
              <a:rect l="l" t="t" r="r" b="b"/>
              <a:pathLst>
                <a:path w="12343" h="9508" extrusionOk="0">
                  <a:moveTo>
                    <a:pt x="0" y="0"/>
                  </a:moveTo>
                  <a:lnTo>
                    <a:pt x="1968" y="7205"/>
                  </a:lnTo>
                  <a:cubicBezTo>
                    <a:pt x="2335" y="8606"/>
                    <a:pt x="3603" y="9507"/>
                    <a:pt x="5004" y="9507"/>
                  </a:cubicBezTo>
                  <a:lnTo>
                    <a:pt x="7339" y="9507"/>
                  </a:lnTo>
                  <a:cubicBezTo>
                    <a:pt x="8773" y="9507"/>
                    <a:pt x="10007" y="8540"/>
                    <a:pt x="10374" y="7205"/>
                  </a:cubicBezTo>
                  <a:lnTo>
                    <a:pt x="12342" y="0"/>
                  </a:lnTo>
                  <a:lnTo>
                    <a:pt x="12342" y="0"/>
                  </a:lnTo>
                  <a:cubicBezTo>
                    <a:pt x="11842" y="1034"/>
                    <a:pt x="9307" y="1802"/>
                    <a:pt x="6205" y="1802"/>
                  </a:cubicBezTo>
                  <a:cubicBezTo>
                    <a:pt x="3136" y="1802"/>
                    <a:pt x="534" y="103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2"/>
            <p:cNvSpPr/>
            <p:nvPr/>
          </p:nvSpPr>
          <p:spPr>
            <a:xfrm>
              <a:off x="8140254" y="4444014"/>
              <a:ext cx="265421" cy="92350"/>
            </a:xfrm>
            <a:custGeom>
              <a:avLst/>
              <a:gdLst/>
              <a:ahLst/>
              <a:cxnLst/>
              <a:rect l="l" t="t" r="r" b="b"/>
              <a:pathLst>
                <a:path w="9608" h="3343" extrusionOk="0">
                  <a:moveTo>
                    <a:pt x="4881" y="1"/>
                  </a:moveTo>
                  <a:cubicBezTo>
                    <a:pt x="2965" y="1"/>
                    <a:pt x="989" y="747"/>
                    <a:pt x="1" y="2542"/>
                  </a:cubicBezTo>
                  <a:cubicBezTo>
                    <a:pt x="1168" y="3042"/>
                    <a:pt x="2903" y="3343"/>
                    <a:pt x="4838" y="3343"/>
                  </a:cubicBezTo>
                  <a:cubicBezTo>
                    <a:pt x="6772" y="3343"/>
                    <a:pt x="8440" y="3042"/>
                    <a:pt x="9608" y="2575"/>
                  </a:cubicBezTo>
                  <a:cubicBezTo>
                    <a:pt x="9474" y="1875"/>
                    <a:pt x="8907" y="1241"/>
                    <a:pt x="8274" y="874"/>
                  </a:cubicBezTo>
                  <a:cubicBezTo>
                    <a:pt x="7363" y="320"/>
                    <a:pt x="6135" y="1"/>
                    <a:pt x="4881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2"/>
            <p:cNvSpPr/>
            <p:nvPr/>
          </p:nvSpPr>
          <p:spPr>
            <a:xfrm>
              <a:off x="8082213" y="4208287"/>
              <a:ext cx="338213" cy="302273"/>
            </a:xfrm>
            <a:custGeom>
              <a:avLst/>
              <a:gdLst/>
              <a:ahLst/>
              <a:cxnLst/>
              <a:rect l="l" t="t" r="r" b="b"/>
              <a:pathLst>
                <a:path w="12243" h="10942" extrusionOk="0">
                  <a:moveTo>
                    <a:pt x="5905" y="0"/>
                  </a:moveTo>
                  <a:cubicBezTo>
                    <a:pt x="5171" y="0"/>
                    <a:pt x="4737" y="834"/>
                    <a:pt x="4570" y="1602"/>
                  </a:cubicBezTo>
                  <a:cubicBezTo>
                    <a:pt x="4103" y="4237"/>
                    <a:pt x="4937" y="6505"/>
                    <a:pt x="5905" y="8773"/>
                  </a:cubicBezTo>
                  <a:cubicBezTo>
                    <a:pt x="5771" y="8573"/>
                    <a:pt x="5671" y="8406"/>
                    <a:pt x="5538" y="8206"/>
                  </a:cubicBezTo>
                  <a:cubicBezTo>
                    <a:pt x="5071" y="7506"/>
                    <a:pt x="4570" y="6772"/>
                    <a:pt x="4103" y="5905"/>
                  </a:cubicBezTo>
                  <a:cubicBezTo>
                    <a:pt x="3837" y="5371"/>
                    <a:pt x="3536" y="4737"/>
                    <a:pt x="3036" y="4270"/>
                  </a:cubicBezTo>
                  <a:cubicBezTo>
                    <a:pt x="2640" y="3899"/>
                    <a:pt x="2116" y="3693"/>
                    <a:pt x="1640" y="3693"/>
                  </a:cubicBezTo>
                  <a:cubicBezTo>
                    <a:pt x="1474" y="3693"/>
                    <a:pt x="1314" y="3718"/>
                    <a:pt x="1168" y="3770"/>
                  </a:cubicBezTo>
                  <a:cubicBezTo>
                    <a:pt x="334" y="4070"/>
                    <a:pt x="0" y="5104"/>
                    <a:pt x="167" y="5905"/>
                  </a:cubicBezTo>
                  <a:cubicBezTo>
                    <a:pt x="334" y="6772"/>
                    <a:pt x="934" y="7439"/>
                    <a:pt x="1435" y="7939"/>
                  </a:cubicBezTo>
                  <a:cubicBezTo>
                    <a:pt x="2903" y="9374"/>
                    <a:pt x="4737" y="10408"/>
                    <a:pt x="6739" y="10908"/>
                  </a:cubicBezTo>
                  <a:cubicBezTo>
                    <a:pt x="6772" y="10908"/>
                    <a:pt x="6872" y="10942"/>
                    <a:pt x="6939" y="10942"/>
                  </a:cubicBezTo>
                  <a:cubicBezTo>
                    <a:pt x="8106" y="10942"/>
                    <a:pt x="10875" y="9107"/>
                    <a:pt x="11776" y="7506"/>
                  </a:cubicBezTo>
                  <a:cubicBezTo>
                    <a:pt x="12009" y="6939"/>
                    <a:pt x="12243" y="6105"/>
                    <a:pt x="12042" y="5438"/>
                  </a:cubicBezTo>
                  <a:cubicBezTo>
                    <a:pt x="11942" y="5104"/>
                    <a:pt x="11742" y="4871"/>
                    <a:pt x="11442" y="4704"/>
                  </a:cubicBezTo>
                  <a:cubicBezTo>
                    <a:pt x="11270" y="4607"/>
                    <a:pt x="11071" y="4559"/>
                    <a:pt x="10858" y="4559"/>
                  </a:cubicBezTo>
                  <a:cubicBezTo>
                    <a:pt x="10407" y="4559"/>
                    <a:pt x="9893" y="4774"/>
                    <a:pt x="9441" y="5204"/>
                  </a:cubicBezTo>
                  <a:cubicBezTo>
                    <a:pt x="8406" y="6105"/>
                    <a:pt x="7739" y="7372"/>
                    <a:pt x="7272" y="8607"/>
                  </a:cubicBezTo>
                  <a:cubicBezTo>
                    <a:pt x="7573" y="6372"/>
                    <a:pt x="7573" y="4070"/>
                    <a:pt x="7239" y="1768"/>
                  </a:cubicBezTo>
                  <a:cubicBezTo>
                    <a:pt x="7206" y="1368"/>
                    <a:pt x="6905" y="0"/>
                    <a:pt x="59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8101551" y="4486585"/>
              <a:ext cx="207381" cy="262658"/>
            </a:xfrm>
            <a:custGeom>
              <a:avLst/>
              <a:gdLst/>
              <a:ahLst/>
              <a:cxnLst/>
              <a:rect l="l" t="t" r="r" b="b"/>
              <a:pathLst>
                <a:path w="7507" h="9508" extrusionOk="0">
                  <a:moveTo>
                    <a:pt x="1" y="0"/>
                  </a:moveTo>
                  <a:lnTo>
                    <a:pt x="1969" y="7205"/>
                  </a:lnTo>
                  <a:cubicBezTo>
                    <a:pt x="2336" y="8606"/>
                    <a:pt x="3570" y="9507"/>
                    <a:pt x="5005" y="9507"/>
                  </a:cubicBezTo>
                  <a:lnTo>
                    <a:pt x="7506" y="9507"/>
                  </a:lnTo>
                  <a:cubicBezTo>
                    <a:pt x="4304" y="7539"/>
                    <a:pt x="3904" y="4037"/>
                    <a:pt x="4071" y="1668"/>
                  </a:cubicBezTo>
                  <a:cubicBezTo>
                    <a:pt x="2002" y="1435"/>
                    <a:pt x="468" y="801"/>
                    <a:pt x="1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8462781" y="4195386"/>
              <a:ext cx="511477" cy="176966"/>
            </a:xfrm>
            <a:custGeom>
              <a:avLst/>
              <a:gdLst/>
              <a:ahLst/>
              <a:cxnLst/>
              <a:rect l="l" t="t" r="r" b="b"/>
              <a:pathLst>
                <a:path w="18515" h="6406" extrusionOk="0">
                  <a:moveTo>
                    <a:pt x="9274" y="0"/>
                  </a:moveTo>
                  <a:cubicBezTo>
                    <a:pt x="4137" y="0"/>
                    <a:pt x="1" y="1401"/>
                    <a:pt x="1" y="3203"/>
                  </a:cubicBezTo>
                  <a:cubicBezTo>
                    <a:pt x="1" y="4971"/>
                    <a:pt x="4171" y="6405"/>
                    <a:pt x="9274" y="6405"/>
                  </a:cubicBezTo>
                  <a:cubicBezTo>
                    <a:pt x="14411" y="6405"/>
                    <a:pt x="18514" y="5004"/>
                    <a:pt x="18514" y="3203"/>
                  </a:cubicBezTo>
                  <a:cubicBezTo>
                    <a:pt x="18514" y="1401"/>
                    <a:pt x="14411" y="0"/>
                    <a:pt x="9274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8166996" y="3638019"/>
              <a:ext cx="600844" cy="686398"/>
            </a:xfrm>
            <a:custGeom>
              <a:avLst/>
              <a:gdLst/>
              <a:ahLst/>
              <a:cxnLst/>
              <a:rect l="l" t="t" r="r" b="b"/>
              <a:pathLst>
                <a:path w="21750" h="24847" extrusionOk="0">
                  <a:moveTo>
                    <a:pt x="2257" y="0"/>
                  </a:moveTo>
                  <a:cubicBezTo>
                    <a:pt x="1570" y="0"/>
                    <a:pt x="838" y="433"/>
                    <a:pt x="501" y="1063"/>
                  </a:cubicBezTo>
                  <a:cubicBezTo>
                    <a:pt x="0" y="2030"/>
                    <a:pt x="167" y="3164"/>
                    <a:pt x="467" y="4198"/>
                  </a:cubicBezTo>
                  <a:cubicBezTo>
                    <a:pt x="1168" y="6733"/>
                    <a:pt x="2636" y="9102"/>
                    <a:pt x="4604" y="10870"/>
                  </a:cubicBezTo>
                  <a:cubicBezTo>
                    <a:pt x="3036" y="11037"/>
                    <a:pt x="1935" y="12704"/>
                    <a:pt x="2169" y="14239"/>
                  </a:cubicBezTo>
                  <a:cubicBezTo>
                    <a:pt x="2369" y="15807"/>
                    <a:pt x="3703" y="17041"/>
                    <a:pt x="5171" y="17508"/>
                  </a:cubicBezTo>
                  <a:cubicBezTo>
                    <a:pt x="5716" y="17677"/>
                    <a:pt x="6278" y="17750"/>
                    <a:pt x="6843" y="17750"/>
                  </a:cubicBezTo>
                  <a:cubicBezTo>
                    <a:pt x="7832" y="17750"/>
                    <a:pt x="8827" y="17526"/>
                    <a:pt x="9741" y="17208"/>
                  </a:cubicBezTo>
                  <a:lnTo>
                    <a:pt x="9741" y="17208"/>
                  </a:lnTo>
                  <a:cubicBezTo>
                    <a:pt x="8473" y="18509"/>
                    <a:pt x="9340" y="20877"/>
                    <a:pt x="10875" y="21844"/>
                  </a:cubicBezTo>
                  <a:cubicBezTo>
                    <a:pt x="12476" y="22778"/>
                    <a:pt x="14377" y="22745"/>
                    <a:pt x="16212" y="22845"/>
                  </a:cubicBezTo>
                  <a:cubicBezTo>
                    <a:pt x="18047" y="22945"/>
                    <a:pt x="20048" y="23345"/>
                    <a:pt x="21149" y="24846"/>
                  </a:cubicBezTo>
                  <a:cubicBezTo>
                    <a:pt x="21682" y="21844"/>
                    <a:pt x="21749" y="18775"/>
                    <a:pt x="21382" y="15740"/>
                  </a:cubicBezTo>
                  <a:cubicBezTo>
                    <a:pt x="21282" y="14572"/>
                    <a:pt x="21015" y="13272"/>
                    <a:pt x="20148" y="12438"/>
                  </a:cubicBezTo>
                  <a:cubicBezTo>
                    <a:pt x="19735" y="12024"/>
                    <a:pt x="19117" y="11800"/>
                    <a:pt x="18526" y="11800"/>
                  </a:cubicBezTo>
                  <a:cubicBezTo>
                    <a:pt x="17923" y="11800"/>
                    <a:pt x="17349" y="12033"/>
                    <a:pt x="17046" y="12538"/>
                  </a:cubicBezTo>
                  <a:cubicBezTo>
                    <a:pt x="17113" y="10470"/>
                    <a:pt x="17113" y="8201"/>
                    <a:pt x="15878" y="6533"/>
                  </a:cubicBezTo>
                  <a:cubicBezTo>
                    <a:pt x="15192" y="5580"/>
                    <a:pt x="13949" y="4997"/>
                    <a:pt x="12798" y="4997"/>
                  </a:cubicBezTo>
                  <a:cubicBezTo>
                    <a:pt x="11937" y="4997"/>
                    <a:pt x="11127" y="5324"/>
                    <a:pt x="10641" y="6066"/>
                  </a:cubicBezTo>
                  <a:cubicBezTo>
                    <a:pt x="10075" y="2828"/>
                    <a:pt x="6842" y="300"/>
                    <a:pt x="3735" y="300"/>
                  </a:cubicBezTo>
                  <a:cubicBezTo>
                    <a:pt x="3546" y="300"/>
                    <a:pt x="3357" y="310"/>
                    <a:pt x="3169" y="329"/>
                  </a:cubicBezTo>
                  <a:cubicBezTo>
                    <a:pt x="2909" y="101"/>
                    <a:pt x="2588" y="0"/>
                    <a:pt x="22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2"/>
            <p:cNvSpPr/>
            <p:nvPr/>
          </p:nvSpPr>
          <p:spPr>
            <a:xfrm>
              <a:off x="8178958" y="3658157"/>
              <a:ext cx="576893" cy="662558"/>
            </a:xfrm>
            <a:custGeom>
              <a:avLst/>
              <a:gdLst/>
              <a:ahLst/>
              <a:cxnLst/>
              <a:rect l="l" t="t" r="r" b="b"/>
              <a:pathLst>
                <a:path w="20883" h="23984" extrusionOk="0">
                  <a:moveTo>
                    <a:pt x="268" y="0"/>
                  </a:moveTo>
                  <a:cubicBezTo>
                    <a:pt x="201" y="100"/>
                    <a:pt x="101" y="234"/>
                    <a:pt x="68" y="300"/>
                  </a:cubicBezTo>
                  <a:cubicBezTo>
                    <a:pt x="34" y="334"/>
                    <a:pt x="34" y="434"/>
                    <a:pt x="1" y="467"/>
                  </a:cubicBezTo>
                  <a:cubicBezTo>
                    <a:pt x="8774" y="6338"/>
                    <a:pt x="16012" y="14511"/>
                    <a:pt x="20716" y="23984"/>
                  </a:cubicBezTo>
                  <a:cubicBezTo>
                    <a:pt x="20782" y="23684"/>
                    <a:pt x="20849" y="23417"/>
                    <a:pt x="20883" y="23083"/>
                  </a:cubicBezTo>
                  <a:cubicBezTo>
                    <a:pt x="16112" y="13810"/>
                    <a:pt x="8941" y="5804"/>
                    <a:pt x="26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2"/>
            <p:cNvSpPr/>
            <p:nvPr/>
          </p:nvSpPr>
          <p:spPr>
            <a:xfrm>
              <a:off x="8207550" y="3688545"/>
              <a:ext cx="231304" cy="187850"/>
            </a:xfrm>
            <a:custGeom>
              <a:avLst/>
              <a:gdLst/>
              <a:ahLst/>
              <a:cxnLst/>
              <a:rect l="l" t="t" r="r" b="b"/>
              <a:pathLst>
                <a:path w="8373" h="6800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471" y="2002"/>
                    <a:pt x="6838" y="4004"/>
                    <a:pt x="7505" y="5872"/>
                  </a:cubicBezTo>
                  <a:cubicBezTo>
                    <a:pt x="5998" y="5096"/>
                    <a:pt x="4299" y="4703"/>
                    <a:pt x="2585" y="4703"/>
                  </a:cubicBezTo>
                  <a:cubicBezTo>
                    <a:pt x="1719" y="4703"/>
                    <a:pt x="850" y="4803"/>
                    <a:pt x="0" y="5005"/>
                  </a:cubicBezTo>
                  <a:cubicBezTo>
                    <a:pt x="67" y="5171"/>
                    <a:pt x="167" y="5338"/>
                    <a:pt x="267" y="5505"/>
                  </a:cubicBezTo>
                  <a:cubicBezTo>
                    <a:pt x="1007" y="5353"/>
                    <a:pt x="1765" y="5277"/>
                    <a:pt x="2522" y="5277"/>
                  </a:cubicBezTo>
                  <a:cubicBezTo>
                    <a:pt x="4430" y="5277"/>
                    <a:pt x="6330" y="5760"/>
                    <a:pt x="7906" y="6739"/>
                  </a:cubicBezTo>
                  <a:cubicBezTo>
                    <a:pt x="7962" y="6781"/>
                    <a:pt x="8017" y="6800"/>
                    <a:pt x="8068" y="6800"/>
                  </a:cubicBezTo>
                  <a:cubicBezTo>
                    <a:pt x="8139" y="6800"/>
                    <a:pt x="8201" y="6764"/>
                    <a:pt x="8239" y="6706"/>
                  </a:cubicBezTo>
                  <a:cubicBezTo>
                    <a:pt x="8339" y="6639"/>
                    <a:pt x="8373" y="6506"/>
                    <a:pt x="8339" y="6372"/>
                  </a:cubicBezTo>
                  <a:cubicBezTo>
                    <a:pt x="7505" y="4538"/>
                    <a:pt x="7072" y="2503"/>
                    <a:pt x="7038" y="468"/>
                  </a:cubicBezTo>
                  <a:cubicBezTo>
                    <a:pt x="6872" y="301"/>
                    <a:pt x="6671" y="134"/>
                    <a:pt x="6505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8225976" y="3785317"/>
              <a:ext cx="407331" cy="317936"/>
            </a:xfrm>
            <a:custGeom>
              <a:avLst/>
              <a:gdLst/>
              <a:ahLst/>
              <a:cxnLst/>
              <a:rect l="l" t="t" r="r" b="b"/>
              <a:pathLst>
                <a:path w="14745" h="11509" extrusionOk="0">
                  <a:moveTo>
                    <a:pt x="12209" y="0"/>
                  </a:moveTo>
                  <a:cubicBezTo>
                    <a:pt x="11809" y="3570"/>
                    <a:pt x="12342" y="7339"/>
                    <a:pt x="13743" y="10541"/>
                  </a:cubicBezTo>
                  <a:cubicBezTo>
                    <a:pt x="10968" y="9033"/>
                    <a:pt x="7820" y="8270"/>
                    <a:pt x="4740" y="8270"/>
                  </a:cubicBezTo>
                  <a:cubicBezTo>
                    <a:pt x="3120" y="8270"/>
                    <a:pt x="1518" y="8481"/>
                    <a:pt x="0" y="8907"/>
                  </a:cubicBezTo>
                  <a:cubicBezTo>
                    <a:pt x="34" y="9074"/>
                    <a:pt x="67" y="9240"/>
                    <a:pt x="134" y="9441"/>
                  </a:cubicBezTo>
                  <a:cubicBezTo>
                    <a:pt x="1607" y="9029"/>
                    <a:pt x="3161" y="8825"/>
                    <a:pt x="4734" y="8825"/>
                  </a:cubicBezTo>
                  <a:cubicBezTo>
                    <a:pt x="8006" y="8825"/>
                    <a:pt x="11360" y="9708"/>
                    <a:pt x="14244" y="11442"/>
                  </a:cubicBezTo>
                  <a:cubicBezTo>
                    <a:pt x="14344" y="11509"/>
                    <a:pt x="14377" y="11509"/>
                    <a:pt x="14410" y="11509"/>
                  </a:cubicBezTo>
                  <a:cubicBezTo>
                    <a:pt x="14511" y="11509"/>
                    <a:pt x="14544" y="11475"/>
                    <a:pt x="14644" y="11409"/>
                  </a:cubicBezTo>
                  <a:cubicBezTo>
                    <a:pt x="14711" y="11342"/>
                    <a:pt x="14744" y="11209"/>
                    <a:pt x="14677" y="11075"/>
                  </a:cubicBezTo>
                  <a:cubicBezTo>
                    <a:pt x="13009" y="7873"/>
                    <a:pt x="12376" y="4003"/>
                    <a:pt x="12743" y="301"/>
                  </a:cubicBezTo>
                  <a:cubicBezTo>
                    <a:pt x="12576" y="167"/>
                    <a:pt x="12409" y="67"/>
                    <a:pt x="12209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8422254" y="3976069"/>
              <a:ext cx="307798" cy="246056"/>
            </a:xfrm>
            <a:custGeom>
              <a:avLst/>
              <a:gdLst/>
              <a:ahLst/>
              <a:cxnLst/>
              <a:rect l="l" t="t" r="r" b="b"/>
              <a:pathLst>
                <a:path w="11142" h="8907" extrusionOk="0">
                  <a:moveTo>
                    <a:pt x="10641" y="0"/>
                  </a:moveTo>
                  <a:cubicBezTo>
                    <a:pt x="9640" y="2602"/>
                    <a:pt x="9307" y="5438"/>
                    <a:pt x="9674" y="8140"/>
                  </a:cubicBezTo>
                  <a:cubicBezTo>
                    <a:pt x="7806" y="7339"/>
                    <a:pt x="5774" y="6943"/>
                    <a:pt x="3749" y="6943"/>
                  </a:cubicBezTo>
                  <a:cubicBezTo>
                    <a:pt x="2483" y="6943"/>
                    <a:pt x="1219" y="7098"/>
                    <a:pt x="0" y="7406"/>
                  </a:cubicBezTo>
                  <a:cubicBezTo>
                    <a:pt x="67" y="7573"/>
                    <a:pt x="134" y="7773"/>
                    <a:pt x="234" y="7939"/>
                  </a:cubicBezTo>
                  <a:cubicBezTo>
                    <a:pt x="1396" y="7637"/>
                    <a:pt x="2597" y="7488"/>
                    <a:pt x="3799" y="7488"/>
                  </a:cubicBezTo>
                  <a:cubicBezTo>
                    <a:pt x="5912" y="7488"/>
                    <a:pt x="8028" y="7947"/>
                    <a:pt x="9941" y="8840"/>
                  </a:cubicBezTo>
                  <a:cubicBezTo>
                    <a:pt x="9974" y="8840"/>
                    <a:pt x="10007" y="8907"/>
                    <a:pt x="10074" y="8907"/>
                  </a:cubicBezTo>
                  <a:cubicBezTo>
                    <a:pt x="10107" y="8907"/>
                    <a:pt x="10208" y="8907"/>
                    <a:pt x="10241" y="8840"/>
                  </a:cubicBezTo>
                  <a:cubicBezTo>
                    <a:pt x="10308" y="8773"/>
                    <a:pt x="10374" y="8673"/>
                    <a:pt x="10374" y="8573"/>
                  </a:cubicBezTo>
                  <a:cubicBezTo>
                    <a:pt x="9907" y="5838"/>
                    <a:pt x="10208" y="3003"/>
                    <a:pt x="11142" y="401"/>
                  </a:cubicBezTo>
                  <a:cubicBezTo>
                    <a:pt x="11041" y="334"/>
                    <a:pt x="10975" y="267"/>
                    <a:pt x="10908" y="234"/>
                  </a:cubicBezTo>
                  <a:cubicBezTo>
                    <a:pt x="10808" y="134"/>
                    <a:pt x="10741" y="67"/>
                    <a:pt x="10641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8582592" y="3372595"/>
              <a:ext cx="489349" cy="897453"/>
            </a:xfrm>
            <a:custGeom>
              <a:avLst/>
              <a:gdLst/>
              <a:ahLst/>
              <a:cxnLst/>
              <a:rect l="l" t="t" r="r" b="b"/>
              <a:pathLst>
                <a:path w="17714" h="32487" extrusionOk="0">
                  <a:moveTo>
                    <a:pt x="10199" y="1"/>
                  </a:moveTo>
                  <a:cubicBezTo>
                    <a:pt x="8068" y="1"/>
                    <a:pt x="5934" y="1595"/>
                    <a:pt x="5037" y="3632"/>
                  </a:cubicBezTo>
                  <a:cubicBezTo>
                    <a:pt x="3937" y="6101"/>
                    <a:pt x="4270" y="8970"/>
                    <a:pt x="4904" y="11638"/>
                  </a:cubicBezTo>
                  <a:cubicBezTo>
                    <a:pt x="5004" y="12172"/>
                    <a:pt x="5137" y="12772"/>
                    <a:pt x="4837" y="13239"/>
                  </a:cubicBezTo>
                  <a:cubicBezTo>
                    <a:pt x="4470" y="13806"/>
                    <a:pt x="3636" y="13806"/>
                    <a:pt x="2969" y="14006"/>
                  </a:cubicBezTo>
                  <a:cubicBezTo>
                    <a:pt x="734" y="14674"/>
                    <a:pt x="0" y="17742"/>
                    <a:pt x="801" y="19944"/>
                  </a:cubicBezTo>
                  <a:cubicBezTo>
                    <a:pt x="1602" y="22146"/>
                    <a:pt x="3336" y="23847"/>
                    <a:pt x="4604" y="25848"/>
                  </a:cubicBezTo>
                  <a:cubicBezTo>
                    <a:pt x="5838" y="27850"/>
                    <a:pt x="6605" y="30585"/>
                    <a:pt x="5237" y="32486"/>
                  </a:cubicBezTo>
                  <a:cubicBezTo>
                    <a:pt x="9007" y="29151"/>
                    <a:pt x="12609" y="25448"/>
                    <a:pt x="15712" y="21312"/>
                  </a:cubicBezTo>
                  <a:cubicBezTo>
                    <a:pt x="16445" y="20411"/>
                    <a:pt x="17146" y="19410"/>
                    <a:pt x="17446" y="18276"/>
                  </a:cubicBezTo>
                  <a:cubicBezTo>
                    <a:pt x="17713" y="17142"/>
                    <a:pt x="17546" y="15808"/>
                    <a:pt x="16779" y="14974"/>
                  </a:cubicBezTo>
                  <a:cubicBezTo>
                    <a:pt x="15978" y="14173"/>
                    <a:pt x="14778" y="13906"/>
                    <a:pt x="14110" y="13006"/>
                  </a:cubicBezTo>
                  <a:cubicBezTo>
                    <a:pt x="12976" y="11605"/>
                    <a:pt x="13944" y="9603"/>
                    <a:pt x="14444" y="7835"/>
                  </a:cubicBezTo>
                  <a:cubicBezTo>
                    <a:pt x="15278" y="5000"/>
                    <a:pt x="14444" y="1297"/>
                    <a:pt x="11642" y="263"/>
                  </a:cubicBezTo>
                  <a:cubicBezTo>
                    <a:pt x="11171" y="84"/>
                    <a:pt x="10685" y="1"/>
                    <a:pt x="10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8726355" y="3371573"/>
              <a:ext cx="176938" cy="896625"/>
            </a:xfrm>
            <a:custGeom>
              <a:avLst/>
              <a:gdLst/>
              <a:ahLst/>
              <a:cxnLst/>
              <a:rect l="l" t="t" r="r" b="b"/>
              <a:pathLst>
                <a:path w="6405" h="32457" extrusionOk="0">
                  <a:moveTo>
                    <a:pt x="5404" y="0"/>
                  </a:moveTo>
                  <a:cubicBezTo>
                    <a:pt x="5404" y="33"/>
                    <a:pt x="5337" y="100"/>
                    <a:pt x="5337" y="134"/>
                  </a:cubicBezTo>
                  <a:cubicBezTo>
                    <a:pt x="5804" y="10441"/>
                    <a:pt x="4236" y="20882"/>
                    <a:pt x="734" y="30555"/>
                  </a:cubicBezTo>
                  <a:cubicBezTo>
                    <a:pt x="634" y="31222"/>
                    <a:pt x="434" y="31890"/>
                    <a:pt x="0" y="32457"/>
                  </a:cubicBezTo>
                  <a:cubicBezTo>
                    <a:pt x="300" y="32190"/>
                    <a:pt x="601" y="31890"/>
                    <a:pt x="901" y="31656"/>
                  </a:cubicBezTo>
                  <a:cubicBezTo>
                    <a:pt x="4703" y="21682"/>
                    <a:pt x="6405" y="10808"/>
                    <a:pt x="5938" y="134"/>
                  </a:cubicBezTo>
                  <a:cubicBezTo>
                    <a:pt x="5771" y="33"/>
                    <a:pt x="5571" y="33"/>
                    <a:pt x="5404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2"/>
            <p:cNvSpPr/>
            <p:nvPr/>
          </p:nvSpPr>
          <p:spPr>
            <a:xfrm>
              <a:off x="8728178" y="3446216"/>
              <a:ext cx="261747" cy="282908"/>
            </a:xfrm>
            <a:custGeom>
              <a:avLst/>
              <a:gdLst/>
              <a:ahLst/>
              <a:cxnLst/>
              <a:rect l="l" t="t" r="r" b="b"/>
              <a:pathLst>
                <a:path w="9475" h="10241" extrusionOk="0">
                  <a:moveTo>
                    <a:pt x="301" y="0"/>
                  </a:moveTo>
                  <a:cubicBezTo>
                    <a:pt x="168" y="167"/>
                    <a:pt x="68" y="334"/>
                    <a:pt x="1" y="500"/>
                  </a:cubicBezTo>
                  <a:cubicBezTo>
                    <a:pt x="2169" y="2902"/>
                    <a:pt x="3870" y="6171"/>
                    <a:pt x="4904" y="10007"/>
                  </a:cubicBezTo>
                  <a:cubicBezTo>
                    <a:pt x="4904" y="10141"/>
                    <a:pt x="5004" y="10241"/>
                    <a:pt x="5138" y="10241"/>
                  </a:cubicBezTo>
                  <a:cubicBezTo>
                    <a:pt x="5238" y="10241"/>
                    <a:pt x="5371" y="10174"/>
                    <a:pt x="5405" y="10107"/>
                  </a:cubicBezTo>
                  <a:cubicBezTo>
                    <a:pt x="6505" y="8139"/>
                    <a:pt x="7840" y="6171"/>
                    <a:pt x="9341" y="4336"/>
                  </a:cubicBezTo>
                  <a:lnTo>
                    <a:pt x="9474" y="3336"/>
                  </a:lnTo>
                  <a:lnTo>
                    <a:pt x="9474" y="3336"/>
                  </a:lnTo>
                  <a:cubicBezTo>
                    <a:pt x="7873" y="5170"/>
                    <a:pt x="6405" y="7239"/>
                    <a:pt x="5238" y="9240"/>
                  </a:cubicBezTo>
                  <a:cubicBezTo>
                    <a:pt x="4404" y="6405"/>
                    <a:pt x="2903" y="2802"/>
                    <a:pt x="301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8704227" y="3616692"/>
              <a:ext cx="269095" cy="319787"/>
            </a:xfrm>
            <a:custGeom>
              <a:avLst/>
              <a:gdLst/>
              <a:ahLst/>
              <a:cxnLst/>
              <a:rect l="l" t="t" r="r" b="b"/>
              <a:pathLst>
                <a:path w="9741" h="11576" extrusionOk="0">
                  <a:moveTo>
                    <a:pt x="1" y="0"/>
                  </a:moveTo>
                  <a:cubicBezTo>
                    <a:pt x="34" y="300"/>
                    <a:pt x="67" y="601"/>
                    <a:pt x="101" y="934"/>
                  </a:cubicBezTo>
                  <a:cubicBezTo>
                    <a:pt x="2769" y="3669"/>
                    <a:pt x="4404" y="7439"/>
                    <a:pt x="4504" y="11308"/>
                  </a:cubicBezTo>
                  <a:cubicBezTo>
                    <a:pt x="4504" y="11442"/>
                    <a:pt x="4570" y="11575"/>
                    <a:pt x="4704" y="11575"/>
                  </a:cubicBezTo>
                  <a:lnTo>
                    <a:pt x="4737" y="11575"/>
                  </a:lnTo>
                  <a:cubicBezTo>
                    <a:pt x="4871" y="11575"/>
                    <a:pt x="4937" y="11508"/>
                    <a:pt x="5004" y="11408"/>
                  </a:cubicBezTo>
                  <a:cubicBezTo>
                    <a:pt x="6238" y="8840"/>
                    <a:pt x="7839" y="6438"/>
                    <a:pt x="9741" y="4270"/>
                  </a:cubicBezTo>
                  <a:cubicBezTo>
                    <a:pt x="9707" y="4236"/>
                    <a:pt x="9674" y="4170"/>
                    <a:pt x="9674" y="4136"/>
                  </a:cubicBezTo>
                  <a:cubicBezTo>
                    <a:pt x="9574" y="4003"/>
                    <a:pt x="9507" y="3903"/>
                    <a:pt x="9441" y="3769"/>
                  </a:cubicBezTo>
                  <a:cubicBezTo>
                    <a:pt x="7706" y="5738"/>
                    <a:pt x="6205" y="7906"/>
                    <a:pt x="5004" y="10174"/>
                  </a:cubicBezTo>
                  <a:cubicBezTo>
                    <a:pt x="4671" y="6305"/>
                    <a:pt x="2836" y="2635"/>
                    <a:pt x="1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8633285" y="3767802"/>
              <a:ext cx="419292" cy="321638"/>
            </a:xfrm>
            <a:custGeom>
              <a:avLst/>
              <a:gdLst/>
              <a:ahLst/>
              <a:cxnLst/>
              <a:rect l="l" t="t" r="r" b="b"/>
              <a:pathLst>
                <a:path w="15178" h="11643" extrusionOk="0">
                  <a:moveTo>
                    <a:pt x="500" y="1"/>
                  </a:moveTo>
                  <a:cubicBezTo>
                    <a:pt x="334" y="101"/>
                    <a:pt x="167" y="201"/>
                    <a:pt x="0" y="334"/>
                  </a:cubicBezTo>
                  <a:cubicBezTo>
                    <a:pt x="3469" y="2936"/>
                    <a:pt x="5704" y="7106"/>
                    <a:pt x="5904" y="11376"/>
                  </a:cubicBezTo>
                  <a:cubicBezTo>
                    <a:pt x="5904" y="11509"/>
                    <a:pt x="5971" y="11642"/>
                    <a:pt x="6104" y="11642"/>
                  </a:cubicBezTo>
                  <a:lnTo>
                    <a:pt x="6171" y="11642"/>
                  </a:lnTo>
                  <a:cubicBezTo>
                    <a:pt x="6271" y="11642"/>
                    <a:pt x="6405" y="11609"/>
                    <a:pt x="6438" y="11476"/>
                  </a:cubicBezTo>
                  <a:cubicBezTo>
                    <a:pt x="8606" y="7473"/>
                    <a:pt x="11608" y="3937"/>
                    <a:pt x="15178" y="1101"/>
                  </a:cubicBezTo>
                  <a:cubicBezTo>
                    <a:pt x="15111" y="935"/>
                    <a:pt x="14977" y="801"/>
                    <a:pt x="14844" y="668"/>
                  </a:cubicBezTo>
                  <a:cubicBezTo>
                    <a:pt x="11442" y="3336"/>
                    <a:pt x="8573" y="6672"/>
                    <a:pt x="6405" y="10442"/>
                  </a:cubicBezTo>
                  <a:cubicBezTo>
                    <a:pt x="5971" y="6372"/>
                    <a:pt x="3769" y="2502"/>
                    <a:pt x="500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8755831" y="3820594"/>
              <a:ext cx="547389" cy="473410"/>
            </a:xfrm>
            <a:custGeom>
              <a:avLst/>
              <a:gdLst/>
              <a:ahLst/>
              <a:cxnLst/>
              <a:rect l="l" t="t" r="r" b="b"/>
              <a:pathLst>
                <a:path w="19815" h="17137" extrusionOk="0">
                  <a:moveTo>
                    <a:pt x="18053" y="1"/>
                  </a:moveTo>
                  <a:cubicBezTo>
                    <a:pt x="13772" y="1"/>
                    <a:pt x="9460" y="1575"/>
                    <a:pt x="6205" y="4361"/>
                  </a:cubicBezTo>
                  <a:cubicBezTo>
                    <a:pt x="2536" y="7530"/>
                    <a:pt x="201" y="12267"/>
                    <a:pt x="1" y="17137"/>
                  </a:cubicBezTo>
                  <a:cubicBezTo>
                    <a:pt x="4837" y="15469"/>
                    <a:pt x="9240" y="14068"/>
                    <a:pt x="12976" y="11399"/>
                  </a:cubicBezTo>
                  <a:cubicBezTo>
                    <a:pt x="16646" y="8731"/>
                    <a:pt x="19514" y="4628"/>
                    <a:pt x="19815" y="91"/>
                  </a:cubicBezTo>
                  <a:cubicBezTo>
                    <a:pt x="19230" y="31"/>
                    <a:pt x="18642" y="1"/>
                    <a:pt x="180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2"/>
            <p:cNvSpPr/>
            <p:nvPr/>
          </p:nvSpPr>
          <p:spPr>
            <a:xfrm>
              <a:off x="9046119" y="3839683"/>
              <a:ext cx="206442" cy="185281"/>
            </a:xfrm>
            <a:custGeom>
              <a:avLst/>
              <a:gdLst/>
              <a:ahLst/>
              <a:cxnLst/>
              <a:rect l="l" t="t" r="r" b="b"/>
              <a:pathLst>
                <a:path w="7473" h="6707" extrusionOk="0">
                  <a:moveTo>
                    <a:pt x="2669" y="1"/>
                  </a:moveTo>
                  <a:lnTo>
                    <a:pt x="2669" y="1"/>
                  </a:lnTo>
                  <a:cubicBezTo>
                    <a:pt x="2468" y="34"/>
                    <a:pt x="2302" y="101"/>
                    <a:pt x="2068" y="167"/>
                  </a:cubicBezTo>
                  <a:cubicBezTo>
                    <a:pt x="2035" y="2269"/>
                    <a:pt x="1067" y="4604"/>
                    <a:pt x="67" y="6272"/>
                  </a:cubicBezTo>
                  <a:cubicBezTo>
                    <a:pt x="0" y="6405"/>
                    <a:pt x="33" y="6539"/>
                    <a:pt x="133" y="6605"/>
                  </a:cubicBezTo>
                  <a:cubicBezTo>
                    <a:pt x="177" y="6670"/>
                    <a:pt x="247" y="6707"/>
                    <a:pt x="328" y="6707"/>
                  </a:cubicBezTo>
                  <a:cubicBezTo>
                    <a:pt x="373" y="6707"/>
                    <a:pt x="420" y="6696"/>
                    <a:pt x="467" y="6672"/>
                  </a:cubicBezTo>
                  <a:cubicBezTo>
                    <a:pt x="1749" y="5970"/>
                    <a:pt x="3488" y="5549"/>
                    <a:pt x="5225" y="5549"/>
                  </a:cubicBezTo>
                  <a:cubicBezTo>
                    <a:pt x="5883" y="5549"/>
                    <a:pt x="6540" y="5610"/>
                    <a:pt x="7172" y="5738"/>
                  </a:cubicBezTo>
                  <a:cubicBezTo>
                    <a:pt x="7305" y="5571"/>
                    <a:pt x="7372" y="5404"/>
                    <a:pt x="7472" y="5238"/>
                  </a:cubicBezTo>
                  <a:cubicBezTo>
                    <a:pt x="6720" y="5064"/>
                    <a:pt x="5935" y="4983"/>
                    <a:pt x="5153" y="4983"/>
                  </a:cubicBezTo>
                  <a:cubicBezTo>
                    <a:pt x="3682" y="4983"/>
                    <a:pt x="2221" y="5270"/>
                    <a:pt x="1001" y="5771"/>
                  </a:cubicBezTo>
                  <a:cubicBezTo>
                    <a:pt x="1668" y="4504"/>
                    <a:pt x="2635" y="2269"/>
                    <a:pt x="266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8756743" y="3832307"/>
              <a:ext cx="544627" cy="461697"/>
            </a:xfrm>
            <a:custGeom>
              <a:avLst/>
              <a:gdLst/>
              <a:ahLst/>
              <a:cxnLst/>
              <a:rect l="l" t="t" r="r" b="b"/>
              <a:pathLst>
                <a:path w="19715" h="16713" extrusionOk="0">
                  <a:moveTo>
                    <a:pt x="19715" y="1"/>
                  </a:moveTo>
                  <a:cubicBezTo>
                    <a:pt x="12376" y="4504"/>
                    <a:pt x="5672" y="10208"/>
                    <a:pt x="1" y="16713"/>
                  </a:cubicBezTo>
                  <a:cubicBezTo>
                    <a:pt x="368" y="16613"/>
                    <a:pt x="701" y="16479"/>
                    <a:pt x="1102" y="16346"/>
                  </a:cubicBezTo>
                  <a:cubicBezTo>
                    <a:pt x="6472" y="10308"/>
                    <a:pt x="12777" y="5004"/>
                    <a:pt x="19648" y="701"/>
                  </a:cubicBezTo>
                  <a:cubicBezTo>
                    <a:pt x="19682" y="468"/>
                    <a:pt x="19715" y="201"/>
                    <a:pt x="19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2"/>
            <p:cNvSpPr/>
            <p:nvPr/>
          </p:nvSpPr>
          <p:spPr>
            <a:xfrm>
              <a:off x="8881167" y="3899575"/>
              <a:ext cx="216580" cy="274040"/>
            </a:xfrm>
            <a:custGeom>
              <a:avLst/>
              <a:gdLst/>
              <a:ahLst/>
              <a:cxnLst/>
              <a:rect l="l" t="t" r="r" b="b"/>
              <a:pathLst>
                <a:path w="7840" h="9920" extrusionOk="0">
                  <a:moveTo>
                    <a:pt x="3769" y="1"/>
                  </a:moveTo>
                  <a:lnTo>
                    <a:pt x="3769" y="1"/>
                  </a:lnTo>
                  <a:cubicBezTo>
                    <a:pt x="3603" y="101"/>
                    <a:pt x="3369" y="234"/>
                    <a:pt x="3202" y="368"/>
                  </a:cubicBezTo>
                  <a:cubicBezTo>
                    <a:pt x="3369" y="3670"/>
                    <a:pt x="2202" y="7206"/>
                    <a:pt x="100" y="9441"/>
                  </a:cubicBezTo>
                  <a:cubicBezTo>
                    <a:pt x="0" y="9541"/>
                    <a:pt x="0" y="9708"/>
                    <a:pt x="33" y="9774"/>
                  </a:cubicBezTo>
                  <a:cubicBezTo>
                    <a:pt x="110" y="9876"/>
                    <a:pt x="206" y="9920"/>
                    <a:pt x="291" y="9920"/>
                  </a:cubicBezTo>
                  <a:cubicBezTo>
                    <a:pt x="318" y="9920"/>
                    <a:pt x="343" y="9916"/>
                    <a:pt x="367" y="9908"/>
                  </a:cubicBezTo>
                  <a:cubicBezTo>
                    <a:pt x="1859" y="9432"/>
                    <a:pt x="3379" y="9181"/>
                    <a:pt x="4845" y="9181"/>
                  </a:cubicBezTo>
                  <a:cubicBezTo>
                    <a:pt x="5641" y="9181"/>
                    <a:pt x="6421" y="9255"/>
                    <a:pt x="7172" y="9408"/>
                  </a:cubicBezTo>
                  <a:cubicBezTo>
                    <a:pt x="7372" y="9274"/>
                    <a:pt x="7639" y="9107"/>
                    <a:pt x="7839" y="8974"/>
                  </a:cubicBezTo>
                  <a:cubicBezTo>
                    <a:pt x="6862" y="8706"/>
                    <a:pt x="5826" y="8572"/>
                    <a:pt x="4762" y="8572"/>
                  </a:cubicBezTo>
                  <a:cubicBezTo>
                    <a:pt x="3573" y="8572"/>
                    <a:pt x="2349" y="8739"/>
                    <a:pt x="1134" y="9074"/>
                  </a:cubicBezTo>
                  <a:cubicBezTo>
                    <a:pt x="3102" y="6606"/>
                    <a:pt x="4036" y="3203"/>
                    <a:pt x="376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2"/>
            <p:cNvSpPr/>
            <p:nvPr/>
          </p:nvSpPr>
          <p:spPr>
            <a:xfrm>
              <a:off x="8524524" y="4239449"/>
              <a:ext cx="387054" cy="134727"/>
            </a:xfrm>
            <a:custGeom>
              <a:avLst/>
              <a:gdLst/>
              <a:ahLst/>
              <a:cxnLst/>
              <a:rect l="l" t="t" r="r" b="b"/>
              <a:pathLst>
                <a:path w="14011" h="4877" extrusionOk="0">
                  <a:moveTo>
                    <a:pt x="7150" y="0"/>
                  </a:moveTo>
                  <a:cubicBezTo>
                    <a:pt x="4344" y="0"/>
                    <a:pt x="1440" y="1108"/>
                    <a:pt x="1" y="3743"/>
                  </a:cubicBezTo>
                  <a:cubicBezTo>
                    <a:pt x="1702" y="4410"/>
                    <a:pt x="4204" y="4877"/>
                    <a:pt x="7039" y="4877"/>
                  </a:cubicBezTo>
                  <a:cubicBezTo>
                    <a:pt x="9775" y="4877"/>
                    <a:pt x="12276" y="4443"/>
                    <a:pt x="14011" y="3776"/>
                  </a:cubicBezTo>
                  <a:cubicBezTo>
                    <a:pt x="13777" y="2775"/>
                    <a:pt x="12943" y="1875"/>
                    <a:pt x="12043" y="1274"/>
                  </a:cubicBezTo>
                  <a:cubicBezTo>
                    <a:pt x="10734" y="463"/>
                    <a:pt x="8962" y="0"/>
                    <a:pt x="71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8445294" y="3492102"/>
              <a:ext cx="299510" cy="803749"/>
            </a:xfrm>
            <a:custGeom>
              <a:avLst/>
              <a:gdLst/>
              <a:ahLst/>
              <a:cxnLst/>
              <a:rect l="l" t="t" r="r" b="b"/>
              <a:pathLst>
                <a:path w="10842" h="29095" extrusionOk="0">
                  <a:moveTo>
                    <a:pt x="287" y="0"/>
                  </a:moveTo>
                  <a:cubicBezTo>
                    <a:pt x="269" y="0"/>
                    <a:pt x="252" y="2"/>
                    <a:pt x="234" y="7"/>
                  </a:cubicBezTo>
                  <a:cubicBezTo>
                    <a:pt x="100" y="107"/>
                    <a:pt x="0" y="240"/>
                    <a:pt x="67" y="407"/>
                  </a:cubicBezTo>
                  <a:lnTo>
                    <a:pt x="10274" y="28928"/>
                  </a:lnTo>
                  <a:cubicBezTo>
                    <a:pt x="10308" y="28994"/>
                    <a:pt x="10408" y="29094"/>
                    <a:pt x="10541" y="29094"/>
                  </a:cubicBezTo>
                  <a:lnTo>
                    <a:pt x="10641" y="29094"/>
                  </a:lnTo>
                  <a:cubicBezTo>
                    <a:pt x="10775" y="28994"/>
                    <a:pt x="10841" y="28861"/>
                    <a:pt x="10808" y="28694"/>
                  </a:cubicBezTo>
                  <a:lnTo>
                    <a:pt x="601" y="174"/>
                  </a:lnTo>
                  <a:cubicBezTo>
                    <a:pt x="514" y="87"/>
                    <a:pt x="402" y="0"/>
                    <a:pt x="287" y="0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2"/>
            <p:cNvSpPr/>
            <p:nvPr/>
          </p:nvSpPr>
          <p:spPr>
            <a:xfrm>
              <a:off x="8389076" y="3446990"/>
              <a:ext cx="175115" cy="335589"/>
            </a:xfrm>
            <a:custGeom>
              <a:avLst/>
              <a:gdLst/>
              <a:ahLst/>
              <a:cxnLst/>
              <a:rect l="l" t="t" r="r" b="b"/>
              <a:pathLst>
                <a:path w="6339" h="12148" extrusionOk="0">
                  <a:moveTo>
                    <a:pt x="1813" y="0"/>
                  </a:moveTo>
                  <a:cubicBezTo>
                    <a:pt x="1651" y="0"/>
                    <a:pt x="1490" y="23"/>
                    <a:pt x="1335" y="72"/>
                  </a:cubicBezTo>
                  <a:cubicBezTo>
                    <a:pt x="668" y="272"/>
                    <a:pt x="267" y="939"/>
                    <a:pt x="134" y="1640"/>
                  </a:cubicBezTo>
                  <a:cubicBezTo>
                    <a:pt x="0" y="2374"/>
                    <a:pt x="167" y="3074"/>
                    <a:pt x="367" y="3741"/>
                  </a:cubicBezTo>
                  <a:cubicBezTo>
                    <a:pt x="1435" y="7077"/>
                    <a:pt x="3503" y="10046"/>
                    <a:pt x="6272" y="12147"/>
                  </a:cubicBezTo>
                  <a:cubicBezTo>
                    <a:pt x="6338" y="8945"/>
                    <a:pt x="5771" y="5409"/>
                    <a:pt x="4303" y="2240"/>
                  </a:cubicBezTo>
                  <a:cubicBezTo>
                    <a:pt x="4037" y="1607"/>
                    <a:pt x="3703" y="1039"/>
                    <a:pt x="3203" y="572"/>
                  </a:cubicBezTo>
                  <a:cubicBezTo>
                    <a:pt x="2825" y="220"/>
                    <a:pt x="2313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8356810" y="3780648"/>
              <a:ext cx="241470" cy="160418"/>
            </a:xfrm>
            <a:custGeom>
              <a:avLst/>
              <a:gdLst/>
              <a:ahLst/>
              <a:cxnLst/>
              <a:rect l="l" t="t" r="r" b="b"/>
              <a:pathLst>
                <a:path w="8741" h="5807" extrusionOk="0">
                  <a:moveTo>
                    <a:pt x="1713" y="0"/>
                  </a:moveTo>
                  <a:cubicBezTo>
                    <a:pt x="1676" y="0"/>
                    <a:pt x="1639" y="1"/>
                    <a:pt x="1602" y="3"/>
                  </a:cubicBezTo>
                  <a:cubicBezTo>
                    <a:pt x="801" y="69"/>
                    <a:pt x="1" y="703"/>
                    <a:pt x="1" y="1504"/>
                  </a:cubicBezTo>
                  <a:cubicBezTo>
                    <a:pt x="1" y="2371"/>
                    <a:pt x="835" y="2971"/>
                    <a:pt x="1602" y="3372"/>
                  </a:cubicBezTo>
                  <a:cubicBezTo>
                    <a:pt x="3970" y="4673"/>
                    <a:pt x="6472" y="5540"/>
                    <a:pt x="8740" y="5807"/>
                  </a:cubicBezTo>
                  <a:cubicBezTo>
                    <a:pt x="7640" y="3672"/>
                    <a:pt x="5938" y="1871"/>
                    <a:pt x="3837" y="670"/>
                  </a:cubicBezTo>
                  <a:cubicBezTo>
                    <a:pt x="3169" y="320"/>
                    <a:pt x="2471" y="0"/>
                    <a:pt x="17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8598256" y="3613736"/>
              <a:ext cx="101384" cy="341169"/>
            </a:xfrm>
            <a:custGeom>
              <a:avLst/>
              <a:gdLst/>
              <a:ahLst/>
              <a:cxnLst/>
              <a:rect l="l" t="t" r="r" b="b"/>
              <a:pathLst>
                <a:path w="3670" h="12350" extrusionOk="0">
                  <a:moveTo>
                    <a:pt x="2287" y="0"/>
                  </a:moveTo>
                  <a:cubicBezTo>
                    <a:pt x="1490" y="0"/>
                    <a:pt x="1026" y="982"/>
                    <a:pt x="834" y="1842"/>
                  </a:cubicBezTo>
                  <a:cubicBezTo>
                    <a:pt x="34" y="5244"/>
                    <a:pt x="0" y="8880"/>
                    <a:pt x="668" y="12349"/>
                  </a:cubicBezTo>
                  <a:cubicBezTo>
                    <a:pt x="2536" y="8880"/>
                    <a:pt x="3670" y="5444"/>
                    <a:pt x="3603" y="2075"/>
                  </a:cubicBezTo>
                  <a:cubicBezTo>
                    <a:pt x="3570" y="1208"/>
                    <a:pt x="3269" y="74"/>
                    <a:pt x="2402" y="7"/>
                  </a:cubicBezTo>
                  <a:cubicBezTo>
                    <a:pt x="2363" y="3"/>
                    <a:pt x="2324" y="0"/>
                    <a:pt x="2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2"/>
            <p:cNvSpPr/>
            <p:nvPr/>
          </p:nvSpPr>
          <p:spPr>
            <a:xfrm>
              <a:off x="8386314" y="3985987"/>
              <a:ext cx="299510" cy="185474"/>
            </a:xfrm>
            <a:custGeom>
              <a:avLst/>
              <a:gdLst/>
              <a:ahLst/>
              <a:cxnLst/>
              <a:rect l="l" t="t" r="r" b="b"/>
              <a:pathLst>
                <a:path w="10842" h="6714" extrusionOk="0">
                  <a:moveTo>
                    <a:pt x="1730" y="0"/>
                  </a:moveTo>
                  <a:cubicBezTo>
                    <a:pt x="1594" y="0"/>
                    <a:pt x="1462" y="12"/>
                    <a:pt x="1335" y="42"/>
                  </a:cubicBezTo>
                  <a:cubicBezTo>
                    <a:pt x="868" y="108"/>
                    <a:pt x="401" y="409"/>
                    <a:pt x="234" y="876"/>
                  </a:cubicBezTo>
                  <a:cubicBezTo>
                    <a:pt x="0" y="1710"/>
                    <a:pt x="834" y="2443"/>
                    <a:pt x="1568" y="2877"/>
                  </a:cubicBezTo>
                  <a:cubicBezTo>
                    <a:pt x="4504" y="4478"/>
                    <a:pt x="7706" y="5579"/>
                    <a:pt x="10841" y="6713"/>
                  </a:cubicBezTo>
                  <a:cubicBezTo>
                    <a:pt x="9207" y="3544"/>
                    <a:pt x="6205" y="1109"/>
                    <a:pt x="2736" y="142"/>
                  </a:cubicBezTo>
                  <a:cubicBezTo>
                    <a:pt x="2405" y="71"/>
                    <a:pt x="2059" y="0"/>
                    <a:pt x="1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8682099" y="3869988"/>
              <a:ext cx="111550" cy="293157"/>
            </a:xfrm>
            <a:custGeom>
              <a:avLst/>
              <a:gdLst/>
              <a:ahLst/>
              <a:cxnLst/>
              <a:rect l="l" t="t" r="r" b="b"/>
              <a:pathLst>
                <a:path w="4038" h="10612" extrusionOk="0">
                  <a:moveTo>
                    <a:pt x="2884" y="1"/>
                  </a:moveTo>
                  <a:cubicBezTo>
                    <a:pt x="2163" y="1"/>
                    <a:pt x="1659" y="799"/>
                    <a:pt x="1402" y="1505"/>
                  </a:cubicBezTo>
                  <a:cubicBezTo>
                    <a:pt x="368" y="4408"/>
                    <a:pt x="1" y="7576"/>
                    <a:pt x="368" y="10612"/>
                  </a:cubicBezTo>
                  <a:cubicBezTo>
                    <a:pt x="2703" y="8310"/>
                    <a:pt x="3904" y="5175"/>
                    <a:pt x="4004" y="2006"/>
                  </a:cubicBezTo>
                  <a:cubicBezTo>
                    <a:pt x="4037" y="1172"/>
                    <a:pt x="3804" y="138"/>
                    <a:pt x="2970" y="4"/>
                  </a:cubicBezTo>
                  <a:cubicBezTo>
                    <a:pt x="2941" y="2"/>
                    <a:pt x="2912" y="1"/>
                    <a:pt x="2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8521761" y="4647833"/>
              <a:ext cx="380617" cy="108760"/>
            </a:xfrm>
            <a:custGeom>
              <a:avLst/>
              <a:gdLst/>
              <a:ahLst/>
              <a:cxnLst/>
              <a:rect l="l" t="t" r="r" b="b"/>
              <a:pathLst>
                <a:path w="13778" h="3937" extrusionOk="0">
                  <a:moveTo>
                    <a:pt x="6872" y="1"/>
                  </a:moveTo>
                  <a:cubicBezTo>
                    <a:pt x="3070" y="1"/>
                    <a:pt x="1" y="868"/>
                    <a:pt x="1" y="1969"/>
                  </a:cubicBezTo>
                  <a:cubicBezTo>
                    <a:pt x="1" y="3036"/>
                    <a:pt x="3070" y="3937"/>
                    <a:pt x="6872" y="3937"/>
                  </a:cubicBezTo>
                  <a:cubicBezTo>
                    <a:pt x="10675" y="3937"/>
                    <a:pt x="13777" y="3036"/>
                    <a:pt x="13777" y="1969"/>
                  </a:cubicBezTo>
                  <a:cubicBezTo>
                    <a:pt x="13777" y="868"/>
                    <a:pt x="10675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2"/>
            <p:cNvSpPr/>
            <p:nvPr/>
          </p:nvSpPr>
          <p:spPr>
            <a:xfrm>
              <a:off x="8469245" y="4301357"/>
              <a:ext cx="499488" cy="383380"/>
            </a:xfrm>
            <a:custGeom>
              <a:avLst/>
              <a:gdLst/>
              <a:ahLst/>
              <a:cxnLst/>
              <a:rect l="l" t="t" r="r" b="b"/>
              <a:pathLst>
                <a:path w="18081" h="13878" extrusionOk="0">
                  <a:moveTo>
                    <a:pt x="0" y="1"/>
                  </a:moveTo>
                  <a:lnTo>
                    <a:pt x="2869" y="10508"/>
                  </a:lnTo>
                  <a:cubicBezTo>
                    <a:pt x="3403" y="12509"/>
                    <a:pt x="5238" y="13877"/>
                    <a:pt x="7339" y="13877"/>
                  </a:cubicBezTo>
                  <a:lnTo>
                    <a:pt x="10741" y="13877"/>
                  </a:lnTo>
                  <a:cubicBezTo>
                    <a:pt x="12843" y="13877"/>
                    <a:pt x="14678" y="12509"/>
                    <a:pt x="15211" y="10508"/>
                  </a:cubicBezTo>
                  <a:lnTo>
                    <a:pt x="18080" y="1"/>
                  </a:lnTo>
                  <a:lnTo>
                    <a:pt x="18080" y="1"/>
                  </a:lnTo>
                  <a:cubicBezTo>
                    <a:pt x="17279" y="1502"/>
                    <a:pt x="13543" y="2636"/>
                    <a:pt x="9040" y="2636"/>
                  </a:cubicBezTo>
                  <a:cubicBezTo>
                    <a:pt x="4537" y="2636"/>
                    <a:pt x="768" y="150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8469245" y="4299506"/>
              <a:ext cx="314262" cy="384291"/>
            </a:xfrm>
            <a:custGeom>
              <a:avLst/>
              <a:gdLst/>
              <a:ahLst/>
              <a:cxnLst/>
              <a:rect l="l" t="t" r="r" b="b"/>
              <a:pathLst>
                <a:path w="11376" h="13911" extrusionOk="0">
                  <a:moveTo>
                    <a:pt x="0" y="1"/>
                  </a:moveTo>
                  <a:lnTo>
                    <a:pt x="2869" y="10542"/>
                  </a:lnTo>
                  <a:cubicBezTo>
                    <a:pt x="3403" y="12543"/>
                    <a:pt x="5238" y="13911"/>
                    <a:pt x="7339" y="13911"/>
                  </a:cubicBezTo>
                  <a:lnTo>
                    <a:pt x="10741" y="13911"/>
                  </a:lnTo>
                  <a:cubicBezTo>
                    <a:pt x="10942" y="13911"/>
                    <a:pt x="11175" y="13911"/>
                    <a:pt x="11375" y="13877"/>
                  </a:cubicBezTo>
                  <a:cubicBezTo>
                    <a:pt x="7773" y="10408"/>
                    <a:pt x="6071" y="5905"/>
                    <a:pt x="5238" y="2369"/>
                  </a:cubicBezTo>
                  <a:cubicBezTo>
                    <a:pt x="2569" y="1936"/>
                    <a:pt x="568" y="106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6922969" y="4195386"/>
              <a:ext cx="786042" cy="126274"/>
            </a:xfrm>
            <a:custGeom>
              <a:avLst/>
              <a:gdLst/>
              <a:ahLst/>
              <a:cxnLst/>
              <a:rect l="l" t="t" r="r" b="b"/>
              <a:pathLst>
                <a:path w="28454" h="4571" extrusionOk="0">
                  <a:moveTo>
                    <a:pt x="0" y="0"/>
                  </a:moveTo>
                  <a:lnTo>
                    <a:pt x="0" y="4570"/>
                  </a:lnTo>
                  <a:lnTo>
                    <a:pt x="28454" y="4570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6922969" y="4195386"/>
              <a:ext cx="786042" cy="65444"/>
            </a:xfrm>
            <a:custGeom>
              <a:avLst/>
              <a:gdLst/>
              <a:ahLst/>
              <a:cxnLst/>
              <a:rect l="l" t="t" r="r" b="b"/>
              <a:pathLst>
                <a:path w="28454" h="2369" extrusionOk="0">
                  <a:moveTo>
                    <a:pt x="0" y="0"/>
                  </a:moveTo>
                  <a:lnTo>
                    <a:pt x="0" y="2369"/>
                  </a:lnTo>
                  <a:lnTo>
                    <a:pt x="28454" y="2369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2"/>
            <p:cNvSpPr/>
            <p:nvPr/>
          </p:nvSpPr>
          <p:spPr>
            <a:xfrm>
              <a:off x="6700889" y="4283843"/>
              <a:ext cx="1159255" cy="387054"/>
            </a:xfrm>
            <a:custGeom>
              <a:avLst/>
              <a:gdLst/>
              <a:ahLst/>
              <a:cxnLst/>
              <a:rect l="l" t="t" r="r" b="b"/>
              <a:pathLst>
                <a:path w="41964" h="14011" extrusionOk="0">
                  <a:moveTo>
                    <a:pt x="8073" y="1"/>
                  </a:moveTo>
                  <a:lnTo>
                    <a:pt x="0" y="14011"/>
                  </a:lnTo>
                  <a:lnTo>
                    <a:pt x="41897" y="14011"/>
                  </a:lnTo>
                  <a:cubicBezTo>
                    <a:pt x="41897" y="14011"/>
                    <a:pt x="41963" y="6672"/>
                    <a:pt x="364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6147966" y="3768741"/>
              <a:ext cx="729853" cy="825684"/>
            </a:xfrm>
            <a:custGeom>
              <a:avLst/>
              <a:gdLst/>
              <a:ahLst/>
              <a:cxnLst/>
              <a:rect l="l" t="t" r="r" b="b"/>
              <a:pathLst>
                <a:path w="26420" h="29889" extrusionOk="0">
                  <a:moveTo>
                    <a:pt x="16279" y="0"/>
                  </a:moveTo>
                  <a:lnTo>
                    <a:pt x="1" y="22550"/>
                  </a:lnTo>
                  <a:lnTo>
                    <a:pt x="10141" y="29888"/>
                  </a:lnTo>
                  <a:lnTo>
                    <a:pt x="26420" y="7339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6479720" y="3773327"/>
              <a:ext cx="396253" cy="321638"/>
            </a:xfrm>
            <a:custGeom>
              <a:avLst/>
              <a:gdLst/>
              <a:ahLst/>
              <a:cxnLst/>
              <a:rect l="l" t="t" r="r" b="b"/>
              <a:pathLst>
                <a:path w="14344" h="11643" extrusionOk="0">
                  <a:moveTo>
                    <a:pt x="4203" y="1"/>
                  </a:moveTo>
                  <a:lnTo>
                    <a:pt x="0" y="5805"/>
                  </a:lnTo>
                  <a:lnTo>
                    <a:pt x="11208" y="11643"/>
                  </a:lnTo>
                  <a:lnTo>
                    <a:pt x="14344" y="7306"/>
                  </a:lnTo>
                  <a:lnTo>
                    <a:pt x="4203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7297100" y="2693261"/>
              <a:ext cx="426668" cy="529488"/>
            </a:xfrm>
            <a:custGeom>
              <a:avLst/>
              <a:gdLst/>
              <a:ahLst/>
              <a:cxnLst/>
              <a:rect l="l" t="t" r="r" b="b"/>
              <a:pathLst>
                <a:path w="15445" h="19167" extrusionOk="0">
                  <a:moveTo>
                    <a:pt x="10383" y="0"/>
                  </a:moveTo>
                  <a:cubicBezTo>
                    <a:pt x="8118" y="0"/>
                    <a:pt x="4870" y="2632"/>
                    <a:pt x="3069" y="5874"/>
                  </a:cubicBezTo>
                  <a:cubicBezTo>
                    <a:pt x="1234" y="9176"/>
                    <a:pt x="601" y="12979"/>
                    <a:pt x="0" y="16682"/>
                  </a:cubicBezTo>
                  <a:cubicBezTo>
                    <a:pt x="1604" y="18328"/>
                    <a:pt x="3872" y="19167"/>
                    <a:pt x="6145" y="19167"/>
                  </a:cubicBezTo>
                  <a:cubicBezTo>
                    <a:pt x="7511" y="19167"/>
                    <a:pt x="8880" y="18863"/>
                    <a:pt x="10107" y="18250"/>
                  </a:cubicBezTo>
                  <a:cubicBezTo>
                    <a:pt x="13343" y="16648"/>
                    <a:pt x="15445" y="12979"/>
                    <a:pt x="15445" y="9343"/>
                  </a:cubicBezTo>
                  <a:cubicBezTo>
                    <a:pt x="15445" y="5674"/>
                    <a:pt x="13476" y="2171"/>
                    <a:pt x="10508" y="3"/>
                  </a:cubicBezTo>
                  <a:cubicBezTo>
                    <a:pt x="10466" y="1"/>
                    <a:pt x="10425" y="0"/>
                    <a:pt x="10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6748791" y="2717295"/>
              <a:ext cx="458023" cy="499239"/>
            </a:xfrm>
            <a:custGeom>
              <a:avLst/>
              <a:gdLst/>
              <a:ahLst/>
              <a:cxnLst/>
              <a:rect l="l" t="t" r="r" b="b"/>
              <a:pathLst>
                <a:path w="16580" h="18072" extrusionOk="0">
                  <a:moveTo>
                    <a:pt x="2302" y="0"/>
                  </a:moveTo>
                  <a:cubicBezTo>
                    <a:pt x="735" y="3103"/>
                    <a:pt x="1" y="6772"/>
                    <a:pt x="801" y="10141"/>
                  </a:cubicBezTo>
                  <a:cubicBezTo>
                    <a:pt x="1602" y="13510"/>
                    <a:pt x="4070" y="16612"/>
                    <a:pt x="7406" y="17680"/>
                  </a:cubicBezTo>
                  <a:cubicBezTo>
                    <a:pt x="8207" y="17944"/>
                    <a:pt x="9048" y="18072"/>
                    <a:pt x="9889" y="18072"/>
                  </a:cubicBezTo>
                  <a:cubicBezTo>
                    <a:pt x="12551" y="18072"/>
                    <a:pt x="15210" y="16792"/>
                    <a:pt x="16579" y="14511"/>
                  </a:cubicBezTo>
                  <a:cubicBezTo>
                    <a:pt x="14144" y="11976"/>
                    <a:pt x="12776" y="8607"/>
                    <a:pt x="10775" y="5671"/>
                  </a:cubicBezTo>
                  <a:cubicBezTo>
                    <a:pt x="8774" y="2769"/>
                    <a:pt x="5771" y="101"/>
                    <a:pt x="23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6977336" y="3045346"/>
              <a:ext cx="640458" cy="815545"/>
            </a:xfrm>
            <a:custGeom>
              <a:avLst/>
              <a:gdLst/>
              <a:ahLst/>
              <a:cxnLst/>
              <a:rect l="l" t="t" r="r" b="b"/>
              <a:pathLst>
                <a:path w="23184" h="29522" extrusionOk="0">
                  <a:moveTo>
                    <a:pt x="5904" y="1"/>
                  </a:moveTo>
                  <a:lnTo>
                    <a:pt x="4237" y="10008"/>
                  </a:lnTo>
                  <a:lnTo>
                    <a:pt x="0" y="10008"/>
                  </a:lnTo>
                  <a:lnTo>
                    <a:pt x="5037" y="29522"/>
                  </a:lnTo>
                  <a:lnTo>
                    <a:pt x="23183" y="10008"/>
                  </a:lnTo>
                  <a:lnTo>
                    <a:pt x="17313" y="10008"/>
                  </a:lnTo>
                  <a:lnTo>
                    <a:pt x="14077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2"/>
            <p:cNvSpPr/>
            <p:nvPr/>
          </p:nvSpPr>
          <p:spPr>
            <a:xfrm>
              <a:off x="7130298" y="3047196"/>
              <a:ext cx="304124" cy="213735"/>
            </a:xfrm>
            <a:custGeom>
              <a:avLst/>
              <a:gdLst/>
              <a:ahLst/>
              <a:cxnLst/>
              <a:rect l="l" t="t" r="r" b="b"/>
              <a:pathLst>
                <a:path w="11009" h="7737" extrusionOk="0">
                  <a:moveTo>
                    <a:pt x="367" y="0"/>
                  </a:moveTo>
                  <a:lnTo>
                    <a:pt x="1" y="2369"/>
                  </a:lnTo>
                  <a:cubicBezTo>
                    <a:pt x="1669" y="4919"/>
                    <a:pt x="4675" y="7736"/>
                    <a:pt x="10028" y="7736"/>
                  </a:cubicBezTo>
                  <a:cubicBezTo>
                    <a:pt x="10346" y="7736"/>
                    <a:pt x="10673" y="7726"/>
                    <a:pt x="11008" y="7706"/>
                  </a:cubicBezTo>
                  <a:lnTo>
                    <a:pt x="8540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2"/>
            <p:cNvSpPr/>
            <p:nvPr/>
          </p:nvSpPr>
          <p:spPr>
            <a:xfrm>
              <a:off x="7106346" y="3045346"/>
              <a:ext cx="511449" cy="423906"/>
            </a:xfrm>
            <a:custGeom>
              <a:avLst/>
              <a:gdLst/>
              <a:ahLst/>
              <a:cxnLst/>
              <a:rect l="l" t="t" r="r" b="b"/>
              <a:pathLst>
                <a:path w="18514" h="15345" extrusionOk="0">
                  <a:moveTo>
                    <a:pt x="1234" y="1"/>
                  </a:moveTo>
                  <a:lnTo>
                    <a:pt x="0" y="7439"/>
                  </a:lnTo>
                  <a:lnTo>
                    <a:pt x="13543" y="15345"/>
                  </a:lnTo>
                  <a:lnTo>
                    <a:pt x="18513" y="10008"/>
                  </a:lnTo>
                  <a:lnTo>
                    <a:pt x="12643" y="10008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2"/>
            <p:cNvSpPr/>
            <p:nvPr/>
          </p:nvSpPr>
          <p:spPr>
            <a:xfrm>
              <a:off x="6417065" y="3321792"/>
              <a:ext cx="633082" cy="750129"/>
            </a:xfrm>
            <a:custGeom>
              <a:avLst/>
              <a:gdLst/>
              <a:ahLst/>
              <a:cxnLst/>
              <a:rect l="l" t="t" r="r" b="b"/>
              <a:pathLst>
                <a:path w="22917" h="27154" extrusionOk="0">
                  <a:moveTo>
                    <a:pt x="18080" y="1"/>
                  </a:moveTo>
                  <a:cubicBezTo>
                    <a:pt x="15811" y="1"/>
                    <a:pt x="13643" y="968"/>
                    <a:pt x="12142" y="2669"/>
                  </a:cubicBezTo>
                  <a:lnTo>
                    <a:pt x="0" y="17647"/>
                  </a:lnTo>
                  <a:lnTo>
                    <a:pt x="17746" y="27154"/>
                  </a:lnTo>
                  <a:lnTo>
                    <a:pt x="22916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2"/>
            <p:cNvSpPr/>
            <p:nvPr/>
          </p:nvSpPr>
          <p:spPr>
            <a:xfrm>
              <a:off x="6564502" y="3435138"/>
              <a:ext cx="450619" cy="636784"/>
            </a:xfrm>
            <a:custGeom>
              <a:avLst/>
              <a:gdLst/>
              <a:ahLst/>
              <a:cxnLst/>
              <a:rect l="l" t="t" r="r" b="b"/>
              <a:pathLst>
                <a:path w="16312" h="23051" extrusionOk="0">
                  <a:moveTo>
                    <a:pt x="14344" y="1"/>
                  </a:moveTo>
                  <a:lnTo>
                    <a:pt x="0" y="16379"/>
                  </a:lnTo>
                  <a:lnTo>
                    <a:pt x="12409" y="23051"/>
                  </a:lnTo>
                  <a:lnTo>
                    <a:pt x="16312" y="2636"/>
                  </a:lnTo>
                  <a:lnTo>
                    <a:pt x="14344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2"/>
            <p:cNvSpPr/>
            <p:nvPr/>
          </p:nvSpPr>
          <p:spPr>
            <a:xfrm>
              <a:off x="7423210" y="2441761"/>
              <a:ext cx="316223" cy="421060"/>
            </a:xfrm>
            <a:custGeom>
              <a:avLst/>
              <a:gdLst/>
              <a:ahLst/>
              <a:cxnLst/>
              <a:rect l="l" t="t" r="r" b="b"/>
              <a:pathLst>
                <a:path w="11447" h="15242" extrusionOk="0">
                  <a:moveTo>
                    <a:pt x="405" y="1"/>
                  </a:moveTo>
                  <a:cubicBezTo>
                    <a:pt x="405" y="1"/>
                    <a:pt x="0" y="15242"/>
                    <a:pt x="3734" y="15242"/>
                  </a:cubicBezTo>
                  <a:cubicBezTo>
                    <a:pt x="4286" y="15242"/>
                    <a:pt x="4928" y="14909"/>
                    <a:pt x="5676" y="14144"/>
                  </a:cubicBezTo>
                  <a:cubicBezTo>
                    <a:pt x="11447" y="8173"/>
                    <a:pt x="5109" y="1635"/>
                    <a:pt x="5109" y="1635"/>
                  </a:cubicBezTo>
                  <a:lnTo>
                    <a:pt x="405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2"/>
            <p:cNvSpPr/>
            <p:nvPr/>
          </p:nvSpPr>
          <p:spPr>
            <a:xfrm>
              <a:off x="6898990" y="2333027"/>
              <a:ext cx="669050" cy="778694"/>
            </a:xfrm>
            <a:custGeom>
              <a:avLst/>
              <a:gdLst/>
              <a:ahLst/>
              <a:cxnLst/>
              <a:rect l="l" t="t" r="r" b="b"/>
              <a:pathLst>
                <a:path w="24219" h="28188" extrusionOk="0">
                  <a:moveTo>
                    <a:pt x="1" y="1"/>
                  </a:moveTo>
                  <a:lnTo>
                    <a:pt x="568" y="17680"/>
                  </a:lnTo>
                  <a:cubicBezTo>
                    <a:pt x="568" y="23451"/>
                    <a:pt x="5271" y="28187"/>
                    <a:pt x="11075" y="28187"/>
                  </a:cubicBezTo>
                  <a:lnTo>
                    <a:pt x="13711" y="28187"/>
                  </a:lnTo>
                  <a:cubicBezTo>
                    <a:pt x="19515" y="28187"/>
                    <a:pt x="24218" y="23517"/>
                    <a:pt x="24185" y="17680"/>
                  </a:cubicBezTo>
                  <a:lnTo>
                    <a:pt x="23584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2"/>
            <p:cNvSpPr/>
            <p:nvPr/>
          </p:nvSpPr>
          <p:spPr>
            <a:xfrm>
              <a:off x="7285110" y="2748263"/>
              <a:ext cx="53482" cy="165336"/>
            </a:xfrm>
            <a:custGeom>
              <a:avLst/>
              <a:gdLst/>
              <a:ahLst/>
              <a:cxnLst/>
              <a:rect l="l" t="t" r="r" b="b"/>
              <a:pathLst>
                <a:path w="1936" h="5985" extrusionOk="0">
                  <a:moveTo>
                    <a:pt x="273" y="0"/>
                  </a:moveTo>
                  <a:cubicBezTo>
                    <a:pt x="191" y="0"/>
                    <a:pt x="104" y="25"/>
                    <a:pt x="67" y="80"/>
                  </a:cubicBezTo>
                  <a:cubicBezTo>
                    <a:pt x="1" y="180"/>
                    <a:pt x="1" y="381"/>
                    <a:pt x="101" y="481"/>
                  </a:cubicBezTo>
                  <a:cubicBezTo>
                    <a:pt x="868" y="1048"/>
                    <a:pt x="1335" y="1982"/>
                    <a:pt x="1368" y="2916"/>
                  </a:cubicBezTo>
                  <a:cubicBezTo>
                    <a:pt x="1368" y="3883"/>
                    <a:pt x="935" y="4850"/>
                    <a:pt x="234" y="5484"/>
                  </a:cubicBezTo>
                  <a:cubicBezTo>
                    <a:pt x="101" y="5584"/>
                    <a:pt x="101" y="5751"/>
                    <a:pt x="201" y="5884"/>
                  </a:cubicBezTo>
                  <a:cubicBezTo>
                    <a:pt x="234" y="5918"/>
                    <a:pt x="334" y="5985"/>
                    <a:pt x="401" y="5985"/>
                  </a:cubicBezTo>
                  <a:cubicBezTo>
                    <a:pt x="468" y="5985"/>
                    <a:pt x="519" y="5955"/>
                    <a:pt x="556" y="5955"/>
                  </a:cubicBezTo>
                  <a:cubicBezTo>
                    <a:pt x="575" y="5955"/>
                    <a:pt x="590" y="5962"/>
                    <a:pt x="601" y="5985"/>
                  </a:cubicBezTo>
                  <a:cubicBezTo>
                    <a:pt x="1435" y="5217"/>
                    <a:pt x="1935" y="4083"/>
                    <a:pt x="1902" y="2982"/>
                  </a:cubicBezTo>
                  <a:cubicBezTo>
                    <a:pt x="1902" y="1848"/>
                    <a:pt x="1335" y="747"/>
                    <a:pt x="434" y="47"/>
                  </a:cubicBezTo>
                  <a:cubicBezTo>
                    <a:pt x="404" y="17"/>
                    <a:pt x="341" y="0"/>
                    <a:pt x="273" y="0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2"/>
            <p:cNvSpPr/>
            <p:nvPr/>
          </p:nvSpPr>
          <p:spPr>
            <a:xfrm>
              <a:off x="6953357" y="2731108"/>
              <a:ext cx="198154" cy="198154"/>
            </a:xfrm>
            <a:custGeom>
              <a:avLst/>
              <a:gdLst/>
              <a:ahLst/>
              <a:cxnLst/>
              <a:rect l="l" t="t" r="r" b="b"/>
              <a:pathLst>
                <a:path w="7173" h="7173" extrusionOk="0">
                  <a:moveTo>
                    <a:pt x="3570" y="1"/>
                  </a:moveTo>
                  <a:cubicBezTo>
                    <a:pt x="1602" y="1"/>
                    <a:pt x="1" y="1602"/>
                    <a:pt x="1" y="3603"/>
                  </a:cubicBezTo>
                  <a:cubicBezTo>
                    <a:pt x="1" y="5571"/>
                    <a:pt x="1602" y="7173"/>
                    <a:pt x="3570" y="7173"/>
                  </a:cubicBezTo>
                  <a:cubicBezTo>
                    <a:pt x="5538" y="7173"/>
                    <a:pt x="7173" y="5571"/>
                    <a:pt x="7173" y="3603"/>
                  </a:cubicBezTo>
                  <a:cubicBezTo>
                    <a:pt x="7173" y="1602"/>
                    <a:pt x="5538" y="1"/>
                    <a:pt x="3570" y="1"/>
                  </a:cubicBezTo>
                  <a:close/>
                </a:path>
              </a:pathLst>
            </a:custGeom>
            <a:solidFill>
              <a:srgbClr val="FFBA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2"/>
            <p:cNvSpPr/>
            <p:nvPr/>
          </p:nvSpPr>
          <p:spPr>
            <a:xfrm>
              <a:off x="7433486" y="2730196"/>
              <a:ext cx="134561" cy="199066"/>
            </a:xfrm>
            <a:custGeom>
              <a:avLst/>
              <a:gdLst/>
              <a:ahLst/>
              <a:cxnLst/>
              <a:rect l="l" t="t" r="r" b="b"/>
              <a:pathLst>
                <a:path w="4871" h="7206" extrusionOk="0">
                  <a:moveTo>
                    <a:pt x="3636" y="0"/>
                  </a:moveTo>
                  <a:cubicBezTo>
                    <a:pt x="1635" y="0"/>
                    <a:pt x="0" y="1635"/>
                    <a:pt x="0" y="3636"/>
                  </a:cubicBezTo>
                  <a:cubicBezTo>
                    <a:pt x="0" y="5638"/>
                    <a:pt x="1601" y="7206"/>
                    <a:pt x="3569" y="7206"/>
                  </a:cubicBezTo>
                  <a:cubicBezTo>
                    <a:pt x="3736" y="7206"/>
                    <a:pt x="3936" y="7206"/>
                    <a:pt x="4136" y="7172"/>
                  </a:cubicBezTo>
                  <a:cubicBezTo>
                    <a:pt x="4570" y="5971"/>
                    <a:pt x="4870" y="4670"/>
                    <a:pt x="4870" y="3336"/>
                  </a:cubicBezTo>
                  <a:lnTo>
                    <a:pt x="4803" y="201"/>
                  </a:lnTo>
                  <a:cubicBezTo>
                    <a:pt x="4403" y="67"/>
                    <a:pt x="4036" y="0"/>
                    <a:pt x="3636" y="0"/>
                  </a:cubicBezTo>
                  <a:close/>
                </a:path>
              </a:pathLst>
            </a:custGeom>
            <a:solidFill>
              <a:srgbClr val="FFBA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2"/>
            <p:cNvSpPr/>
            <p:nvPr/>
          </p:nvSpPr>
          <p:spPr>
            <a:xfrm>
              <a:off x="7101733" y="2122937"/>
              <a:ext cx="180640" cy="191276"/>
            </a:xfrm>
            <a:custGeom>
              <a:avLst/>
              <a:gdLst/>
              <a:ahLst/>
              <a:cxnLst/>
              <a:rect l="l" t="t" r="r" b="b"/>
              <a:pathLst>
                <a:path w="6539" h="6924" extrusionOk="0">
                  <a:moveTo>
                    <a:pt x="4537" y="0"/>
                  </a:moveTo>
                  <a:cubicBezTo>
                    <a:pt x="5171" y="1368"/>
                    <a:pt x="4637" y="3036"/>
                    <a:pt x="3670" y="4170"/>
                  </a:cubicBezTo>
                  <a:cubicBezTo>
                    <a:pt x="2669" y="5337"/>
                    <a:pt x="1335" y="6038"/>
                    <a:pt x="0" y="6772"/>
                  </a:cubicBezTo>
                  <a:cubicBezTo>
                    <a:pt x="539" y="6874"/>
                    <a:pt x="1059" y="6923"/>
                    <a:pt x="1552" y="6923"/>
                  </a:cubicBezTo>
                  <a:cubicBezTo>
                    <a:pt x="3468" y="6923"/>
                    <a:pt x="4981" y="6177"/>
                    <a:pt x="5671" y="4904"/>
                  </a:cubicBezTo>
                  <a:cubicBezTo>
                    <a:pt x="6538" y="3302"/>
                    <a:pt x="6038" y="1101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2"/>
            <p:cNvSpPr/>
            <p:nvPr/>
          </p:nvSpPr>
          <p:spPr>
            <a:xfrm>
              <a:off x="6706414" y="2283772"/>
              <a:ext cx="479183" cy="408657"/>
            </a:xfrm>
            <a:custGeom>
              <a:avLst/>
              <a:gdLst/>
              <a:ahLst/>
              <a:cxnLst/>
              <a:rect l="l" t="t" r="r" b="b"/>
              <a:pathLst>
                <a:path w="17346" h="14793" extrusionOk="0">
                  <a:moveTo>
                    <a:pt x="13643" y="1"/>
                  </a:moveTo>
                  <a:cubicBezTo>
                    <a:pt x="10083" y="1"/>
                    <a:pt x="5267" y="1093"/>
                    <a:pt x="2969" y="3185"/>
                  </a:cubicBezTo>
                  <a:cubicBezTo>
                    <a:pt x="0" y="5953"/>
                    <a:pt x="601" y="11124"/>
                    <a:pt x="2302" y="14793"/>
                  </a:cubicBezTo>
                  <a:cubicBezTo>
                    <a:pt x="5971" y="14793"/>
                    <a:pt x="10541" y="12725"/>
                    <a:pt x="13210" y="10223"/>
                  </a:cubicBezTo>
                  <a:cubicBezTo>
                    <a:pt x="15878" y="7721"/>
                    <a:pt x="17346" y="3818"/>
                    <a:pt x="16345" y="282"/>
                  </a:cubicBezTo>
                  <a:cubicBezTo>
                    <a:pt x="15614" y="94"/>
                    <a:pt x="14682" y="1"/>
                    <a:pt x="13643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2"/>
            <p:cNvSpPr/>
            <p:nvPr/>
          </p:nvSpPr>
          <p:spPr>
            <a:xfrm>
              <a:off x="6559888" y="2672128"/>
              <a:ext cx="298599" cy="346638"/>
            </a:xfrm>
            <a:custGeom>
              <a:avLst/>
              <a:gdLst/>
              <a:ahLst/>
              <a:cxnLst/>
              <a:rect l="l" t="t" r="r" b="b"/>
              <a:pathLst>
                <a:path w="10809" h="12548" extrusionOk="0">
                  <a:moveTo>
                    <a:pt x="10808" y="1"/>
                  </a:moveTo>
                  <a:cubicBezTo>
                    <a:pt x="9074" y="1002"/>
                    <a:pt x="7005" y="1435"/>
                    <a:pt x="5137" y="2169"/>
                  </a:cubicBezTo>
                  <a:cubicBezTo>
                    <a:pt x="3269" y="2936"/>
                    <a:pt x="1401" y="4104"/>
                    <a:pt x="634" y="5972"/>
                  </a:cubicBezTo>
                  <a:cubicBezTo>
                    <a:pt x="0" y="7573"/>
                    <a:pt x="267" y="9441"/>
                    <a:pt x="1335" y="10775"/>
                  </a:cubicBezTo>
                  <a:cubicBezTo>
                    <a:pt x="2232" y="11897"/>
                    <a:pt x="3672" y="12548"/>
                    <a:pt x="5100" y="12548"/>
                  </a:cubicBezTo>
                  <a:cubicBezTo>
                    <a:pt x="5370" y="12548"/>
                    <a:pt x="5639" y="12524"/>
                    <a:pt x="5905" y="12477"/>
                  </a:cubicBezTo>
                  <a:cubicBezTo>
                    <a:pt x="4237" y="11676"/>
                    <a:pt x="3303" y="9741"/>
                    <a:pt x="3403" y="7907"/>
                  </a:cubicBezTo>
                  <a:cubicBezTo>
                    <a:pt x="3503" y="6072"/>
                    <a:pt x="4504" y="4337"/>
                    <a:pt x="5938" y="3137"/>
                  </a:cubicBezTo>
                  <a:cubicBezTo>
                    <a:pt x="7272" y="1936"/>
                    <a:pt x="8974" y="1135"/>
                    <a:pt x="10808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2"/>
            <p:cNvSpPr/>
            <p:nvPr/>
          </p:nvSpPr>
          <p:spPr>
            <a:xfrm>
              <a:off x="6647433" y="2706245"/>
              <a:ext cx="280145" cy="520206"/>
            </a:xfrm>
            <a:custGeom>
              <a:avLst/>
              <a:gdLst/>
              <a:ahLst/>
              <a:cxnLst/>
              <a:rect l="l" t="t" r="r" b="b"/>
              <a:pathLst>
                <a:path w="10141" h="18831" extrusionOk="0">
                  <a:moveTo>
                    <a:pt x="4737" y="0"/>
                  </a:moveTo>
                  <a:cubicBezTo>
                    <a:pt x="2936" y="2335"/>
                    <a:pt x="1335" y="4904"/>
                    <a:pt x="668" y="7772"/>
                  </a:cubicBezTo>
                  <a:cubicBezTo>
                    <a:pt x="0" y="10675"/>
                    <a:pt x="401" y="13877"/>
                    <a:pt x="2235" y="16212"/>
                  </a:cubicBezTo>
                  <a:cubicBezTo>
                    <a:pt x="3520" y="17824"/>
                    <a:pt x="5591" y="18831"/>
                    <a:pt x="7622" y="18831"/>
                  </a:cubicBezTo>
                  <a:cubicBezTo>
                    <a:pt x="8490" y="18831"/>
                    <a:pt x="9351" y="18646"/>
                    <a:pt x="10141" y="18247"/>
                  </a:cubicBezTo>
                  <a:lnTo>
                    <a:pt x="10141" y="18247"/>
                  </a:lnTo>
                  <a:cubicBezTo>
                    <a:pt x="9879" y="18307"/>
                    <a:pt x="9618" y="18336"/>
                    <a:pt x="9359" y="18336"/>
                  </a:cubicBezTo>
                  <a:cubicBezTo>
                    <a:pt x="7344" y="18336"/>
                    <a:pt x="5495" y="16588"/>
                    <a:pt x="4904" y="14577"/>
                  </a:cubicBezTo>
                  <a:cubicBezTo>
                    <a:pt x="4237" y="12342"/>
                    <a:pt x="4770" y="9907"/>
                    <a:pt x="5338" y="7606"/>
                  </a:cubicBezTo>
                  <a:cubicBezTo>
                    <a:pt x="5905" y="5337"/>
                    <a:pt x="6505" y="2936"/>
                    <a:pt x="4737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2"/>
            <p:cNvSpPr/>
            <p:nvPr/>
          </p:nvSpPr>
          <p:spPr>
            <a:xfrm>
              <a:off x="7611311" y="2716384"/>
              <a:ext cx="28" cy="28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close/>
                </a:path>
              </a:pathLst>
            </a:custGeom>
            <a:noFill/>
            <a:ln w="667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2"/>
            <p:cNvSpPr/>
            <p:nvPr/>
          </p:nvSpPr>
          <p:spPr>
            <a:xfrm>
              <a:off x="7617775" y="2648177"/>
              <a:ext cx="197215" cy="463548"/>
            </a:xfrm>
            <a:custGeom>
              <a:avLst/>
              <a:gdLst/>
              <a:ahLst/>
              <a:cxnLst/>
              <a:rect l="l" t="t" r="r" b="b"/>
              <a:pathLst>
                <a:path w="7139" h="16780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136"/>
                    <a:pt x="601" y="4137"/>
                    <a:pt x="1502" y="5938"/>
                  </a:cubicBezTo>
                  <a:cubicBezTo>
                    <a:pt x="2335" y="7673"/>
                    <a:pt x="3470" y="9307"/>
                    <a:pt x="4137" y="11142"/>
                  </a:cubicBezTo>
                  <a:cubicBezTo>
                    <a:pt x="4804" y="12977"/>
                    <a:pt x="4971" y="15112"/>
                    <a:pt x="3903" y="16779"/>
                  </a:cubicBezTo>
                  <a:cubicBezTo>
                    <a:pt x="6005" y="16012"/>
                    <a:pt x="7139" y="13510"/>
                    <a:pt x="6905" y="11309"/>
                  </a:cubicBezTo>
                  <a:cubicBezTo>
                    <a:pt x="6705" y="9040"/>
                    <a:pt x="5471" y="7039"/>
                    <a:pt x="4070" y="5304"/>
                  </a:cubicBezTo>
                  <a:cubicBezTo>
                    <a:pt x="2702" y="3537"/>
                    <a:pt x="1101" y="19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2"/>
            <p:cNvSpPr/>
            <p:nvPr/>
          </p:nvSpPr>
          <p:spPr>
            <a:xfrm>
              <a:off x="7184664" y="2269130"/>
              <a:ext cx="452470" cy="348213"/>
            </a:xfrm>
            <a:custGeom>
              <a:avLst/>
              <a:gdLst/>
              <a:ahLst/>
              <a:cxnLst/>
              <a:rect l="l" t="t" r="r" b="b"/>
              <a:pathLst>
                <a:path w="16379" h="12605" extrusionOk="0">
                  <a:moveTo>
                    <a:pt x="5353" y="0"/>
                  </a:moveTo>
                  <a:cubicBezTo>
                    <a:pt x="3457" y="0"/>
                    <a:pt x="1506" y="150"/>
                    <a:pt x="1" y="546"/>
                  </a:cubicBezTo>
                  <a:cubicBezTo>
                    <a:pt x="3136" y="5749"/>
                    <a:pt x="8473" y="10386"/>
                    <a:pt x="13410" y="12354"/>
                  </a:cubicBezTo>
                  <a:cubicBezTo>
                    <a:pt x="13761" y="12471"/>
                    <a:pt x="14145" y="12605"/>
                    <a:pt x="14516" y="12605"/>
                  </a:cubicBezTo>
                  <a:cubicBezTo>
                    <a:pt x="14674" y="12605"/>
                    <a:pt x="14829" y="12581"/>
                    <a:pt x="14978" y="12521"/>
                  </a:cubicBezTo>
                  <a:cubicBezTo>
                    <a:pt x="15712" y="12187"/>
                    <a:pt x="15912" y="11220"/>
                    <a:pt x="16012" y="10386"/>
                  </a:cubicBezTo>
                  <a:cubicBezTo>
                    <a:pt x="16212" y="8251"/>
                    <a:pt x="16379" y="6050"/>
                    <a:pt x="15478" y="4148"/>
                  </a:cubicBezTo>
                  <a:cubicBezTo>
                    <a:pt x="14344" y="1746"/>
                    <a:pt x="11642" y="412"/>
                    <a:pt x="9007" y="179"/>
                  </a:cubicBezTo>
                  <a:cubicBezTo>
                    <a:pt x="7923" y="70"/>
                    <a:pt x="6651" y="0"/>
                    <a:pt x="53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2"/>
            <p:cNvSpPr/>
            <p:nvPr/>
          </p:nvSpPr>
          <p:spPr>
            <a:xfrm>
              <a:off x="7153337" y="2901584"/>
              <a:ext cx="197215" cy="96798"/>
            </a:xfrm>
            <a:custGeom>
              <a:avLst/>
              <a:gdLst/>
              <a:ahLst/>
              <a:cxnLst/>
              <a:rect l="l" t="t" r="r" b="b"/>
              <a:pathLst>
                <a:path w="7139" h="3504" extrusionOk="0">
                  <a:moveTo>
                    <a:pt x="307" y="1"/>
                  </a:moveTo>
                  <a:cubicBezTo>
                    <a:pt x="260" y="1"/>
                    <a:pt x="212" y="12"/>
                    <a:pt x="167" y="34"/>
                  </a:cubicBezTo>
                  <a:cubicBezTo>
                    <a:pt x="34" y="134"/>
                    <a:pt x="0" y="301"/>
                    <a:pt x="101" y="435"/>
                  </a:cubicBezTo>
                  <a:cubicBezTo>
                    <a:pt x="1201" y="2336"/>
                    <a:pt x="3370" y="3503"/>
                    <a:pt x="5604" y="3503"/>
                  </a:cubicBezTo>
                  <a:cubicBezTo>
                    <a:pt x="6038" y="3503"/>
                    <a:pt x="6505" y="3470"/>
                    <a:pt x="6872" y="3370"/>
                  </a:cubicBezTo>
                  <a:cubicBezTo>
                    <a:pt x="7039" y="3337"/>
                    <a:pt x="7139" y="3203"/>
                    <a:pt x="7106" y="3036"/>
                  </a:cubicBezTo>
                  <a:cubicBezTo>
                    <a:pt x="7050" y="2897"/>
                    <a:pt x="6971" y="2828"/>
                    <a:pt x="6850" y="2828"/>
                  </a:cubicBezTo>
                  <a:cubicBezTo>
                    <a:pt x="6826" y="2828"/>
                    <a:pt x="6800" y="2831"/>
                    <a:pt x="6772" y="2836"/>
                  </a:cubicBezTo>
                  <a:cubicBezTo>
                    <a:pt x="6402" y="2916"/>
                    <a:pt x="6024" y="2954"/>
                    <a:pt x="5644" y="2954"/>
                  </a:cubicBezTo>
                  <a:cubicBezTo>
                    <a:pt x="3627" y="2954"/>
                    <a:pt x="1573" y="1875"/>
                    <a:pt x="534" y="134"/>
                  </a:cubicBezTo>
                  <a:cubicBezTo>
                    <a:pt x="490" y="45"/>
                    <a:pt x="401" y="1"/>
                    <a:pt x="307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2"/>
            <p:cNvSpPr/>
            <p:nvPr/>
          </p:nvSpPr>
          <p:spPr>
            <a:xfrm>
              <a:off x="6715613" y="2573478"/>
              <a:ext cx="238708" cy="158457"/>
            </a:xfrm>
            <a:custGeom>
              <a:avLst/>
              <a:gdLst/>
              <a:ahLst/>
              <a:cxnLst/>
              <a:rect l="l" t="t" r="r" b="b"/>
              <a:pathLst>
                <a:path w="8641" h="5736" extrusionOk="0">
                  <a:moveTo>
                    <a:pt x="6196" y="0"/>
                  </a:moveTo>
                  <a:cubicBezTo>
                    <a:pt x="5922" y="0"/>
                    <a:pt x="5643" y="54"/>
                    <a:pt x="5371" y="170"/>
                  </a:cubicBezTo>
                  <a:lnTo>
                    <a:pt x="1669" y="1637"/>
                  </a:lnTo>
                  <a:cubicBezTo>
                    <a:pt x="535" y="2071"/>
                    <a:pt x="1" y="3372"/>
                    <a:pt x="535" y="4506"/>
                  </a:cubicBezTo>
                  <a:lnTo>
                    <a:pt x="535" y="4539"/>
                  </a:lnTo>
                  <a:cubicBezTo>
                    <a:pt x="908" y="5286"/>
                    <a:pt x="1690" y="5736"/>
                    <a:pt x="2492" y="5736"/>
                  </a:cubicBezTo>
                  <a:cubicBezTo>
                    <a:pt x="2765" y="5736"/>
                    <a:pt x="3041" y="5684"/>
                    <a:pt x="3303" y="5573"/>
                  </a:cubicBezTo>
                  <a:lnTo>
                    <a:pt x="7006" y="4072"/>
                  </a:lnTo>
                  <a:cubicBezTo>
                    <a:pt x="8107" y="3639"/>
                    <a:pt x="8640" y="2404"/>
                    <a:pt x="8173" y="1337"/>
                  </a:cubicBezTo>
                  <a:cubicBezTo>
                    <a:pt x="7821" y="508"/>
                    <a:pt x="7034" y="0"/>
                    <a:pt x="6196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6882415" y="2492315"/>
              <a:ext cx="667199" cy="352274"/>
            </a:xfrm>
            <a:custGeom>
              <a:avLst/>
              <a:gdLst/>
              <a:ahLst/>
              <a:cxnLst/>
              <a:rect l="l" t="t" r="r" b="b"/>
              <a:pathLst>
                <a:path w="24152" h="12752" extrusionOk="0">
                  <a:moveTo>
                    <a:pt x="13918" y="0"/>
                  </a:moveTo>
                  <a:cubicBezTo>
                    <a:pt x="9110" y="0"/>
                    <a:pt x="4288" y="1065"/>
                    <a:pt x="0" y="3007"/>
                  </a:cubicBezTo>
                  <a:cubicBezTo>
                    <a:pt x="601" y="5576"/>
                    <a:pt x="1335" y="8144"/>
                    <a:pt x="3003" y="10146"/>
                  </a:cubicBezTo>
                  <a:cubicBezTo>
                    <a:pt x="4286" y="11685"/>
                    <a:pt x="6259" y="12751"/>
                    <a:pt x="8226" y="12751"/>
                  </a:cubicBezTo>
                  <a:cubicBezTo>
                    <a:pt x="8815" y="12751"/>
                    <a:pt x="9405" y="12655"/>
                    <a:pt x="9974" y="12448"/>
                  </a:cubicBezTo>
                  <a:cubicBezTo>
                    <a:pt x="11309" y="11947"/>
                    <a:pt x="12476" y="10813"/>
                    <a:pt x="13944" y="10780"/>
                  </a:cubicBezTo>
                  <a:cubicBezTo>
                    <a:pt x="13960" y="10779"/>
                    <a:pt x="13977" y="10779"/>
                    <a:pt x="13993" y="10779"/>
                  </a:cubicBezTo>
                  <a:cubicBezTo>
                    <a:pt x="15871" y="10779"/>
                    <a:pt x="17363" y="12648"/>
                    <a:pt x="19281" y="12648"/>
                  </a:cubicBezTo>
                  <a:cubicBezTo>
                    <a:pt x="19306" y="12648"/>
                    <a:pt x="19331" y="12649"/>
                    <a:pt x="19357" y="12649"/>
                  </a:cubicBezTo>
                  <a:cubicBezTo>
                    <a:pt x="20432" y="12649"/>
                    <a:pt x="21499" y="11960"/>
                    <a:pt x="22183" y="11080"/>
                  </a:cubicBezTo>
                  <a:cubicBezTo>
                    <a:pt x="22883" y="10146"/>
                    <a:pt x="23217" y="9012"/>
                    <a:pt x="23517" y="7944"/>
                  </a:cubicBezTo>
                  <a:cubicBezTo>
                    <a:pt x="23984" y="6010"/>
                    <a:pt x="24151" y="3775"/>
                    <a:pt x="22850" y="2274"/>
                  </a:cubicBezTo>
                  <a:cubicBezTo>
                    <a:pt x="21816" y="1006"/>
                    <a:pt x="20148" y="606"/>
                    <a:pt x="18547" y="339"/>
                  </a:cubicBezTo>
                  <a:cubicBezTo>
                    <a:pt x="17018" y="111"/>
                    <a:pt x="15469" y="0"/>
                    <a:pt x="1391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2"/>
            <p:cNvSpPr/>
            <p:nvPr/>
          </p:nvSpPr>
          <p:spPr>
            <a:xfrm>
              <a:off x="6778295" y="3321792"/>
              <a:ext cx="1021020" cy="902177"/>
            </a:xfrm>
            <a:custGeom>
              <a:avLst/>
              <a:gdLst/>
              <a:ahLst/>
              <a:cxnLst/>
              <a:rect l="l" t="t" r="r" b="b"/>
              <a:pathLst>
                <a:path w="36960" h="32658" extrusionOk="0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2"/>
            <p:cNvSpPr/>
            <p:nvPr/>
          </p:nvSpPr>
          <p:spPr>
            <a:xfrm>
              <a:off x="6778295" y="3321792"/>
              <a:ext cx="1021020" cy="902177"/>
            </a:xfrm>
            <a:custGeom>
              <a:avLst/>
              <a:gdLst/>
              <a:ahLst/>
              <a:cxnLst/>
              <a:rect l="l" t="t" r="r" b="b"/>
              <a:pathLst>
                <a:path w="36960" h="32658" extrusionOk="0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2"/>
            <p:cNvSpPr/>
            <p:nvPr/>
          </p:nvSpPr>
          <p:spPr>
            <a:xfrm>
              <a:off x="6792108" y="3859049"/>
              <a:ext cx="1007207" cy="364926"/>
            </a:xfrm>
            <a:custGeom>
              <a:avLst/>
              <a:gdLst/>
              <a:ahLst/>
              <a:cxnLst/>
              <a:rect l="l" t="t" r="r" b="b"/>
              <a:pathLst>
                <a:path w="36460" h="13210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967"/>
                    <a:pt x="334" y="1901"/>
                    <a:pt x="568" y="2869"/>
                  </a:cubicBezTo>
                  <a:cubicBezTo>
                    <a:pt x="1401" y="6004"/>
                    <a:pt x="2936" y="10307"/>
                    <a:pt x="4370" y="13210"/>
                  </a:cubicBezTo>
                  <a:lnTo>
                    <a:pt x="33291" y="13210"/>
                  </a:lnTo>
                  <a:lnTo>
                    <a:pt x="36460" y="967"/>
                  </a:lnTo>
                  <a:lnTo>
                    <a:pt x="36426" y="834"/>
                  </a:lnTo>
                  <a:cubicBezTo>
                    <a:pt x="29922" y="3136"/>
                    <a:pt x="19614" y="3970"/>
                    <a:pt x="13110" y="4570"/>
                  </a:cubicBezTo>
                  <a:cubicBezTo>
                    <a:pt x="12726" y="4607"/>
                    <a:pt x="12342" y="4625"/>
                    <a:pt x="11959" y="4625"/>
                  </a:cubicBezTo>
                  <a:cubicBezTo>
                    <a:pt x="7194" y="4625"/>
                    <a:pt x="2625" y="188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2"/>
            <p:cNvSpPr/>
            <p:nvPr/>
          </p:nvSpPr>
          <p:spPr>
            <a:xfrm>
              <a:off x="6927555" y="2471789"/>
              <a:ext cx="667199" cy="353434"/>
            </a:xfrm>
            <a:custGeom>
              <a:avLst/>
              <a:gdLst/>
              <a:ahLst/>
              <a:cxnLst/>
              <a:rect l="l" t="t" r="r" b="b"/>
              <a:pathLst>
                <a:path w="24152" h="12794" extrusionOk="0">
                  <a:moveTo>
                    <a:pt x="13946" y="1"/>
                  </a:moveTo>
                  <a:cubicBezTo>
                    <a:pt x="9129" y="1"/>
                    <a:pt x="4297" y="1104"/>
                    <a:pt x="1" y="3050"/>
                  </a:cubicBezTo>
                  <a:cubicBezTo>
                    <a:pt x="601" y="5585"/>
                    <a:pt x="1335" y="8187"/>
                    <a:pt x="3003" y="10188"/>
                  </a:cubicBezTo>
                  <a:cubicBezTo>
                    <a:pt x="4286" y="11728"/>
                    <a:pt x="6260" y="12794"/>
                    <a:pt x="8226" y="12794"/>
                  </a:cubicBezTo>
                  <a:cubicBezTo>
                    <a:pt x="8816" y="12794"/>
                    <a:pt x="9405" y="12698"/>
                    <a:pt x="9975" y="12490"/>
                  </a:cubicBezTo>
                  <a:cubicBezTo>
                    <a:pt x="11309" y="11990"/>
                    <a:pt x="12477" y="10856"/>
                    <a:pt x="13911" y="10822"/>
                  </a:cubicBezTo>
                  <a:cubicBezTo>
                    <a:pt x="13944" y="10821"/>
                    <a:pt x="13976" y="10821"/>
                    <a:pt x="14009" y="10821"/>
                  </a:cubicBezTo>
                  <a:cubicBezTo>
                    <a:pt x="15897" y="10821"/>
                    <a:pt x="17379" y="12690"/>
                    <a:pt x="19281" y="12690"/>
                  </a:cubicBezTo>
                  <a:cubicBezTo>
                    <a:pt x="19307" y="12691"/>
                    <a:pt x="19332" y="12691"/>
                    <a:pt x="19357" y="12691"/>
                  </a:cubicBezTo>
                  <a:cubicBezTo>
                    <a:pt x="20432" y="12691"/>
                    <a:pt x="21499" y="12002"/>
                    <a:pt x="22183" y="11089"/>
                  </a:cubicBezTo>
                  <a:cubicBezTo>
                    <a:pt x="22884" y="10188"/>
                    <a:pt x="23218" y="9054"/>
                    <a:pt x="23518" y="7920"/>
                  </a:cubicBezTo>
                  <a:cubicBezTo>
                    <a:pt x="23985" y="6019"/>
                    <a:pt x="24152" y="3750"/>
                    <a:pt x="22851" y="2249"/>
                  </a:cubicBezTo>
                  <a:cubicBezTo>
                    <a:pt x="21817" y="1015"/>
                    <a:pt x="20149" y="582"/>
                    <a:pt x="18548" y="348"/>
                  </a:cubicBezTo>
                  <a:cubicBezTo>
                    <a:pt x="17027" y="114"/>
                    <a:pt x="15488" y="1"/>
                    <a:pt x="13946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2"/>
            <p:cNvSpPr/>
            <p:nvPr/>
          </p:nvSpPr>
          <p:spPr>
            <a:xfrm>
              <a:off x="7121071" y="2472508"/>
              <a:ext cx="328102" cy="353572"/>
            </a:xfrm>
            <a:custGeom>
              <a:avLst/>
              <a:gdLst/>
              <a:ahLst/>
              <a:cxnLst/>
              <a:rect l="l" t="t" r="r" b="b"/>
              <a:pathLst>
                <a:path w="11877" h="12799" extrusionOk="0">
                  <a:moveTo>
                    <a:pt x="6939" y="1"/>
                  </a:moveTo>
                  <a:cubicBezTo>
                    <a:pt x="5457" y="1"/>
                    <a:pt x="3976" y="109"/>
                    <a:pt x="2503" y="322"/>
                  </a:cubicBezTo>
                  <a:lnTo>
                    <a:pt x="1" y="12664"/>
                  </a:lnTo>
                  <a:cubicBezTo>
                    <a:pt x="426" y="12749"/>
                    <a:pt x="851" y="12798"/>
                    <a:pt x="1274" y="12798"/>
                  </a:cubicBezTo>
                  <a:cubicBezTo>
                    <a:pt x="1846" y="12798"/>
                    <a:pt x="2413" y="12708"/>
                    <a:pt x="2970" y="12497"/>
                  </a:cubicBezTo>
                  <a:cubicBezTo>
                    <a:pt x="4304" y="11997"/>
                    <a:pt x="5472" y="10863"/>
                    <a:pt x="6906" y="10830"/>
                  </a:cubicBezTo>
                  <a:cubicBezTo>
                    <a:pt x="7473" y="10830"/>
                    <a:pt x="8007" y="10963"/>
                    <a:pt x="8507" y="11196"/>
                  </a:cubicBezTo>
                  <a:lnTo>
                    <a:pt x="11876" y="389"/>
                  </a:lnTo>
                  <a:cubicBezTo>
                    <a:pt x="11776" y="389"/>
                    <a:pt x="11643" y="355"/>
                    <a:pt x="11543" y="355"/>
                  </a:cubicBezTo>
                  <a:cubicBezTo>
                    <a:pt x="10014" y="118"/>
                    <a:pt x="8476" y="1"/>
                    <a:pt x="6939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2"/>
            <p:cNvSpPr/>
            <p:nvPr/>
          </p:nvSpPr>
          <p:spPr>
            <a:xfrm>
              <a:off x="7129386" y="2276423"/>
              <a:ext cx="228542" cy="357965"/>
            </a:xfrm>
            <a:custGeom>
              <a:avLst/>
              <a:gdLst/>
              <a:ahLst/>
              <a:cxnLst/>
              <a:rect l="l" t="t" r="r" b="b"/>
              <a:pathLst>
                <a:path w="8273" h="12958" extrusionOk="0">
                  <a:moveTo>
                    <a:pt x="2153" y="0"/>
                  </a:moveTo>
                  <a:cubicBezTo>
                    <a:pt x="1608" y="0"/>
                    <a:pt x="1191" y="267"/>
                    <a:pt x="1535" y="782"/>
                  </a:cubicBezTo>
                  <a:cubicBezTo>
                    <a:pt x="67" y="3184"/>
                    <a:pt x="0" y="6386"/>
                    <a:pt x="1368" y="8821"/>
                  </a:cubicBezTo>
                  <a:cubicBezTo>
                    <a:pt x="2735" y="11289"/>
                    <a:pt x="5504" y="12924"/>
                    <a:pt x="8273" y="12957"/>
                  </a:cubicBezTo>
                  <a:cubicBezTo>
                    <a:pt x="6004" y="11289"/>
                    <a:pt x="4537" y="8487"/>
                    <a:pt x="4470" y="5619"/>
                  </a:cubicBezTo>
                  <a:cubicBezTo>
                    <a:pt x="4403" y="4651"/>
                    <a:pt x="4537" y="3651"/>
                    <a:pt x="4470" y="2683"/>
                  </a:cubicBezTo>
                  <a:cubicBezTo>
                    <a:pt x="4337" y="1749"/>
                    <a:pt x="3903" y="749"/>
                    <a:pt x="3069" y="248"/>
                  </a:cubicBezTo>
                  <a:cubicBezTo>
                    <a:pt x="2796" y="82"/>
                    <a:pt x="2454" y="0"/>
                    <a:pt x="2153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2"/>
            <p:cNvSpPr/>
            <p:nvPr/>
          </p:nvSpPr>
          <p:spPr>
            <a:xfrm>
              <a:off x="7221517" y="2306176"/>
              <a:ext cx="300449" cy="320837"/>
            </a:xfrm>
            <a:custGeom>
              <a:avLst/>
              <a:gdLst/>
              <a:ahLst/>
              <a:cxnLst/>
              <a:rect l="l" t="t" r="r" b="b"/>
              <a:pathLst>
                <a:path w="10876" h="11614" extrusionOk="0">
                  <a:moveTo>
                    <a:pt x="227" y="1"/>
                  </a:moveTo>
                  <a:cubicBezTo>
                    <a:pt x="108" y="1"/>
                    <a:pt x="29" y="44"/>
                    <a:pt x="1" y="139"/>
                  </a:cubicBezTo>
                  <a:cubicBezTo>
                    <a:pt x="635" y="2874"/>
                    <a:pt x="1335" y="5676"/>
                    <a:pt x="3070" y="7944"/>
                  </a:cubicBezTo>
                  <a:cubicBezTo>
                    <a:pt x="4654" y="10006"/>
                    <a:pt x="7229" y="11614"/>
                    <a:pt x="9931" y="11614"/>
                  </a:cubicBezTo>
                  <a:cubicBezTo>
                    <a:pt x="10244" y="11614"/>
                    <a:pt x="10560" y="11592"/>
                    <a:pt x="10875" y="11547"/>
                  </a:cubicBezTo>
                  <a:cubicBezTo>
                    <a:pt x="8874" y="10913"/>
                    <a:pt x="7440" y="9245"/>
                    <a:pt x="6439" y="7544"/>
                  </a:cubicBezTo>
                  <a:cubicBezTo>
                    <a:pt x="5438" y="5843"/>
                    <a:pt x="4738" y="3941"/>
                    <a:pt x="3503" y="2374"/>
                  </a:cubicBezTo>
                  <a:cubicBezTo>
                    <a:pt x="2419" y="1094"/>
                    <a:pt x="824" y="1"/>
                    <a:pt x="227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2"/>
            <p:cNvSpPr/>
            <p:nvPr/>
          </p:nvSpPr>
          <p:spPr>
            <a:xfrm>
              <a:off x="7279585" y="3807444"/>
              <a:ext cx="692973" cy="804468"/>
            </a:xfrm>
            <a:custGeom>
              <a:avLst/>
              <a:gdLst/>
              <a:ahLst/>
              <a:cxnLst/>
              <a:rect l="l" t="t" r="r" b="b"/>
              <a:pathLst>
                <a:path w="25085" h="29121" extrusionOk="0">
                  <a:moveTo>
                    <a:pt x="12576" y="0"/>
                  </a:moveTo>
                  <a:lnTo>
                    <a:pt x="12576" y="33"/>
                  </a:lnTo>
                  <a:lnTo>
                    <a:pt x="12576" y="9840"/>
                  </a:lnTo>
                  <a:lnTo>
                    <a:pt x="0" y="23217"/>
                  </a:lnTo>
                  <a:lnTo>
                    <a:pt x="7005" y="29121"/>
                  </a:lnTo>
                  <a:lnTo>
                    <a:pt x="21082" y="16612"/>
                  </a:lnTo>
                  <a:cubicBezTo>
                    <a:pt x="23617" y="14344"/>
                    <a:pt x="25085" y="11075"/>
                    <a:pt x="25085" y="7672"/>
                  </a:cubicBezTo>
                  <a:lnTo>
                    <a:pt x="2508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2"/>
            <p:cNvSpPr/>
            <p:nvPr/>
          </p:nvSpPr>
          <p:spPr>
            <a:xfrm>
              <a:off x="7627002" y="3850733"/>
              <a:ext cx="345561" cy="169590"/>
            </a:xfrm>
            <a:custGeom>
              <a:avLst/>
              <a:gdLst/>
              <a:ahLst/>
              <a:cxnLst/>
              <a:rect l="l" t="t" r="r" b="b"/>
              <a:pathLst>
                <a:path w="12509" h="6139" extrusionOk="0">
                  <a:moveTo>
                    <a:pt x="0" y="1"/>
                  </a:moveTo>
                  <a:lnTo>
                    <a:pt x="0" y="6139"/>
                  </a:lnTo>
                  <a:lnTo>
                    <a:pt x="12509" y="5371"/>
                  </a:lnTo>
                  <a:lnTo>
                    <a:pt x="12509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2"/>
            <p:cNvSpPr/>
            <p:nvPr/>
          </p:nvSpPr>
          <p:spPr>
            <a:xfrm>
              <a:off x="7510893" y="3321792"/>
              <a:ext cx="549213" cy="646922"/>
            </a:xfrm>
            <a:custGeom>
              <a:avLst/>
              <a:gdLst/>
              <a:ahLst/>
              <a:cxnLst/>
              <a:rect l="l" t="t" r="r" b="b"/>
              <a:pathLst>
                <a:path w="19881" h="23418" extrusionOk="0">
                  <a:moveTo>
                    <a:pt x="2168" y="1"/>
                  </a:moveTo>
                  <a:lnTo>
                    <a:pt x="0" y="23418"/>
                  </a:lnTo>
                  <a:lnTo>
                    <a:pt x="19881" y="22183"/>
                  </a:lnTo>
                  <a:lnTo>
                    <a:pt x="13176" y="4437"/>
                  </a:lnTo>
                  <a:cubicBezTo>
                    <a:pt x="11942" y="1735"/>
                    <a:pt x="9273" y="1"/>
                    <a:pt x="63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2"/>
            <p:cNvSpPr/>
            <p:nvPr/>
          </p:nvSpPr>
          <p:spPr>
            <a:xfrm>
              <a:off x="7510893" y="3321792"/>
              <a:ext cx="313323" cy="646922"/>
            </a:xfrm>
            <a:custGeom>
              <a:avLst/>
              <a:gdLst/>
              <a:ahLst/>
              <a:cxnLst/>
              <a:rect l="l" t="t" r="r" b="b"/>
              <a:pathLst>
                <a:path w="11342" h="23418" extrusionOk="0">
                  <a:moveTo>
                    <a:pt x="2168" y="1"/>
                  </a:moveTo>
                  <a:lnTo>
                    <a:pt x="0" y="23418"/>
                  </a:lnTo>
                  <a:lnTo>
                    <a:pt x="0" y="23418"/>
                  </a:lnTo>
                  <a:lnTo>
                    <a:pt x="11341" y="22684"/>
                  </a:lnTo>
                  <a:lnTo>
                    <a:pt x="3402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2"/>
            <p:cNvSpPr/>
            <p:nvPr/>
          </p:nvSpPr>
          <p:spPr>
            <a:xfrm>
              <a:off x="7140436" y="3733713"/>
              <a:ext cx="25829" cy="488410"/>
            </a:xfrm>
            <a:custGeom>
              <a:avLst/>
              <a:gdLst/>
              <a:ahLst/>
              <a:cxnLst/>
              <a:rect l="l" t="t" r="r" b="b"/>
              <a:pathLst>
                <a:path w="935" h="17680" extrusionOk="0">
                  <a:moveTo>
                    <a:pt x="434" y="0"/>
                  </a:moveTo>
                  <a:cubicBezTo>
                    <a:pt x="267" y="34"/>
                    <a:pt x="101" y="201"/>
                    <a:pt x="101" y="401"/>
                  </a:cubicBezTo>
                  <a:lnTo>
                    <a:pt x="0" y="17246"/>
                  </a:lnTo>
                  <a:cubicBezTo>
                    <a:pt x="0" y="17513"/>
                    <a:pt x="167" y="17680"/>
                    <a:pt x="434" y="17680"/>
                  </a:cubicBezTo>
                  <a:cubicBezTo>
                    <a:pt x="668" y="17680"/>
                    <a:pt x="834" y="17513"/>
                    <a:pt x="834" y="17246"/>
                  </a:cubicBezTo>
                  <a:lnTo>
                    <a:pt x="934" y="401"/>
                  </a:lnTo>
                  <a:cubicBezTo>
                    <a:pt x="934" y="267"/>
                    <a:pt x="901" y="201"/>
                    <a:pt x="801" y="101"/>
                  </a:cubicBezTo>
                  <a:lnTo>
                    <a:pt x="501" y="40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2"/>
            <p:cNvSpPr/>
            <p:nvPr/>
          </p:nvSpPr>
          <p:spPr>
            <a:xfrm>
              <a:off x="6736829" y="2652182"/>
              <a:ext cx="223017" cy="236553"/>
            </a:xfrm>
            <a:custGeom>
              <a:avLst/>
              <a:gdLst/>
              <a:ahLst/>
              <a:cxnLst/>
              <a:rect l="l" t="t" r="r" b="b"/>
              <a:pathLst>
                <a:path w="8073" h="8563" extrusionOk="0">
                  <a:moveTo>
                    <a:pt x="3830" y="0"/>
                  </a:moveTo>
                  <a:cubicBezTo>
                    <a:pt x="2380" y="0"/>
                    <a:pt x="1150" y="1024"/>
                    <a:pt x="701" y="2157"/>
                  </a:cubicBezTo>
                  <a:cubicBezTo>
                    <a:pt x="0" y="3859"/>
                    <a:pt x="600" y="5960"/>
                    <a:pt x="2035" y="7294"/>
                  </a:cubicBezTo>
                  <a:cubicBezTo>
                    <a:pt x="3308" y="8507"/>
                    <a:pt x="5078" y="8562"/>
                    <a:pt x="6968" y="8562"/>
                  </a:cubicBezTo>
                  <a:cubicBezTo>
                    <a:pt x="7157" y="8562"/>
                    <a:pt x="7348" y="8562"/>
                    <a:pt x="7539" y="8562"/>
                  </a:cubicBezTo>
                  <a:cubicBezTo>
                    <a:pt x="7672" y="5293"/>
                    <a:pt x="8072" y="4159"/>
                    <a:pt x="6371" y="1123"/>
                  </a:cubicBezTo>
                  <a:cubicBezTo>
                    <a:pt x="5521" y="321"/>
                    <a:pt x="4641" y="0"/>
                    <a:pt x="3830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2"/>
            <p:cNvSpPr/>
            <p:nvPr/>
          </p:nvSpPr>
          <p:spPr>
            <a:xfrm>
              <a:off x="7273121" y="4055326"/>
              <a:ext cx="389816" cy="408242"/>
            </a:xfrm>
            <a:custGeom>
              <a:avLst/>
              <a:gdLst/>
              <a:ahLst/>
              <a:cxnLst/>
              <a:rect l="l" t="t" r="r" b="b"/>
              <a:pathLst>
                <a:path w="14111" h="14778" extrusionOk="0">
                  <a:moveTo>
                    <a:pt x="13761" y="0"/>
                  </a:moveTo>
                  <a:cubicBezTo>
                    <a:pt x="13686" y="0"/>
                    <a:pt x="13611" y="34"/>
                    <a:pt x="13544" y="100"/>
                  </a:cubicBezTo>
                  <a:lnTo>
                    <a:pt x="134" y="14277"/>
                  </a:lnTo>
                  <a:cubicBezTo>
                    <a:pt x="1" y="14410"/>
                    <a:pt x="1" y="14577"/>
                    <a:pt x="134" y="14677"/>
                  </a:cubicBezTo>
                  <a:cubicBezTo>
                    <a:pt x="201" y="14744"/>
                    <a:pt x="268" y="14777"/>
                    <a:pt x="334" y="14777"/>
                  </a:cubicBezTo>
                  <a:cubicBezTo>
                    <a:pt x="435" y="14777"/>
                    <a:pt x="501" y="14744"/>
                    <a:pt x="535" y="14677"/>
                  </a:cubicBezTo>
                  <a:lnTo>
                    <a:pt x="13978" y="501"/>
                  </a:lnTo>
                  <a:cubicBezTo>
                    <a:pt x="14111" y="400"/>
                    <a:pt x="14111" y="234"/>
                    <a:pt x="13978" y="100"/>
                  </a:cubicBezTo>
                  <a:cubicBezTo>
                    <a:pt x="13911" y="34"/>
                    <a:pt x="13836" y="0"/>
                    <a:pt x="13761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2"/>
            <p:cNvSpPr/>
            <p:nvPr/>
          </p:nvSpPr>
          <p:spPr>
            <a:xfrm>
              <a:off x="6785643" y="2694256"/>
              <a:ext cx="95886" cy="152076"/>
            </a:xfrm>
            <a:custGeom>
              <a:avLst/>
              <a:gdLst/>
              <a:ahLst/>
              <a:cxnLst/>
              <a:rect l="l" t="t" r="r" b="b"/>
              <a:pathLst>
                <a:path w="3471" h="5505" extrusionOk="0">
                  <a:moveTo>
                    <a:pt x="468" y="1"/>
                  </a:moveTo>
                  <a:cubicBezTo>
                    <a:pt x="301" y="1"/>
                    <a:pt x="168" y="101"/>
                    <a:pt x="134" y="267"/>
                  </a:cubicBezTo>
                  <a:cubicBezTo>
                    <a:pt x="134" y="301"/>
                    <a:pt x="1" y="1135"/>
                    <a:pt x="301" y="2169"/>
                  </a:cubicBezTo>
                  <a:cubicBezTo>
                    <a:pt x="601" y="3169"/>
                    <a:pt x="1269" y="4537"/>
                    <a:pt x="3003" y="5471"/>
                  </a:cubicBezTo>
                  <a:cubicBezTo>
                    <a:pt x="3070" y="5504"/>
                    <a:pt x="3103" y="5504"/>
                    <a:pt x="3137" y="5504"/>
                  </a:cubicBezTo>
                  <a:cubicBezTo>
                    <a:pt x="3237" y="5504"/>
                    <a:pt x="3337" y="5471"/>
                    <a:pt x="3403" y="5304"/>
                  </a:cubicBezTo>
                  <a:cubicBezTo>
                    <a:pt x="3470" y="5171"/>
                    <a:pt x="3403" y="5004"/>
                    <a:pt x="3270" y="4904"/>
                  </a:cubicBezTo>
                  <a:cubicBezTo>
                    <a:pt x="635" y="3503"/>
                    <a:pt x="635" y="34"/>
                    <a:pt x="46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2"/>
            <p:cNvSpPr/>
            <p:nvPr/>
          </p:nvSpPr>
          <p:spPr>
            <a:xfrm>
              <a:off x="6559888" y="2283523"/>
              <a:ext cx="552003" cy="935079"/>
            </a:xfrm>
            <a:custGeom>
              <a:avLst/>
              <a:gdLst/>
              <a:ahLst/>
              <a:cxnLst/>
              <a:rect l="l" t="t" r="r" b="b"/>
              <a:pathLst>
                <a:path w="19982" h="33849" extrusionOk="0">
                  <a:moveTo>
                    <a:pt x="6839" y="16470"/>
                  </a:moveTo>
                  <a:cubicBezTo>
                    <a:pt x="6805" y="16570"/>
                    <a:pt x="6805" y="16670"/>
                    <a:pt x="6805" y="16803"/>
                  </a:cubicBezTo>
                  <a:cubicBezTo>
                    <a:pt x="5471" y="18705"/>
                    <a:pt x="4404" y="20806"/>
                    <a:pt x="3837" y="23074"/>
                  </a:cubicBezTo>
                  <a:cubicBezTo>
                    <a:pt x="3770" y="23408"/>
                    <a:pt x="3736" y="23708"/>
                    <a:pt x="3670" y="24042"/>
                  </a:cubicBezTo>
                  <a:cubicBezTo>
                    <a:pt x="3436" y="23375"/>
                    <a:pt x="3303" y="22674"/>
                    <a:pt x="3336" y="21974"/>
                  </a:cubicBezTo>
                  <a:cubicBezTo>
                    <a:pt x="3470" y="20139"/>
                    <a:pt x="4470" y="18404"/>
                    <a:pt x="5905" y="17204"/>
                  </a:cubicBezTo>
                  <a:cubicBezTo>
                    <a:pt x="6172" y="16970"/>
                    <a:pt x="6505" y="16703"/>
                    <a:pt x="6839" y="16470"/>
                  </a:cubicBezTo>
                  <a:close/>
                  <a:moveTo>
                    <a:pt x="18955" y="1"/>
                  </a:moveTo>
                  <a:cubicBezTo>
                    <a:pt x="15372" y="1"/>
                    <a:pt x="10577" y="1076"/>
                    <a:pt x="8273" y="3227"/>
                  </a:cubicBezTo>
                  <a:cubicBezTo>
                    <a:pt x="5905" y="5462"/>
                    <a:pt x="5805" y="9164"/>
                    <a:pt x="6739" y="12467"/>
                  </a:cubicBezTo>
                  <a:cubicBezTo>
                    <a:pt x="6005" y="13034"/>
                    <a:pt x="5738" y="14068"/>
                    <a:pt x="6172" y="14969"/>
                  </a:cubicBezTo>
                  <a:lnTo>
                    <a:pt x="6172" y="15002"/>
                  </a:lnTo>
                  <a:cubicBezTo>
                    <a:pt x="6305" y="15235"/>
                    <a:pt x="6505" y="15502"/>
                    <a:pt x="6739" y="15669"/>
                  </a:cubicBezTo>
                  <a:cubicBezTo>
                    <a:pt x="6172" y="15836"/>
                    <a:pt x="5671" y="16036"/>
                    <a:pt x="5137" y="16203"/>
                  </a:cubicBezTo>
                  <a:cubicBezTo>
                    <a:pt x="3269" y="16970"/>
                    <a:pt x="1368" y="18138"/>
                    <a:pt x="634" y="20006"/>
                  </a:cubicBezTo>
                  <a:cubicBezTo>
                    <a:pt x="0" y="21573"/>
                    <a:pt x="267" y="23475"/>
                    <a:pt x="1335" y="24809"/>
                  </a:cubicBezTo>
                  <a:cubicBezTo>
                    <a:pt x="1935" y="25510"/>
                    <a:pt x="2702" y="26043"/>
                    <a:pt x="3603" y="26343"/>
                  </a:cubicBezTo>
                  <a:cubicBezTo>
                    <a:pt x="3703" y="28211"/>
                    <a:pt x="4270" y="30013"/>
                    <a:pt x="5438" y="31480"/>
                  </a:cubicBezTo>
                  <a:cubicBezTo>
                    <a:pt x="6338" y="32581"/>
                    <a:pt x="7606" y="33415"/>
                    <a:pt x="9007" y="33849"/>
                  </a:cubicBezTo>
                  <a:cubicBezTo>
                    <a:pt x="9007" y="33182"/>
                    <a:pt x="9040" y="32481"/>
                    <a:pt x="9107" y="31814"/>
                  </a:cubicBezTo>
                  <a:cubicBezTo>
                    <a:pt x="8640" y="31214"/>
                    <a:pt x="8273" y="30546"/>
                    <a:pt x="8106" y="29879"/>
                  </a:cubicBezTo>
                  <a:cubicBezTo>
                    <a:pt x="7773" y="28745"/>
                    <a:pt x="7706" y="27644"/>
                    <a:pt x="7839" y="26477"/>
                  </a:cubicBezTo>
                  <a:lnTo>
                    <a:pt x="7839" y="26477"/>
                  </a:lnTo>
                  <a:cubicBezTo>
                    <a:pt x="8173" y="27644"/>
                    <a:pt x="8707" y="28712"/>
                    <a:pt x="9441" y="29713"/>
                  </a:cubicBezTo>
                  <a:cubicBezTo>
                    <a:pt x="10008" y="27111"/>
                    <a:pt x="11142" y="24576"/>
                    <a:pt x="13043" y="22174"/>
                  </a:cubicBezTo>
                  <a:cubicBezTo>
                    <a:pt x="18680" y="15202"/>
                    <a:pt x="19981" y="6796"/>
                    <a:pt x="19848" y="25"/>
                  </a:cubicBezTo>
                  <a:cubicBezTo>
                    <a:pt x="19561" y="9"/>
                    <a:pt x="19263" y="1"/>
                    <a:pt x="18955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2"/>
            <p:cNvSpPr/>
            <p:nvPr/>
          </p:nvSpPr>
          <p:spPr>
            <a:xfrm>
              <a:off x="6148906" y="3343920"/>
              <a:ext cx="911376" cy="1251413"/>
            </a:xfrm>
            <a:custGeom>
              <a:avLst/>
              <a:gdLst/>
              <a:ahLst/>
              <a:cxnLst/>
              <a:rect l="l" t="t" r="r" b="b"/>
              <a:pathLst>
                <a:path w="32991" h="45300" extrusionOk="0">
                  <a:moveTo>
                    <a:pt x="24318" y="0"/>
                  </a:moveTo>
                  <a:cubicBezTo>
                    <a:pt x="23384" y="467"/>
                    <a:pt x="22516" y="1101"/>
                    <a:pt x="21849" y="1868"/>
                  </a:cubicBezTo>
                  <a:lnTo>
                    <a:pt x="9707" y="16846"/>
                  </a:lnTo>
                  <a:lnTo>
                    <a:pt x="13710" y="18981"/>
                  </a:lnTo>
                  <a:lnTo>
                    <a:pt x="0" y="37961"/>
                  </a:lnTo>
                  <a:lnTo>
                    <a:pt x="10141" y="45299"/>
                  </a:lnTo>
                  <a:lnTo>
                    <a:pt x="23183" y="27187"/>
                  </a:lnTo>
                  <a:lnTo>
                    <a:pt x="24818" y="24952"/>
                  </a:lnTo>
                  <a:lnTo>
                    <a:pt x="24951" y="25018"/>
                  </a:lnTo>
                  <a:cubicBezTo>
                    <a:pt x="25618" y="27020"/>
                    <a:pt x="26386" y="29121"/>
                    <a:pt x="27186" y="30856"/>
                  </a:cubicBezTo>
                  <a:lnTo>
                    <a:pt x="32957" y="17513"/>
                  </a:lnTo>
                  <a:cubicBezTo>
                    <a:pt x="32990" y="17513"/>
                    <a:pt x="26152" y="9507"/>
                    <a:pt x="24318" y="0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2"/>
            <p:cNvSpPr/>
            <p:nvPr/>
          </p:nvSpPr>
          <p:spPr>
            <a:xfrm>
              <a:off x="6205096" y="4708664"/>
              <a:ext cx="810959" cy="130887"/>
            </a:xfrm>
            <a:custGeom>
              <a:avLst/>
              <a:gdLst/>
              <a:ahLst/>
              <a:cxnLst/>
              <a:rect l="l" t="t" r="r" b="b"/>
              <a:pathLst>
                <a:path w="29356" h="4738" extrusionOk="0">
                  <a:moveTo>
                    <a:pt x="1" y="0"/>
                  </a:moveTo>
                  <a:lnTo>
                    <a:pt x="1" y="4737"/>
                  </a:lnTo>
                  <a:lnTo>
                    <a:pt x="27020" y="4737"/>
                  </a:lnTo>
                  <a:cubicBezTo>
                    <a:pt x="28321" y="4737"/>
                    <a:pt x="29355" y="3670"/>
                    <a:pt x="29355" y="2335"/>
                  </a:cubicBezTo>
                  <a:cubicBezTo>
                    <a:pt x="29355" y="1068"/>
                    <a:pt x="28321" y="0"/>
                    <a:pt x="270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2"/>
            <p:cNvSpPr/>
            <p:nvPr/>
          </p:nvSpPr>
          <p:spPr>
            <a:xfrm>
              <a:off x="5432883" y="4016623"/>
              <a:ext cx="1156493" cy="822921"/>
            </a:xfrm>
            <a:custGeom>
              <a:avLst/>
              <a:gdLst/>
              <a:ahLst/>
              <a:cxnLst/>
              <a:rect l="l" t="t" r="r" b="b"/>
              <a:pathLst>
                <a:path w="41864" h="29789" extrusionOk="0">
                  <a:moveTo>
                    <a:pt x="3703" y="0"/>
                  </a:moveTo>
                  <a:cubicBezTo>
                    <a:pt x="1568" y="0"/>
                    <a:pt x="1" y="2002"/>
                    <a:pt x="434" y="4103"/>
                  </a:cubicBezTo>
                  <a:lnTo>
                    <a:pt x="5671" y="27186"/>
                  </a:lnTo>
                  <a:cubicBezTo>
                    <a:pt x="6005" y="28687"/>
                    <a:pt x="7373" y="29788"/>
                    <a:pt x="8907" y="29788"/>
                  </a:cubicBezTo>
                  <a:lnTo>
                    <a:pt x="38095" y="29788"/>
                  </a:lnTo>
                  <a:cubicBezTo>
                    <a:pt x="40263" y="29788"/>
                    <a:pt x="41864" y="27820"/>
                    <a:pt x="41364" y="25685"/>
                  </a:cubicBezTo>
                  <a:lnTo>
                    <a:pt x="36126" y="2602"/>
                  </a:lnTo>
                  <a:cubicBezTo>
                    <a:pt x="35793" y="1101"/>
                    <a:pt x="34425" y="0"/>
                    <a:pt x="328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2"/>
            <p:cNvSpPr/>
            <p:nvPr/>
          </p:nvSpPr>
          <p:spPr>
            <a:xfrm>
              <a:off x="6342421" y="4017535"/>
              <a:ext cx="339125" cy="822921"/>
            </a:xfrm>
            <a:custGeom>
              <a:avLst/>
              <a:gdLst/>
              <a:ahLst/>
              <a:cxnLst/>
              <a:rect l="l" t="t" r="r" b="b"/>
              <a:pathLst>
                <a:path w="12276" h="29789" extrusionOk="0">
                  <a:moveTo>
                    <a:pt x="0" y="1"/>
                  </a:moveTo>
                  <a:cubicBezTo>
                    <a:pt x="1535" y="1"/>
                    <a:pt x="2936" y="1101"/>
                    <a:pt x="3269" y="2602"/>
                  </a:cubicBezTo>
                  <a:lnTo>
                    <a:pt x="8473" y="25686"/>
                  </a:lnTo>
                  <a:cubicBezTo>
                    <a:pt x="8940" y="27787"/>
                    <a:pt x="7339" y="29788"/>
                    <a:pt x="5204" y="29788"/>
                  </a:cubicBezTo>
                  <a:lnTo>
                    <a:pt x="8540" y="29788"/>
                  </a:lnTo>
                  <a:cubicBezTo>
                    <a:pt x="10674" y="29755"/>
                    <a:pt x="12276" y="27787"/>
                    <a:pt x="11809" y="25686"/>
                  </a:cubicBezTo>
                  <a:lnTo>
                    <a:pt x="6605" y="2602"/>
                  </a:lnTo>
                  <a:cubicBezTo>
                    <a:pt x="6271" y="1068"/>
                    <a:pt x="4870" y="1"/>
                    <a:pt x="33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2"/>
            <p:cNvSpPr/>
            <p:nvPr/>
          </p:nvSpPr>
          <p:spPr>
            <a:xfrm>
              <a:off x="5429209" y="4017535"/>
              <a:ext cx="1133454" cy="822921"/>
            </a:xfrm>
            <a:custGeom>
              <a:avLst/>
              <a:gdLst/>
              <a:ahLst/>
              <a:cxnLst/>
              <a:rect l="l" t="t" r="r" b="b"/>
              <a:pathLst>
                <a:path w="41030" h="29789" extrusionOk="0">
                  <a:moveTo>
                    <a:pt x="3836" y="1"/>
                  </a:moveTo>
                  <a:cubicBezTo>
                    <a:pt x="1701" y="1"/>
                    <a:pt x="134" y="2002"/>
                    <a:pt x="567" y="4103"/>
                  </a:cubicBezTo>
                  <a:lnTo>
                    <a:pt x="5804" y="27187"/>
                  </a:lnTo>
                  <a:cubicBezTo>
                    <a:pt x="6138" y="28754"/>
                    <a:pt x="7506" y="29788"/>
                    <a:pt x="9040" y="29788"/>
                  </a:cubicBezTo>
                  <a:lnTo>
                    <a:pt x="38228" y="29788"/>
                  </a:lnTo>
                  <a:cubicBezTo>
                    <a:pt x="39395" y="29755"/>
                    <a:pt x="40396" y="29155"/>
                    <a:pt x="41030" y="28287"/>
                  </a:cubicBezTo>
                  <a:cubicBezTo>
                    <a:pt x="0" y="28287"/>
                    <a:pt x="10141" y="2135"/>
                    <a:pt x="11742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2"/>
            <p:cNvSpPr/>
            <p:nvPr/>
          </p:nvSpPr>
          <p:spPr>
            <a:xfrm>
              <a:off x="5803339" y="4273704"/>
              <a:ext cx="317936" cy="304124"/>
            </a:xfrm>
            <a:custGeom>
              <a:avLst/>
              <a:gdLst/>
              <a:ahLst/>
              <a:cxnLst/>
              <a:rect l="l" t="t" r="r" b="b"/>
              <a:pathLst>
                <a:path w="11509" h="11009" extrusionOk="0">
                  <a:moveTo>
                    <a:pt x="10341" y="1"/>
                  </a:moveTo>
                  <a:cubicBezTo>
                    <a:pt x="9007" y="1"/>
                    <a:pt x="7706" y="568"/>
                    <a:pt x="6672" y="1569"/>
                  </a:cubicBezTo>
                  <a:cubicBezTo>
                    <a:pt x="6138" y="1368"/>
                    <a:pt x="5504" y="1235"/>
                    <a:pt x="4870" y="1235"/>
                  </a:cubicBezTo>
                  <a:cubicBezTo>
                    <a:pt x="2168" y="1235"/>
                    <a:pt x="0" y="3437"/>
                    <a:pt x="0" y="6139"/>
                  </a:cubicBezTo>
                  <a:cubicBezTo>
                    <a:pt x="0" y="8840"/>
                    <a:pt x="2202" y="11009"/>
                    <a:pt x="4870" y="11009"/>
                  </a:cubicBezTo>
                  <a:cubicBezTo>
                    <a:pt x="7572" y="11009"/>
                    <a:pt x="9741" y="8807"/>
                    <a:pt x="9741" y="6139"/>
                  </a:cubicBezTo>
                  <a:cubicBezTo>
                    <a:pt x="9741" y="5672"/>
                    <a:pt x="9674" y="5238"/>
                    <a:pt x="9574" y="4838"/>
                  </a:cubicBezTo>
                  <a:cubicBezTo>
                    <a:pt x="9707" y="4704"/>
                    <a:pt x="9841" y="4637"/>
                    <a:pt x="9974" y="4504"/>
                  </a:cubicBezTo>
                  <a:cubicBezTo>
                    <a:pt x="11041" y="3403"/>
                    <a:pt x="11508" y="1735"/>
                    <a:pt x="11108" y="301"/>
                  </a:cubicBezTo>
                  <a:cubicBezTo>
                    <a:pt x="11041" y="134"/>
                    <a:pt x="10875" y="1"/>
                    <a:pt x="10708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2"/>
            <p:cNvSpPr/>
            <p:nvPr/>
          </p:nvSpPr>
          <p:spPr>
            <a:xfrm>
              <a:off x="5929588" y="4260803"/>
              <a:ext cx="204591" cy="187104"/>
            </a:xfrm>
            <a:custGeom>
              <a:avLst/>
              <a:gdLst/>
              <a:ahLst/>
              <a:cxnLst/>
              <a:rect l="l" t="t" r="r" b="b"/>
              <a:pathLst>
                <a:path w="7406" h="6773" extrusionOk="0">
                  <a:moveTo>
                    <a:pt x="6138" y="835"/>
                  </a:moveTo>
                  <a:cubicBezTo>
                    <a:pt x="6538" y="2169"/>
                    <a:pt x="6105" y="3637"/>
                    <a:pt x="5137" y="4637"/>
                  </a:cubicBezTo>
                  <a:cubicBezTo>
                    <a:pt x="4303" y="5471"/>
                    <a:pt x="3069" y="5872"/>
                    <a:pt x="1601" y="5872"/>
                  </a:cubicBezTo>
                  <a:cubicBezTo>
                    <a:pt x="1401" y="5872"/>
                    <a:pt x="1168" y="5872"/>
                    <a:pt x="934" y="5838"/>
                  </a:cubicBezTo>
                  <a:cubicBezTo>
                    <a:pt x="801" y="3303"/>
                    <a:pt x="3202" y="835"/>
                    <a:pt x="5771" y="835"/>
                  </a:cubicBezTo>
                  <a:close/>
                  <a:moveTo>
                    <a:pt x="5771" y="1"/>
                  </a:moveTo>
                  <a:cubicBezTo>
                    <a:pt x="4270" y="1"/>
                    <a:pt x="2802" y="668"/>
                    <a:pt x="1668" y="1835"/>
                  </a:cubicBezTo>
                  <a:cubicBezTo>
                    <a:pt x="601" y="3003"/>
                    <a:pt x="0" y="4471"/>
                    <a:pt x="100" y="5938"/>
                  </a:cubicBezTo>
                  <a:cubicBezTo>
                    <a:pt x="134" y="6339"/>
                    <a:pt x="467" y="6672"/>
                    <a:pt x="901" y="6706"/>
                  </a:cubicBezTo>
                  <a:cubicBezTo>
                    <a:pt x="1134" y="6706"/>
                    <a:pt x="1401" y="6772"/>
                    <a:pt x="1635" y="6772"/>
                  </a:cubicBezTo>
                  <a:cubicBezTo>
                    <a:pt x="3336" y="6772"/>
                    <a:pt x="4770" y="6205"/>
                    <a:pt x="5771" y="5271"/>
                  </a:cubicBezTo>
                  <a:cubicBezTo>
                    <a:pt x="6938" y="4104"/>
                    <a:pt x="7405" y="2236"/>
                    <a:pt x="6972" y="668"/>
                  </a:cubicBezTo>
                  <a:cubicBezTo>
                    <a:pt x="6905" y="334"/>
                    <a:pt x="6605" y="101"/>
                    <a:pt x="6238" y="34"/>
                  </a:cubicBezTo>
                  <a:cubicBezTo>
                    <a:pt x="6071" y="1"/>
                    <a:pt x="5904" y="1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2"/>
            <p:cNvSpPr/>
            <p:nvPr/>
          </p:nvSpPr>
          <p:spPr>
            <a:xfrm>
              <a:off x="6872276" y="4448793"/>
              <a:ext cx="603606" cy="466476"/>
            </a:xfrm>
            <a:custGeom>
              <a:avLst/>
              <a:gdLst/>
              <a:ahLst/>
              <a:cxnLst/>
              <a:rect l="l" t="t" r="r" b="b"/>
              <a:pathLst>
                <a:path w="21850" h="16886" extrusionOk="0">
                  <a:moveTo>
                    <a:pt x="14778" y="1"/>
                  </a:moveTo>
                  <a:lnTo>
                    <a:pt x="3503" y="5905"/>
                  </a:lnTo>
                  <a:lnTo>
                    <a:pt x="468" y="12076"/>
                  </a:lnTo>
                  <a:cubicBezTo>
                    <a:pt x="1" y="13043"/>
                    <a:pt x="434" y="14211"/>
                    <a:pt x="1435" y="14678"/>
                  </a:cubicBezTo>
                  <a:cubicBezTo>
                    <a:pt x="1679" y="14773"/>
                    <a:pt x="1945" y="14824"/>
                    <a:pt x="2211" y="14824"/>
                  </a:cubicBezTo>
                  <a:cubicBezTo>
                    <a:pt x="2599" y="14824"/>
                    <a:pt x="2986" y="14715"/>
                    <a:pt x="3303" y="14478"/>
                  </a:cubicBezTo>
                  <a:lnTo>
                    <a:pt x="3803" y="14144"/>
                  </a:lnTo>
                  <a:lnTo>
                    <a:pt x="3803" y="14144"/>
                  </a:lnTo>
                  <a:cubicBezTo>
                    <a:pt x="3336" y="15045"/>
                    <a:pt x="3837" y="16146"/>
                    <a:pt x="4837" y="16379"/>
                  </a:cubicBezTo>
                  <a:lnTo>
                    <a:pt x="4937" y="16412"/>
                  </a:lnTo>
                  <a:cubicBezTo>
                    <a:pt x="5082" y="16457"/>
                    <a:pt x="5230" y="16479"/>
                    <a:pt x="5377" y="16479"/>
                  </a:cubicBezTo>
                  <a:cubicBezTo>
                    <a:pt x="5671" y="16479"/>
                    <a:pt x="5960" y="16390"/>
                    <a:pt x="6205" y="16212"/>
                  </a:cubicBezTo>
                  <a:lnTo>
                    <a:pt x="7206" y="15578"/>
                  </a:lnTo>
                  <a:lnTo>
                    <a:pt x="7206" y="15578"/>
                  </a:lnTo>
                  <a:cubicBezTo>
                    <a:pt x="7006" y="16146"/>
                    <a:pt x="7339" y="16713"/>
                    <a:pt x="7940" y="16846"/>
                  </a:cubicBezTo>
                  <a:cubicBezTo>
                    <a:pt x="8095" y="16873"/>
                    <a:pt x="8251" y="16886"/>
                    <a:pt x="8406" y="16886"/>
                  </a:cubicBezTo>
                  <a:cubicBezTo>
                    <a:pt x="9408" y="16886"/>
                    <a:pt x="10350" y="16337"/>
                    <a:pt x="10842" y="15412"/>
                  </a:cubicBezTo>
                  <a:lnTo>
                    <a:pt x="13177" y="11175"/>
                  </a:lnTo>
                  <a:lnTo>
                    <a:pt x="16079" y="9674"/>
                  </a:lnTo>
                  <a:lnTo>
                    <a:pt x="14678" y="14011"/>
                  </a:lnTo>
                  <a:cubicBezTo>
                    <a:pt x="14077" y="14811"/>
                    <a:pt x="14377" y="15912"/>
                    <a:pt x="15211" y="16412"/>
                  </a:cubicBezTo>
                  <a:cubicBezTo>
                    <a:pt x="15481" y="16565"/>
                    <a:pt x="15776" y="16639"/>
                    <a:pt x="16064" y="16639"/>
                  </a:cubicBezTo>
                  <a:cubicBezTo>
                    <a:pt x="16593" y="16639"/>
                    <a:pt x="17099" y="16388"/>
                    <a:pt x="17380" y="15912"/>
                  </a:cubicBezTo>
                  <a:lnTo>
                    <a:pt x="19948" y="12276"/>
                  </a:lnTo>
                  <a:lnTo>
                    <a:pt x="21849" y="5938"/>
                  </a:lnTo>
                  <a:lnTo>
                    <a:pt x="14778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2"/>
            <p:cNvSpPr/>
            <p:nvPr/>
          </p:nvSpPr>
          <p:spPr>
            <a:xfrm>
              <a:off x="6968109" y="4593715"/>
              <a:ext cx="204591" cy="253183"/>
            </a:xfrm>
            <a:custGeom>
              <a:avLst/>
              <a:gdLst/>
              <a:ahLst/>
              <a:cxnLst/>
              <a:rect l="l" t="t" r="r" b="b"/>
              <a:pathLst>
                <a:path w="7406" h="9165" extrusionOk="0">
                  <a:moveTo>
                    <a:pt x="7114" y="0"/>
                  </a:moveTo>
                  <a:cubicBezTo>
                    <a:pt x="7062" y="0"/>
                    <a:pt x="7012" y="19"/>
                    <a:pt x="6972" y="58"/>
                  </a:cubicBezTo>
                  <a:lnTo>
                    <a:pt x="3903" y="2160"/>
                  </a:lnTo>
                  <a:cubicBezTo>
                    <a:pt x="3870" y="2160"/>
                    <a:pt x="3870" y="2227"/>
                    <a:pt x="3837" y="2260"/>
                  </a:cubicBezTo>
                  <a:lnTo>
                    <a:pt x="67" y="8765"/>
                  </a:lnTo>
                  <a:cubicBezTo>
                    <a:pt x="1" y="8898"/>
                    <a:pt x="34" y="9065"/>
                    <a:pt x="167" y="9132"/>
                  </a:cubicBezTo>
                  <a:cubicBezTo>
                    <a:pt x="201" y="9165"/>
                    <a:pt x="234" y="9165"/>
                    <a:pt x="301" y="9165"/>
                  </a:cubicBezTo>
                  <a:cubicBezTo>
                    <a:pt x="401" y="9165"/>
                    <a:pt x="501" y="9132"/>
                    <a:pt x="534" y="9065"/>
                  </a:cubicBezTo>
                  <a:lnTo>
                    <a:pt x="4237" y="2594"/>
                  </a:lnTo>
                  <a:lnTo>
                    <a:pt x="7239" y="492"/>
                  </a:lnTo>
                  <a:cubicBezTo>
                    <a:pt x="7373" y="425"/>
                    <a:pt x="7406" y="259"/>
                    <a:pt x="7339" y="125"/>
                  </a:cubicBezTo>
                  <a:cubicBezTo>
                    <a:pt x="7279" y="44"/>
                    <a:pt x="7194" y="0"/>
                    <a:pt x="7114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2"/>
            <p:cNvSpPr/>
            <p:nvPr/>
          </p:nvSpPr>
          <p:spPr>
            <a:xfrm>
              <a:off x="7061179" y="4656756"/>
              <a:ext cx="181579" cy="230696"/>
            </a:xfrm>
            <a:custGeom>
              <a:avLst/>
              <a:gdLst/>
              <a:ahLst/>
              <a:cxnLst/>
              <a:rect l="l" t="t" r="r" b="b"/>
              <a:pathLst>
                <a:path w="6573" h="8351" extrusionOk="0">
                  <a:moveTo>
                    <a:pt x="6250" y="1"/>
                  </a:moveTo>
                  <a:cubicBezTo>
                    <a:pt x="6188" y="1"/>
                    <a:pt x="6127" y="17"/>
                    <a:pt x="6072" y="45"/>
                  </a:cubicBezTo>
                  <a:lnTo>
                    <a:pt x="2703" y="2980"/>
                  </a:lnTo>
                  <a:cubicBezTo>
                    <a:pt x="2669" y="3014"/>
                    <a:pt x="2636" y="3014"/>
                    <a:pt x="2636" y="3047"/>
                  </a:cubicBezTo>
                  <a:lnTo>
                    <a:pt x="101" y="7950"/>
                  </a:lnTo>
                  <a:cubicBezTo>
                    <a:pt x="1" y="8050"/>
                    <a:pt x="101" y="8217"/>
                    <a:pt x="201" y="8317"/>
                  </a:cubicBezTo>
                  <a:cubicBezTo>
                    <a:pt x="268" y="8351"/>
                    <a:pt x="301" y="8351"/>
                    <a:pt x="334" y="8351"/>
                  </a:cubicBezTo>
                  <a:cubicBezTo>
                    <a:pt x="468" y="8351"/>
                    <a:pt x="534" y="8284"/>
                    <a:pt x="635" y="8217"/>
                  </a:cubicBezTo>
                  <a:lnTo>
                    <a:pt x="3136" y="3380"/>
                  </a:lnTo>
                  <a:lnTo>
                    <a:pt x="6472" y="512"/>
                  </a:lnTo>
                  <a:cubicBezTo>
                    <a:pt x="6572" y="378"/>
                    <a:pt x="6572" y="212"/>
                    <a:pt x="6505" y="111"/>
                  </a:cubicBezTo>
                  <a:cubicBezTo>
                    <a:pt x="6427" y="33"/>
                    <a:pt x="6338" y="1"/>
                    <a:pt x="6250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4E8E4C5-AE3F-64A4-0A7A-B50FB4B09E76}"/>
              </a:ext>
            </a:extLst>
          </p:cNvPr>
          <p:cNvSpPr txBox="1"/>
          <p:nvPr/>
        </p:nvSpPr>
        <p:spPr>
          <a:xfrm>
            <a:off x="-106680" y="247661"/>
            <a:ext cx="51358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solidFill>
                  <a:schemeClr val="accent1"/>
                </a:solidFill>
              </a:rPr>
              <a:t>PHÁT TRIỂN DỰ ÁN CÔNG NGHỆ THÔNG TIN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813A3-2B88-5E0F-E4E1-EB6FA71AF4F1}"/>
              </a:ext>
            </a:extLst>
          </p:cNvPr>
          <p:cNvSpPr txBox="1"/>
          <p:nvPr/>
        </p:nvSpPr>
        <p:spPr>
          <a:xfrm>
            <a:off x="544758" y="1648420"/>
            <a:ext cx="3833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1"/>
                </a:solidFill>
              </a:rPr>
              <a:t>NHÓM 8: TÌM HIỂU CHUNG CÁC CÔNG CỤ PHỔ BIẾN QUẢN LÝ DỰ ÁN THEO </a:t>
            </a:r>
            <a:r>
              <a:rPr lang="en-US" sz="1800">
                <a:solidFill>
                  <a:srgbClr val="FFFF00"/>
                </a:solidFill>
              </a:rPr>
              <a:t>SCRUM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C11406-96BC-9866-DE82-69876D1F0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4580"/>
              </p:ext>
            </p:extLst>
          </p:nvPr>
        </p:nvGraphicFramePr>
        <p:xfrm>
          <a:off x="544758" y="2895291"/>
          <a:ext cx="461034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8862">
                  <a:extLst>
                    <a:ext uri="{9D8B030D-6E8A-4147-A177-3AD203B41FA5}">
                      <a16:colId xmlns:a16="http://schemas.microsoft.com/office/drawing/2014/main" val="726600233"/>
                    </a:ext>
                  </a:extLst>
                </a:gridCol>
                <a:gridCol w="2861478">
                  <a:extLst>
                    <a:ext uri="{9D8B030D-6E8A-4147-A177-3AD203B41FA5}">
                      <a16:colId xmlns:a16="http://schemas.microsoft.com/office/drawing/2014/main" val="3100317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GVHD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ThS</a:t>
                      </a:r>
                      <a:r>
                        <a:rPr lang="en-US"/>
                        <a:t>. Nguyễn Đức Lưu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690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Nhóm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thực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hiện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50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Lớp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học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phần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20251IT6071001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25120"/>
                  </a:ext>
                </a:extLst>
              </a:tr>
            </a:tbl>
          </a:graphicData>
        </a:graphic>
      </p:graphicFrame>
      <p:sp>
        <p:nvSpPr>
          <p:cNvPr id="31" name="Title 2">
            <a:extLst>
              <a:ext uri="{FF2B5EF4-FFF2-40B4-BE49-F238E27FC236}">
                <a16:creationId xmlns:a16="http://schemas.microsoft.com/office/drawing/2014/main" id="{C2BD4EE6-49AB-E438-C498-07104E0001D0}"/>
              </a:ext>
            </a:extLst>
          </p:cNvPr>
          <p:cNvSpPr txBox="1">
            <a:spLocks/>
          </p:cNvSpPr>
          <p:nvPr/>
        </p:nvSpPr>
        <p:spPr>
          <a:xfrm>
            <a:off x="1172550" y="7662699"/>
            <a:ext cx="6798900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"/>
              <a:buNone/>
              <a:defRPr sz="5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Cuprum"/>
              <a:buNone/>
              <a:defRPr sz="5200" b="1" i="0" u="none" strike="noStrike" cap="none">
                <a:solidFill>
                  <a:srgbClr val="191919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Cuprum"/>
              <a:buNone/>
              <a:defRPr sz="5200" b="1" i="0" u="none" strike="noStrike" cap="none">
                <a:solidFill>
                  <a:srgbClr val="191919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Cuprum"/>
              <a:buNone/>
              <a:defRPr sz="5200" b="1" i="0" u="none" strike="noStrike" cap="none">
                <a:solidFill>
                  <a:srgbClr val="191919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Cuprum"/>
              <a:buNone/>
              <a:defRPr sz="5200" b="1" i="0" u="none" strike="noStrike" cap="none">
                <a:solidFill>
                  <a:srgbClr val="191919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Cuprum"/>
              <a:buNone/>
              <a:defRPr sz="5200" b="1" i="0" u="none" strike="noStrike" cap="none">
                <a:solidFill>
                  <a:srgbClr val="191919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Cuprum"/>
              <a:buNone/>
              <a:defRPr sz="5200" b="1" i="0" u="none" strike="noStrike" cap="none">
                <a:solidFill>
                  <a:srgbClr val="191919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Cuprum"/>
              <a:buNone/>
              <a:defRPr sz="5200" b="1" i="0" u="none" strike="noStrike" cap="none">
                <a:solidFill>
                  <a:srgbClr val="191919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Cuprum"/>
              <a:buNone/>
              <a:defRPr sz="5200" b="1" i="0" u="none" strike="noStrike" cap="none">
                <a:solidFill>
                  <a:srgbClr val="191919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solidFill>
                  <a:srgbClr val="FFFF00"/>
                </a:solidFill>
              </a:rPr>
              <a:t>Member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E597E5B-9497-621E-CE22-948D3E73FA64}"/>
              </a:ext>
            </a:extLst>
          </p:cNvPr>
          <p:cNvSpPr/>
          <p:nvPr/>
        </p:nvSpPr>
        <p:spPr>
          <a:xfrm>
            <a:off x="419100" y="8538699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Nguyễn Công Long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3F2B28F-876B-BF04-4297-3019EC270B3D}"/>
              </a:ext>
            </a:extLst>
          </p:cNvPr>
          <p:cNvSpPr/>
          <p:nvPr/>
        </p:nvSpPr>
        <p:spPr>
          <a:xfrm>
            <a:off x="419100" y="9903149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Nguyễn Hải Việt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65D5A71-4F86-FDC8-CDE1-209E88C35B96}"/>
              </a:ext>
            </a:extLst>
          </p:cNvPr>
          <p:cNvSpPr/>
          <p:nvPr/>
        </p:nvSpPr>
        <p:spPr>
          <a:xfrm>
            <a:off x="3416300" y="11455024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Phương Minh Tuấn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694EC92-C79F-32BE-FB09-6CB4146BE282}"/>
              </a:ext>
            </a:extLst>
          </p:cNvPr>
          <p:cNvSpPr/>
          <p:nvPr/>
        </p:nvSpPr>
        <p:spPr>
          <a:xfrm>
            <a:off x="6362700" y="8538699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Nguyễn Xuân Nhiên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8680E6B-1566-5BD1-1B05-0577D46D91E4}"/>
              </a:ext>
            </a:extLst>
          </p:cNvPr>
          <p:cNvSpPr/>
          <p:nvPr/>
        </p:nvSpPr>
        <p:spPr>
          <a:xfrm>
            <a:off x="6362700" y="9852699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Trần Mạnh Cầm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5C93EC-C695-6019-054C-616A719DD0AD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01/26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7AD550-94C4-07EF-9804-440FE35B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550" y="111525"/>
            <a:ext cx="6798900" cy="876000"/>
          </a:xfrm>
        </p:spPr>
        <p:txBody>
          <a:bodyPr/>
          <a:lstStyle/>
          <a:p>
            <a:r>
              <a:rPr lang="en-US">
                <a:solidFill>
                  <a:srgbClr val="FFFF00"/>
                </a:solidFill>
              </a:rPr>
              <a:t>Member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D4EA45-2B65-9F0A-04ED-C0753AA8D936}"/>
              </a:ext>
            </a:extLst>
          </p:cNvPr>
          <p:cNvSpPr/>
          <p:nvPr/>
        </p:nvSpPr>
        <p:spPr>
          <a:xfrm>
            <a:off x="419100" y="987525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Nguyễn Công Long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998605-0DE3-7E70-EFD4-3ACF7E52E5E6}"/>
              </a:ext>
            </a:extLst>
          </p:cNvPr>
          <p:cNvSpPr/>
          <p:nvPr/>
        </p:nvSpPr>
        <p:spPr>
          <a:xfrm>
            <a:off x="419100" y="2351975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Nguyễn Hải Việt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3509AD-EFE4-7C9E-BC59-EDB0EFD33622}"/>
              </a:ext>
            </a:extLst>
          </p:cNvPr>
          <p:cNvSpPr/>
          <p:nvPr/>
        </p:nvSpPr>
        <p:spPr>
          <a:xfrm>
            <a:off x="3416300" y="3903850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Phương Minh Tuấn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E363ED-C44F-BCAE-0FD2-BBD8CCC7B38E}"/>
              </a:ext>
            </a:extLst>
          </p:cNvPr>
          <p:cNvSpPr/>
          <p:nvPr/>
        </p:nvSpPr>
        <p:spPr>
          <a:xfrm>
            <a:off x="6362700" y="987525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Nguyễn Xuân Nhiên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0BEF61-A656-11C1-A247-AB06039C97B5}"/>
              </a:ext>
            </a:extLst>
          </p:cNvPr>
          <p:cNvSpPr/>
          <p:nvPr/>
        </p:nvSpPr>
        <p:spPr>
          <a:xfrm>
            <a:off x="6362700" y="2301525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Trần Mạnh Cầm</a:t>
            </a:r>
          </a:p>
        </p:txBody>
      </p:sp>
      <p:grpSp>
        <p:nvGrpSpPr>
          <p:cNvPr id="12" name="Google Shape;154;p32">
            <a:extLst>
              <a:ext uri="{FF2B5EF4-FFF2-40B4-BE49-F238E27FC236}">
                <a16:creationId xmlns:a16="http://schemas.microsoft.com/office/drawing/2014/main" id="{8A4E8148-303B-1CF6-92EB-B58A5BE65DAA}"/>
              </a:ext>
            </a:extLst>
          </p:cNvPr>
          <p:cNvGrpSpPr/>
          <p:nvPr/>
        </p:nvGrpSpPr>
        <p:grpSpPr>
          <a:xfrm>
            <a:off x="4572000" y="-5929733"/>
            <a:ext cx="4239293" cy="4929688"/>
            <a:chOff x="5063927" y="191833"/>
            <a:chExt cx="4239293" cy="4929688"/>
          </a:xfrm>
        </p:grpSpPr>
        <p:sp>
          <p:nvSpPr>
            <p:cNvPr id="13" name="Google Shape;155;p32">
              <a:extLst>
                <a:ext uri="{FF2B5EF4-FFF2-40B4-BE49-F238E27FC236}">
                  <a16:creationId xmlns:a16="http://schemas.microsoft.com/office/drawing/2014/main" id="{5ADE6691-AF07-7294-4928-DAEDD5E0EA73}"/>
                </a:ext>
              </a:extLst>
            </p:cNvPr>
            <p:cNvSpPr/>
            <p:nvPr/>
          </p:nvSpPr>
          <p:spPr>
            <a:xfrm>
              <a:off x="5080530" y="679807"/>
              <a:ext cx="859773" cy="928891"/>
            </a:xfrm>
            <a:custGeom>
              <a:avLst/>
              <a:gdLst/>
              <a:ahLst/>
              <a:cxnLst/>
              <a:rect l="l" t="t" r="r" b="b"/>
              <a:pathLst>
                <a:path w="31123" h="33625" extrusionOk="0">
                  <a:moveTo>
                    <a:pt x="2402" y="0"/>
                  </a:moveTo>
                  <a:cubicBezTo>
                    <a:pt x="1101" y="0"/>
                    <a:pt x="0" y="1068"/>
                    <a:pt x="0" y="2402"/>
                  </a:cubicBezTo>
                  <a:lnTo>
                    <a:pt x="0" y="31256"/>
                  </a:lnTo>
                  <a:cubicBezTo>
                    <a:pt x="0" y="32557"/>
                    <a:pt x="1034" y="33624"/>
                    <a:pt x="2402" y="33624"/>
                  </a:cubicBezTo>
                  <a:lnTo>
                    <a:pt x="28687" y="33624"/>
                  </a:lnTo>
                  <a:cubicBezTo>
                    <a:pt x="30022" y="33624"/>
                    <a:pt x="31122" y="32557"/>
                    <a:pt x="31122" y="31256"/>
                  </a:cubicBezTo>
                  <a:lnTo>
                    <a:pt x="31122" y="2402"/>
                  </a:lnTo>
                  <a:cubicBezTo>
                    <a:pt x="31122" y="1101"/>
                    <a:pt x="30088" y="0"/>
                    <a:pt x="287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6;p32">
              <a:extLst>
                <a:ext uri="{FF2B5EF4-FFF2-40B4-BE49-F238E27FC236}">
                  <a16:creationId xmlns:a16="http://schemas.microsoft.com/office/drawing/2014/main" id="{A9F7688C-2CDB-E8BB-420B-C1543728DFE3}"/>
                </a:ext>
              </a:extLst>
            </p:cNvPr>
            <p:cNvSpPr/>
            <p:nvPr/>
          </p:nvSpPr>
          <p:spPr>
            <a:xfrm>
              <a:off x="5124759" y="641103"/>
              <a:ext cx="858861" cy="928891"/>
            </a:xfrm>
            <a:custGeom>
              <a:avLst/>
              <a:gdLst/>
              <a:ahLst/>
              <a:cxnLst/>
              <a:rect l="l" t="t" r="r" b="b"/>
              <a:pathLst>
                <a:path w="31090" h="33625" extrusionOk="0">
                  <a:moveTo>
                    <a:pt x="2369" y="0"/>
                  </a:moveTo>
                  <a:cubicBezTo>
                    <a:pt x="1068" y="0"/>
                    <a:pt x="0" y="1034"/>
                    <a:pt x="0" y="2369"/>
                  </a:cubicBezTo>
                  <a:lnTo>
                    <a:pt x="0" y="31223"/>
                  </a:lnTo>
                  <a:cubicBezTo>
                    <a:pt x="0" y="32524"/>
                    <a:pt x="1034" y="33624"/>
                    <a:pt x="2369" y="33624"/>
                  </a:cubicBezTo>
                  <a:lnTo>
                    <a:pt x="28721" y="33624"/>
                  </a:lnTo>
                  <a:cubicBezTo>
                    <a:pt x="30022" y="33624"/>
                    <a:pt x="31089" y="32524"/>
                    <a:pt x="31089" y="31223"/>
                  </a:cubicBezTo>
                  <a:lnTo>
                    <a:pt x="31089" y="2369"/>
                  </a:lnTo>
                  <a:cubicBezTo>
                    <a:pt x="31089" y="1068"/>
                    <a:pt x="30055" y="0"/>
                    <a:pt x="28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7;p32">
              <a:extLst>
                <a:ext uri="{FF2B5EF4-FFF2-40B4-BE49-F238E27FC236}">
                  <a16:creationId xmlns:a16="http://schemas.microsoft.com/office/drawing/2014/main" id="{1A06A4D0-DFA9-6FED-E023-A9ACB7E696A1}"/>
                </a:ext>
              </a:extLst>
            </p:cNvPr>
            <p:cNvSpPr/>
            <p:nvPr/>
          </p:nvSpPr>
          <p:spPr>
            <a:xfrm>
              <a:off x="5195701" y="732322"/>
              <a:ext cx="317964" cy="745516"/>
            </a:xfrm>
            <a:custGeom>
              <a:avLst/>
              <a:gdLst/>
              <a:ahLst/>
              <a:cxnLst/>
              <a:rect l="l" t="t" r="r" b="b"/>
              <a:pathLst>
                <a:path w="11510" h="26987" extrusionOk="0">
                  <a:moveTo>
                    <a:pt x="2136" y="1"/>
                  </a:moveTo>
                  <a:cubicBezTo>
                    <a:pt x="968" y="1"/>
                    <a:pt x="1" y="968"/>
                    <a:pt x="1" y="2102"/>
                  </a:cubicBezTo>
                  <a:lnTo>
                    <a:pt x="1" y="24852"/>
                  </a:lnTo>
                  <a:cubicBezTo>
                    <a:pt x="1" y="26019"/>
                    <a:pt x="968" y="26987"/>
                    <a:pt x="2136" y="26987"/>
                  </a:cubicBezTo>
                  <a:lnTo>
                    <a:pt x="9408" y="26987"/>
                  </a:lnTo>
                  <a:cubicBezTo>
                    <a:pt x="10575" y="26987"/>
                    <a:pt x="11476" y="26019"/>
                    <a:pt x="11509" y="24852"/>
                  </a:cubicBezTo>
                  <a:lnTo>
                    <a:pt x="11509" y="2102"/>
                  </a:lnTo>
                  <a:cubicBezTo>
                    <a:pt x="11509" y="935"/>
                    <a:pt x="10575" y="1"/>
                    <a:pt x="94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8;p32">
              <a:extLst>
                <a:ext uri="{FF2B5EF4-FFF2-40B4-BE49-F238E27FC236}">
                  <a16:creationId xmlns:a16="http://schemas.microsoft.com/office/drawing/2014/main" id="{E1DF37C8-B520-3725-1A82-DD9826DA7E7F}"/>
                </a:ext>
              </a:extLst>
            </p:cNvPr>
            <p:cNvSpPr/>
            <p:nvPr/>
          </p:nvSpPr>
          <p:spPr>
            <a:xfrm>
              <a:off x="5586434" y="778401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1"/>
                  </a:moveTo>
                  <a:cubicBezTo>
                    <a:pt x="134" y="1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1"/>
                    <a:pt x="11775" y="234"/>
                  </a:cubicBezTo>
                  <a:cubicBezTo>
                    <a:pt x="11775" y="101"/>
                    <a:pt x="11642" y="1"/>
                    <a:pt x="11508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9;p32">
              <a:extLst>
                <a:ext uri="{FF2B5EF4-FFF2-40B4-BE49-F238E27FC236}">
                  <a16:creationId xmlns:a16="http://schemas.microsoft.com/office/drawing/2014/main" id="{79995F21-4E1B-628E-8917-D7F12A6D6A68}"/>
                </a:ext>
              </a:extLst>
            </p:cNvPr>
            <p:cNvSpPr/>
            <p:nvPr/>
          </p:nvSpPr>
          <p:spPr>
            <a:xfrm>
              <a:off x="5586434" y="867797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0"/>
                  </a:moveTo>
                  <a:cubicBezTo>
                    <a:pt x="134" y="0"/>
                    <a:pt x="0" y="134"/>
                    <a:pt x="0" y="267"/>
                  </a:cubicBezTo>
                  <a:cubicBezTo>
                    <a:pt x="0" y="400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34"/>
                    <a:pt x="11775" y="267"/>
                  </a:cubicBezTo>
                  <a:cubicBezTo>
                    <a:pt x="11775" y="134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0;p32">
              <a:extLst>
                <a:ext uri="{FF2B5EF4-FFF2-40B4-BE49-F238E27FC236}">
                  <a16:creationId xmlns:a16="http://schemas.microsoft.com/office/drawing/2014/main" id="{1B120D0F-0F8E-16C9-93DB-7E4BB5A996A3}"/>
                </a:ext>
              </a:extLst>
            </p:cNvPr>
            <p:cNvSpPr/>
            <p:nvPr/>
          </p:nvSpPr>
          <p:spPr>
            <a:xfrm>
              <a:off x="5586434" y="958104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0"/>
                  </a:moveTo>
                  <a:cubicBezTo>
                    <a:pt x="134" y="0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0"/>
                    <a:pt x="11775" y="234"/>
                  </a:cubicBezTo>
                  <a:cubicBezTo>
                    <a:pt x="11775" y="100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1;p32">
              <a:extLst>
                <a:ext uri="{FF2B5EF4-FFF2-40B4-BE49-F238E27FC236}">
                  <a16:creationId xmlns:a16="http://schemas.microsoft.com/office/drawing/2014/main" id="{B0010E6F-1A8D-BEB3-9C59-3B1716FF50C7}"/>
                </a:ext>
              </a:extLst>
            </p:cNvPr>
            <p:cNvSpPr/>
            <p:nvPr/>
          </p:nvSpPr>
          <p:spPr>
            <a:xfrm>
              <a:off x="7383006" y="1647171"/>
              <a:ext cx="773168" cy="911376"/>
            </a:xfrm>
            <a:custGeom>
              <a:avLst/>
              <a:gdLst/>
              <a:ahLst/>
              <a:cxnLst/>
              <a:rect l="l" t="t" r="r" b="b"/>
              <a:pathLst>
                <a:path w="27988" h="32991" extrusionOk="0">
                  <a:moveTo>
                    <a:pt x="2302" y="0"/>
                  </a:moveTo>
                  <a:cubicBezTo>
                    <a:pt x="1035" y="0"/>
                    <a:pt x="1" y="1068"/>
                    <a:pt x="1" y="2302"/>
                  </a:cubicBezTo>
                  <a:lnTo>
                    <a:pt x="1" y="30689"/>
                  </a:lnTo>
                  <a:cubicBezTo>
                    <a:pt x="1" y="31956"/>
                    <a:pt x="1035" y="32990"/>
                    <a:pt x="2302" y="32990"/>
                  </a:cubicBezTo>
                  <a:lnTo>
                    <a:pt x="25686" y="32990"/>
                  </a:lnTo>
                  <a:cubicBezTo>
                    <a:pt x="26953" y="32990"/>
                    <a:pt x="27987" y="31990"/>
                    <a:pt x="27987" y="30689"/>
                  </a:cubicBezTo>
                  <a:lnTo>
                    <a:pt x="27987" y="2302"/>
                  </a:lnTo>
                  <a:cubicBezTo>
                    <a:pt x="27987" y="1068"/>
                    <a:pt x="26953" y="0"/>
                    <a:pt x="256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2;p32">
              <a:extLst>
                <a:ext uri="{FF2B5EF4-FFF2-40B4-BE49-F238E27FC236}">
                  <a16:creationId xmlns:a16="http://schemas.microsoft.com/office/drawing/2014/main" id="{9457F0A1-CC39-FC03-FE16-B0FAC6B25F04}"/>
                </a:ext>
              </a:extLst>
            </p:cNvPr>
            <p:cNvSpPr/>
            <p:nvPr/>
          </p:nvSpPr>
          <p:spPr>
            <a:xfrm>
              <a:off x="7441074" y="1595567"/>
              <a:ext cx="772229" cy="911376"/>
            </a:xfrm>
            <a:custGeom>
              <a:avLst/>
              <a:gdLst/>
              <a:ahLst/>
              <a:cxnLst/>
              <a:rect l="l" t="t" r="r" b="b"/>
              <a:pathLst>
                <a:path w="27954" h="32991" extrusionOk="0">
                  <a:moveTo>
                    <a:pt x="2268" y="0"/>
                  </a:moveTo>
                  <a:cubicBezTo>
                    <a:pt x="1034" y="0"/>
                    <a:pt x="0" y="1034"/>
                    <a:pt x="0" y="2302"/>
                  </a:cubicBezTo>
                  <a:lnTo>
                    <a:pt x="0" y="30689"/>
                  </a:lnTo>
                  <a:cubicBezTo>
                    <a:pt x="0" y="31956"/>
                    <a:pt x="1034" y="32990"/>
                    <a:pt x="2268" y="32990"/>
                  </a:cubicBezTo>
                  <a:lnTo>
                    <a:pt x="25685" y="32990"/>
                  </a:lnTo>
                  <a:cubicBezTo>
                    <a:pt x="26919" y="32990"/>
                    <a:pt x="27953" y="31956"/>
                    <a:pt x="27953" y="30689"/>
                  </a:cubicBezTo>
                  <a:lnTo>
                    <a:pt x="27953" y="2302"/>
                  </a:lnTo>
                  <a:cubicBezTo>
                    <a:pt x="27953" y="1034"/>
                    <a:pt x="26919" y="0"/>
                    <a:pt x="25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3;p32">
              <a:extLst>
                <a:ext uri="{FF2B5EF4-FFF2-40B4-BE49-F238E27FC236}">
                  <a16:creationId xmlns:a16="http://schemas.microsoft.com/office/drawing/2014/main" id="{3266B5B4-9C71-3B5B-D409-ED0E7E9CF465}"/>
                </a:ext>
              </a:extLst>
            </p:cNvPr>
            <p:cNvSpPr/>
            <p:nvPr/>
          </p:nvSpPr>
          <p:spPr>
            <a:xfrm>
              <a:off x="7535056" y="1723638"/>
              <a:ext cx="240531" cy="439597"/>
            </a:xfrm>
            <a:custGeom>
              <a:avLst/>
              <a:gdLst/>
              <a:ahLst/>
              <a:cxnLst/>
              <a:rect l="l" t="t" r="r" b="b"/>
              <a:pathLst>
                <a:path w="8707" h="15913" extrusionOk="0">
                  <a:moveTo>
                    <a:pt x="1668" y="1"/>
                  </a:moveTo>
                  <a:cubicBezTo>
                    <a:pt x="768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68" y="15912"/>
                    <a:pt x="1668" y="15912"/>
                  </a:cubicBezTo>
                  <a:lnTo>
                    <a:pt x="7039" y="15912"/>
                  </a:lnTo>
                  <a:cubicBezTo>
                    <a:pt x="7973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73" y="1"/>
                    <a:pt x="70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4;p32">
              <a:extLst>
                <a:ext uri="{FF2B5EF4-FFF2-40B4-BE49-F238E27FC236}">
                  <a16:creationId xmlns:a16="http://schemas.microsoft.com/office/drawing/2014/main" id="{7CB125BA-51FB-99F4-8FD9-F55200ADDE63}"/>
                </a:ext>
              </a:extLst>
            </p:cNvPr>
            <p:cNvSpPr/>
            <p:nvPr/>
          </p:nvSpPr>
          <p:spPr>
            <a:xfrm>
              <a:off x="7878771" y="1723638"/>
              <a:ext cx="240531" cy="439597"/>
            </a:xfrm>
            <a:custGeom>
              <a:avLst/>
              <a:gdLst/>
              <a:ahLst/>
              <a:cxnLst/>
              <a:rect l="l" t="t" r="r" b="b"/>
              <a:pathLst>
                <a:path w="8707" h="15913" extrusionOk="0">
                  <a:moveTo>
                    <a:pt x="1669" y="1"/>
                  </a:moveTo>
                  <a:cubicBezTo>
                    <a:pt x="735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35" y="15912"/>
                    <a:pt x="1669" y="15912"/>
                  </a:cubicBezTo>
                  <a:lnTo>
                    <a:pt x="7039" y="15912"/>
                  </a:lnTo>
                  <a:cubicBezTo>
                    <a:pt x="7940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40" y="1"/>
                    <a:pt x="7039" y="1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5;p32">
              <a:extLst>
                <a:ext uri="{FF2B5EF4-FFF2-40B4-BE49-F238E27FC236}">
                  <a16:creationId xmlns:a16="http://schemas.microsoft.com/office/drawing/2014/main" id="{F3DCFF83-41A5-DD6D-0B57-A94AEE5C421B}"/>
                </a:ext>
              </a:extLst>
            </p:cNvPr>
            <p:cNvSpPr/>
            <p:nvPr/>
          </p:nvSpPr>
          <p:spPr>
            <a:xfrm>
              <a:off x="7576522" y="2225866"/>
              <a:ext cx="501311" cy="27680"/>
            </a:xfrm>
            <a:custGeom>
              <a:avLst/>
              <a:gdLst/>
              <a:ahLst/>
              <a:cxnLst/>
              <a:rect l="l" t="t" r="r" b="b"/>
              <a:pathLst>
                <a:path w="18147" h="1002" extrusionOk="0">
                  <a:moveTo>
                    <a:pt x="501" y="0"/>
                  </a:moveTo>
                  <a:cubicBezTo>
                    <a:pt x="201" y="0"/>
                    <a:pt x="1" y="201"/>
                    <a:pt x="1" y="501"/>
                  </a:cubicBezTo>
                  <a:cubicBezTo>
                    <a:pt x="1" y="801"/>
                    <a:pt x="201" y="1001"/>
                    <a:pt x="501" y="1001"/>
                  </a:cubicBezTo>
                  <a:lnTo>
                    <a:pt x="17613" y="1001"/>
                  </a:lnTo>
                  <a:cubicBezTo>
                    <a:pt x="17880" y="1001"/>
                    <a:pt x="18147" y="734"/>
                    <a:pt x="18114" y="501"/>
                  </a:cubicBezTo>
                  <a:cubicBezTo>
                    <a:pt x="18114" y="201"/>
                    <a:pt x="17880" y="0"/>
                    <a:pt x="17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6;p32">
              <a:extLst>
                <a:ext uri="{FF2B5EF4-FFF2-40B4-BE49-F238E27FC236}">
                  <a16:creationId xmlns:a16="http://schemas.microsoft.com/office/drawing/2014/main" id="{3B66F669-0FD0-68DB-1CDA-476127B405F2}"/>
                </a:ext>
              </a:extLst>
            </p:cNvPr>
            <p:cNvSpPr/>
            <p:nvPr/>
          </p:nvSpPr>
          <p:spPr>
            <a:xfrm>
              <a:off x="7588511" y="2294985"/>
              <a:ext cx="479183" cy="27653"/>
            </a:xfrm>
            <a:custGeom>
              <a:avLst/>
              <a:gdLst/>
              <a:ahLst/>
              <a:cxnLst/>
              <a:rect l="l" t="t" r="r" b="b"/>
              <a:pathLst>
                <a:path w="17346" h="1001" extrusionOk="0">
                  <a:moveTo>
                    <a:pt x="501" y="0"/>
                  </a:moveTo>
                  <a:cubicBezTo>
                    <a:pt x="200" y="0"/>
                    <a:pt x="0" y="200"/>
                    <a:pt x="0" y="501"/>
                  </a:cubicBezTo>
                  <a:cubicBezTo>
                    <a:pt x="0" y="801"/>
                    <a:pt x="200" y="1001"/>
                    <a:pt x="501" y="1001"/>
                  </a:cubicBezTo>
                  <a:lnTo>
                    <a:pt x="16779" y="1001"/>
                  </a:lnTo>
                  <a:cubicBezTo>
                    <a:pt x="17079" y="1001"/>
                    <a:pt x="17279" y="734"/>
                    <a:pt x="17346" y="501"/>
                  </a:cubicBezTo>
                  <a:cubicBezTo>
                    <a:pt x="17346" y="200"/>
                    <a:pt x="17112" y="0"/>
                    <a:pt x="168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7;p32">
              <a:extLst>
                <a:ext uri="{FF2B5EF4-FFF2-40B4-BE49-F238E27FC236}">
                  <a16:creationId xmlns:a16="http://schemas.microsoft.com/office/drawing/2014/main" id="{0713D0DA-9048-29C0-288A-F1C9E714AD30}"/>
                </a:ext>
              </a:extLst>
            </p:cNvPr>
            <p:cNvSpPr/>
            <p:nvPr/>
          </p:nvSpPr>
          <p:spPr>
            <a:xfrm>
              <a:off x="5290060" y="4839525"/>
              <a:ext cx="3840787" cy="281996"/>
            </a:xfrm>
            <a:custGeom>
              <a:avLst/>
              <a:gdLst/>
              <a:ahLst/>
              <a:cxnLst/>
              <a:rect l="l" t="t" r="r" b="b"/>
              <a:pathLst>
                <a:path w="139033" h="10208" extrusionOk="0">
                  <a:moveTo>
                    <a:pt x="0" y="0"/>
                  </a:moveTo>
                  <a:lnTo>
                    <a:pt x="0" y="10207"/>
                  </a:lnTo>
                  <a:lnTo>
                    <a:pt x="139033" y="10207"/>
                  </a:lnTo>
                  <a:lnTo>
                    <a:pt x="1390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8;p32">
              <a:extLst>
                <a:ext uri="{FF2B5EF4-FFF2-40B4-BE49-F238E27FC236}">
                  <a16:creationId xmlns:a16="http://schemas.microsoft.com/office/drawing/2014/main" id="{6E64A510-FF1C-7E13-40EC-0C9E763C6A1F}"/>
                </a:ext>
              </a:extLst>
            </p:cNvPr>
            <p:cNvSpPr/>
            <p:nvPr/>
          </p:nvSpPr>
          <p:spPr>
            <a:xfrm>
              <a:off x="5290060" y="4670873"/>
              <a:ext cx="3840787" cy="168678"/>
            </a:xfrm>
            <a:custGeom>
              <a:avLst/>
              <a:gdLst/>
              <a:ahLst/>
              <a:cxnLst/>
              <a:rect l="l" t="t" r="r" b="b"/>
              <a:pathLst>
                <a:path w="139033" h="6106" extrusionOk="0">
                  <a:moveTo>
                    <a:pt x="6071" y="1"/>
                  </a:moveTo>
                  <a:cubicBezTo>
                    <a:pt x="2702" y="1"/>
                    <a:pt x="0" y="2769"/>
                    <a:pt x="0" y="6105"/>
                  </a:cubicBezTo>
                  <a:lnTo>
                    <a:pt x="139033" y="6105"/>
                  </a:lnTo>
                  <a:cubicBezTo>
                    <a:pt x="139033" y="2769"/>
                    <a:pt x="136298" y="34"/>
                    <a:pt x="1329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9;p32">
              <a:extLst>
                <a:ext uri="{FF2B5EF4-FFF2-40B4-BE49-F238E27FC236}">
                  <a16:creationId xmlns:a16="http://schemas.microsoft.com/office/drawing/2014/main" id="{11690A2A-7081-D4DF-C10B-FB3342F169D0}"/>
                </a:ext>
              </a:extLst>
            </p:cNvPr>
            <p:cNvSpPr/>
            <p:nvPr/>
          </p:nvSpPr>
          <p:spPr>
            <a:xfrm>
              <a:off x="5416870" y="1119353"/>
              <a:ext cx="1178621" cy="893890"/>
            </a:xfrm>
            <a:custGeom>
              <a:avLst/>
              <a:gdLst/>
              <a:ahLst/>
              <a:cxnLst/>
              <a:rect l="l" t="t" r="r" b="b"/>
              <a:pathLst>
                <a:path w="42665" h="32358" extrusionOk="0">
                  <a:moveTo>
                    <a:pt x="3970" y="1"/>
                  </a:moveTo>
                  <a:cubicBezTo>
                    <a:pt x="1768" y="1"/>
                    <a:pt x="1" y="1769"/>
                    <a:pt x="1" y="3970"/>
                  </a:cubicBezTo>
                  <a:lnTo>
                    <a:pt x="1" y="28388"/>
                  </a:lnTo>
                  <a:cubicBezTo>
                    <a:pt x="1" y="30589"/>
                    <a:pt x="1802" y="32357"/>
                    <a:pt x="3970" y="32357"/>
                  </a:cubicBezTo>
                  <a:lnTo>
                    <a:pt x="38695" y="32357"/>
                  </a:lnTo>
                  <a:cubicBezTo>
                    <a:pt x="40863" y="32357"/>
                    <a:pt x="42664" y="30589"/>
                    <a:pt x="42664" y="28388"/>
                  </a:cubicBezTo>
                  <a:lnTo>
                    <a:pt x="42664" y="3970"/>
                  </a:lnTo>
                  <a:cubicBezTo>
                    <a:pt x="42664" y="1735"/>
                    <a:pt x="40863" y="1"/>
                    <a:pt x="386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0;p32">
              <a:extLst>
                <a:ext uri="{FF2B5EF4-FFF2-40B4-BE49-F238E27FC236}">
                  <a16:creationId xmlns:a16="http://schemas.microsoft.com/office/drawing/2014/main" id="{61282D4E-E844-CA74-D0B7-815B4CC9E16C}"/>
                </a:ext>
              </a:extLst>
            </p:cNvPr>
            <p:cNvSpPr/>
            <p:nvPr/>
          </p:nvSpPr>
          <p:spPr>
            <a:xfrm>
              <a:off x="5467562" y="1061312"/>
              <a:ext cx="1178593" cy="893862"/>
            </a:xfrm>
            <a:custGeom>
              <a:avLst/>
              <a:gdLst/>
              <a:ahLst/>
              <a:cxnLst/>
              <a:rect l="l" t="t" r="r" b="b"/>
              <a:pathLst>
                <a:path w="42664" h="32357" extrusionOk="0">
                  <a:moveTo>
                    <a:pt x="3970" y="0"/>
                  </a:moveTo>
                  <a:cubicBezTo>
                    <a:pt x="1768" y="0"/>
                    <a:pt x="0" y="1801"/>
                    <a:pt x="0" y="3970"/>
                  </a:cubicBezTo>
                  <a:lnTo>
                    <a:pt x="0" y="28421"/>
                  </a:lnTo>
                  <a:cubicBezTo>
                    <a:pt x="0" y="30622"/>
                    <a:pt x="1801" y="32357"/>
                    <a:pt x="3970" y="32357"/>
                  </a:cubicBezTo>
                  <a:lnTo>
                    <a:pt x="38661" y="32357"/>
                  </a:lnTo>
                  <a:cubicBezTo>
                    <a:pt x="40863" y="32357"/>
                    <a:pt x="42631" y="30622"/>
                    <a:pt x="42664" y="28421"/>
                  </a:cubicBezTo>
                  <a:lnTo>
                    <a:pt x="42664" y="3970"/>
                  </a:lnTo>
                  <a:cubicBezTo>
                    <a:pt x="42664" y="1768"/>
                    <a:pt x="40863" y="0"/>
                    <a:pt x="386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1;p32">
              <a:extLst>
                <a:ext uri="{FF2B5EF4-FFF2-40B4-BE49-F238E27FC236}">
                  <a16:creationId xmlns:a16="http://schemas.microsoft.com/office/drawing/2014/main" id="{D9FC6A08-BEDE-4591-D1DE-AE649AD5CEC8}"/>
                </a:ext>
              </a:extLst>
            </p:cNvPr>
            <p:cNvSpPr/>
            <p:nvPr/>
          </p:nvSpPr>
          <p:spPr>
            <a:xfrm>
              <a:off x="5467562" y="1063135"/>
              <a:ext cx="1177681" cy="129036"/>
            </a:xfrm>
            <a:custGeom>
              <a:avLst/>
              <a:gdLst/>
              <a:ahLst/>
              <a:cxnLst/>
              <a:rect l="l" t="t" r="r" b="b"/>
              <a:pathLst>
                <a:path w="42631" h="4671" extrusionOk="0">
                  <a:moveTo>
                    <a:pt x="3970" y="1"/>
                  </a:moveTo>
                  <a:cubicBezTo>
                    <a:pt x="1801" y="1"/>
                    <a:pt x="0" y="1735"/>
                    <a:pt x="0" y="3937"/>
                  </a:cubicBezTo>
                  <a:lnTo>
                    <a:pt x="0" y="4671"/>
                  </a:lnTo>
                  <a:lnTo>
                    <a:pt x="42631" y="4671"/>
                  </a:lnTo>
                  <a:lnTo>
                    <a:pt x="42631" y="3937"/>
                  </a:lnTo>
                  <a:cubicBezTo>
                    <a:pt x="42631" y="1735"/>
                    <a:pt x="40863" y="1"/>
                    <a:pt x="386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2;p32">
              <a:extLst>
                <a:ext uri="{FF2B5EF4-FFF2-40B4-BE49-F238E27FC236}">
                  <a16:creationId xmlns:a16="http://schemas.microsoft.com/office/drawing/2014/main" id="{DC370FFC-1717-F6F2-30AD-C08B10CB3BCD}"/>
                </a:ext>
              </a:extLst>
            </p:cNvPr>
            <p:cNvSpPr/>
            <p:nvPr/>
          </p:nvSpPr>
          <p:spPr>
            <a:xfrm>
              <a:off x="5572594" y="1096313"/>
              <a:ext cx="62709" cy="61769"/>
            </a:xfrm>
            <a:custGeom>
              <a:avLst/>
              <a:gdLst/>
              <a:ahLst/>
              <a:cxnLst/>
              <a:rect l="l" t="t" r="r" b="b"/>
              <a:pathLst>
                <a:path w="2270" h="2236" extrusionOk="0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3;p32">
              <a:extLst>
                <a:ext uri="{FF2B5EF4-FFF2-40B4-BE49-F238E27FC236}">
                  <a16:creationId xmlns:a16="http://schemas.microsoft.com/office/drawing/2014/main" id="{78ECC1E7-AA16-6089-8AFE-FD0FED89B7BC}"/>
                </a:ext>
              </a:extLst>
            </p:cNvPr>
            <p:cNvSpPr/>
            <p:nvPr/>
          </p:nvSpPr>
          <p:spPr>
            <a:xfrm>
              <a:off x="5697019" y="1096313"/>
              <a:ext cx="62681" cy="61769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4" y="1"/>
                  </a:moveTo>
                  <a:cubicBezTo>
                    <a:pt x="500" y="1"/>
                    <a:pt x="0" y="501"/>
                    <a:pt x="0" y="1135"/>
                  </a:cubicBezTo>
                  <a:cubicBezTo>
                    <a:pt x="0" y="1735"/>
                    <a:pt x="500" y="2236"/>
                    <a:pt x="1134" y="2236"/>
                  </a:cubicBezTo>
                  <a:cubicBezTo>
                    <a:pt x="1768" y="2236"/>
                    <a:pt x="2268" y="1735"/>
                    <a:pt x="2268" y="1135"/>
                  </a:cubicBezTo>
                  <a:cubicBezTo>
                    <a:pt x="2268" y="501"/>
                    <a:pt x="1768" y="1"/>
                    <a:pt x="1134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4;p32">
              <a:extLst>
                <a:ext uri="{FF2B5EF4-FFF2-40B4-BE49-F238E27FC236}">
                  <a16:creationId xmlns:a16="http://schemas.microsoft.com/office/drawing/2014/main" id="{57AE7793-6214-F145-8840-275BE4D152AA}"/>
                </a:ext>
              </a:extLst>
            </p:cNvPr>
            <p:cNvSpPr/>
            <p:nvPr/>
          </p:nvSpPr>
          <p:spPr>
            <a:xfrm>
              <a:off x="5822327" y="1096313"/>
              <a:ext cx="62681" cy="61769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5;p32">
              <a:extLst>
                <a:ext uri="{FF2B5EF4-FFF2-40B4-BE49-F238E27FC236}">
                  <a16:creationId xmlns:a16="http://schemas.microsoft.com/office/drawing/2014/main" id="{BBD832DB-D6F4-0F61-B980-B74BF272B028}"/>
                </a:ext>
              </a:extLst>
            </p:cNvPr>
            <p:cNvSpPr/>
            <p:nvPr/>
          </p:nvSpPr>
          <p:spPr>
            <a:xfrm>
              <a:off x="5879457" y="1236290"/>
              <a:ext cx="353876" cy="330119"/>
            </a:xfrm>
            <a:custGeom>
              <a:avLst/>
              <a:gdLst/>
              <a:ahLst/>
              <a:cxnLst/>
              <a:rect l="l" t="t" r="r" b="b"/>
              <a:pathLst>
                <a:path w="12810" h="11950" extrusionOk="0">
                  <a:moveTo>
                    <a:pt x="6413" y="1"/>
                  </a:moveTo>
                  <a:cubicBezTo>
                    <a:pt x="6113" y="1"/>
                    <a:pt x="5810" y="24"/>
                    <a:pt x="5505" y="71"/>
                  </a:cubicBezTo>
                  <a:cubicBezTo>
                    <a:pt x="2236" y="571"/>
                    <a:pt x="1" y="3640"/>
                    <a:pt x="501" y="6876"/>
                  </a:cubicBezTo>
                  <a:cubicBezTo>
                    <a:pt x="985" y="9837"/>
                    <a:pt x="3521" y="11949"/>
                    <a:pt x="6399" y="11949"/>
                  </a:cubicBezTo>
                  <a:cubicBezTo>
                    <a:pt x="6698" y="11949"/>
                    <a:pt x="7001" y="11926"/>
                    <a:pt x="7306" y="11879"/>
                  </a:cubicBezTo>
                  <a:cubicBezTo>
                    <a:pt x="10575" y="11345"/>
                    <a:pt x="12810" y="8310"/>
                    <a:pt x="12310" y="5041"/>
                  </a:cubicBezTo>
                  <a:cubicBezTo>
                    <a:pt x="11856" y="2110"/>
                    <a:pt x="9296" y="1"/>
                    <a:pt x="6413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76;p32">
              <a:extLst>
                <a:ext uri="{FF2B5EF4-FFF2-40B4-BE49-F238E27FC236}">
                  <a16:creationId xmlns:a16="http://schemas.microsoft.com/office/drawing/2014/main" id="{83892AA0-C358-178C-A11F-3A8D57FB3E23}"/>
                </a:ext>
              </a:extLst>
            </p:cNvPr>
            <p:cNvSpPr/>
            <p:nvPr/>
          </p:nvSpPr>
          <p:spPr>
            <a:xfrm>
              <a:off x="5687792" y="1651056"/>
              <a:ext cx="737228" cy="304124"/>
            </a:xfrm>
            <a:custGeom>
              <a:avLst/>
              <a:gdLst/>
              <a:ahLst/>
              <a:cxnLst/>
              <a:rect l="l" t="t" r="r" b="b"/>
              <a:pathLst>
                <a:path w="26687" h="11009" extrusionOk="0">
                  <a:moveTo>
                    <a:pt x="13343" y="1"/>
                  </a:moveTo>
                  <a:cubicBezTo>
                    <a:pt x="6605" y="1"/>
                    <a:pt x="1001" y="4804"/>
                    <a:pt x="1" y="11009"/>
                  </a:cubicBezTo>
                  <a:lnTo>
                    <a:pt x="26686" y="11009"/>
                  </a:lnTo>
                  <a:cubicBezTo>
                    <a:pt x="25686" y="4804"/>
                    <a:pt x="20115" y="1"/>
                    <a:pt x="13343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77;p32">
              <a:extLst>
                <a:ext uri="{FF2B5EF4-FFF2-40B4-BE49-F238E27FC236}">
                  <a16:creationId xmlns:a16="http://schemas.microsoft.com/office/drawing/2014/main" id="{DA57E606-8D14-486E-4F10-93115606BEF2}"/>
                </a:ext>
              </a:extLst>
            </p:cNvPr>
            <p:cNvSpPr/>
            <p:nvPr/>
          </p:nvSpPr>
          <p:spPr>
            <a:xfrm>
              <a:off x="7658541" y="1180884"/>
              <a:ext cx="998920" cy="957455"/>
            </a:xfrm>
            <a:custGeom>
              <a:avLst/>
              <a:gdLst/>
              <a:ahLst/>
              <a:cxnLst/>
              <a:rect l="l" t="t" r="r" b="b"/>
              <a:pathLst>
                <a:path w="36160" h="34659" extrusionOk="0">
                  <a:moveTo>
                    <a:pt x="4003" y="0"/>
                  </a:moveTo>
                  <a:cubicBezTo>
                    <a:pt x="1802" y="0"/>
                    <a:pt x="0" y="1802"/>
                    <a:pt x="0" y="4003"/>
                  </a:cubicBezTo>
                  <a:lnTo>
                    <a:pt x="0" y="30656"/>
                  </a:lnTo>
                  <a:cubicBezTo>
                    <a:pt x="0" y="32857"/>
                    <a:pt x="1802" y="34659"/>
                    <a:pt x="4003" y="34659"/>
                  </a:cubicBezTo>
                  <a:lnTo>
                    <a:pt x="32157" y="34659"/>
                  </a:lnTo>
                  <a:cubicBezTo>
                    <a:pt x="34358" y="34659"/>
                    <a:pt x="36160" y="32857"/>
                    <a:pt x="36160" y="30656"/>
                  </a:cubicBezTo>
                  <a:lnTo>
                    <a:pt x="36160" y="4003"/>
                  </a:lnTo>
                  <a:cubicBezTo>
                    <a:pt x="36160" y="1802"/>
                    <a:pt x="34358" y="0"/>
                    <a:pt x="321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78;p32">
              <a:extLst>
                <a:ext uri="{FF2B5EF4-FFF2-40B4-BE49-F238E27FC236}">
                  <a16:creationId xmlns:a16="http://schemas.microsoft.com/office/drawing/2014/main" id="{28E0EFB3-EA02-6EB9-421D-003AFBEB8086}"/>
                </a:ext>
              </a:extLst>
            </p:cNvPr>
            <p:cNvSpPr/>
            <p:nvPr/>
          </p:nvSpPr>
          <p:spPr>
            <a:xfrm>
              <a:off x="7713820" y="1129280"/>
              <a:ext cx="999859" cy="957455"/>
            </a:xfrm>
            <a:custGeom>
              <a:avLst/>
              <a:gdLst/>
              <a:ahLst/>
              <a:cxnLst/>
              <a:rect l="l" t="t" r="r" b="b"/>
              <a:pathLst>
                <a:path w="36194" h="34659" extrusionOk="0">
                  <a:moveTo>
                    <a:pt x="4004" y="0"/>
                  </a:moveTo>
                  <a:cubicBezTo>
                    <a:pt x="1802" y="0"/>
                    <a:pt x="1" y="1802"/>
                    <a:pt x="1" y="4003"/>
                  </a:cubicBezTo>
                  <a:lnTo>
                    <a:pt x="1" y="30656"/>
                  </a:lnTo>
                  <a:cubicBezTo>
                    <a:pt x="1" y="32857"/>
                    <a:pt x="1802" y="34659"/>
                    <a:pt x="4004" y="34659"/>
                  </a:cubicBezTo>
                  <a:lnTo>
                    <a:pt x="32157" y="34659"/>
                  </a:lnTo>
                  <a:cubicBezTo>
                    <a:pt x="34392" y="34659"/>
                    <a:pt x="36193" y="32857"/>
                    <a:pt x="36160" y="30656"/>
                  </a:cubicBezTo>
                  <a:lnTo>
                    <a:pt x="36160" y="4003"/>
                  </a:lnTo>
                  <a:cubicBezTo>
                    <a:pt x="36160" y="1768"/>
                    <a:pt x="34359" y="0"/>
                    <a:pt x="32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79;p32">
              <a:extLst>
                <a:ext uri="{FF2B5EF4-FFF2-40B4-BE49-F238E27FC236}">
                  <a16:creationId xmlns:a16="http://schemas.microsoft.com/office/drawing/2014/main" id="{14ED8D28-1FB5-0CAE-E666-835845857457}"/>
                </a:ext>
              </a:extLst>
            </p:cNvPr>
            <p:cNvSpPr/>
            <p:nvPr/>
          </p:nvSpPr>
          <p:spPr>
            <a:xfrm>
              <a:off x="7793989" y="1189172"/>
              <a:ext cx="838585" cy="838584"/>
            </a:xfrm>
            <a:custGeom>
              <a:avLst/>
              <a:gdLst/>
              <a:ahLst/>
              <a:cxnLst/>
              <a:rect l="l" t="t" r="r" b="b"/>
              <a:pathLst>
                <a:path w="30356" h="30356" extrusionOk="0">
                  <a:moveTo>
                    <a:pt x="15178" y="4437"/>
                  </a:moveTo>
                  <a:cubicBezTo>
                    <a:pt x="21116" y="4437"/>
                    <a:pt x="25919" y="9241"/>
                    <a:pt x="25919" y="15178"/>
                  </a:cubicBezTo>
                  <a:cubicBezTo>
                    <a:pt x="25919" y="21082"/>
                    <a:pt x="21116" y="25886"/>
                    <a:pt x="15178" y="25886"/>
                  </a:cubicBezTo>
                  <a:cubicBezTo>
                    <a:pt x="9274" y="25886"/>
                    <a:pt x="4471" y="21082"/>
                    <a:pt x="4471" y="15178"/>
                  </a:cubicBezTo>
                  <a:cubicBezTo>
                    <a:pt x="4471" y="9241"/>
                    <a:pt x="9274" y="4437"/>
                    <a:pt x="15178" y="4437"/>
                  </a:cubicBezTo>
                  <a:close/>
                  <a:moveTo>
                    <a:pt x="15178" y="1"/>
                  </a:moveTo>
                  <a:cubicBezTo>
                    <a:pt x="6806" y="1"/>
                    <a:pt x="1" y="6805"/>
                    <a:pt x="1" y="15178"/>
                  </a:cubicBezTo>
                  <a:cubicBezTo>
                    <a:pt x="1" y="23551"/>
                    <a:pt x="6806" y="30356"/>
                    <a:pt x="15178" y="30356"/>
                  </a:cubicBezTo>
                  <a:cubicBezTo>
                    <a:pt x="23584" y="30356"/>
                    <a:pt x="30356" y="23551"/>
                    <a:pt x="30356" y="15178"/>
                  </a:cubicBezTo>
                  <a:cubicBezTo>
                    <a:pt x="30323" y="6805"/>
                    <a:pt x="23584" y="1"/>
                    <a:pt x="151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80;p32">
              <a:extLst>
                <a:ext uri="{FF2B5EF4-FFF2-40B4-BE49-F238E27FC236}">
                  <a16:creationId xmlns:a16="http://schemas.microsoft.com/office/drawing/2014/main" id="{F2F0BFCA-1464-0CF4-D22F-5FD2D2956F27}"/>
                </a:ext>
              </a:extLst>
            </p:cNvPr>
            <p:cNvSpPr/>
            <p:nvPr/>
          </p:nvSpPr>
          <p:spPr>
            <a:xfrm>
              <a:off x="8498022" y="1526449"/>
              <a:ext cx="967" cy="2790"/>
            </a:xfrm>
            <a:custGeom>
              <a:avLst/>
              <a:gdLst/>
              <a:ahLst/>
              <a:cxnLst/>
              <a:rect l="l" t="t" r="r" b="b"/>
              <a:pathLst>
                <a:path w="35" h="101" fill="none" extrusionOk="0">
                  <a:moveTo>
                    <a:pt x="34" y="100"/>
                  </a:moveTo>
                  <a:cubicBezTo>
                    <a:pt x="34" y="34"/>
                    <a:pt x="34" y="34"/>
                    <a:pt x="1" y="0"/>
                  </a:cubicBezTo>
                  <a:cubicBezTo>
                    <a:pt x="1" y="34"/>
                    <a:pt x="1" y="34"/>
                    <a:pt x="34" y="100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81;p32">
              <a:extLst>
                <a:ext uri="{FF2B5EF4-FFF2-40B4-BE49-F238E27FC236}">
                  <a16:creationId xmlns:a16="http://schemas.microsoft.com/office/drawing/2014/main" id="{D84F323B-6E34-B87A-DC89-BB00182D5D56}"/>
                </a:ext>
              </a:extLst>
            </p:cNvPr>
            <p:cNvSpPr/>
            <p:nvPr/>
          </p:nvSpPr>
          <p:spPr>
            <a:xfrm>
              <a:off x="8493408" y="1511697"/>
              <a:ext cx="967" cy="3729"/>
            </a:xfrm>
            <a:custGeom>
              <a:avLst/>
              <a:gdLst/>
              <a:ahLst/>
              <a:cxnLst/>
              <a:rect l="l" t="t" r="r" b="b"/>
              <a:pathLst>
                <a:path w="35" h="135" fill="none" extrusionOk="0">
                  <a:moveTo>
                    <a:pt x="34" y="134"/>
                  </a:moveTo>
                  <a:cubicBezTo>
                    <a:pt x="34" y="67"/>
                    <a:pt x="1" y="34"/>
                    <a:pt x="1" y="1"/>
                  </a:cubicBezTo>
                  <a:cubicBezTo>
                    <a:pt x="34" y="67"/>
                    <a:pt x="34" y="134"/>
                    <a:pt x="34" y="134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82;p32">
              <a:extLst>
                <a:ext uri="{FF2B5EF4-FFF2-40B4-BE49-F238E27FC236}">
                  <a16:creationId xmlns:a16="http://schemas.microsoft.com/office/drawing/2014/main" id="{F31CA21F-DFF7-0BCF-9EA5-71BF69B11C15}"/>
                </a:ext>
              </a:extLst>
            </p:cNvPr>
            <p:cNvSpPr/>
            <p:nvPr/>
          </p:nvSpPr>
          <p:spPr>
            <a:xfrm>
              <a:off x="8079663" y="1481282"/>
              <a:ext cx="552914" cy="545566"/>
            </a:xfrm>
            <a:custGeom>
              <a:avLst/>
              <a:gdLst/>
              <a:ahLst/>
              <a:cxnLst/>
              <a:rect l="l" t="t" r="r" b="b"/>
              <a:pathLst>
                <a:path w="20015" h="19749" extrusionOk="0">
                  <a:moveTo>
                    <a:pt x="19314" y="1"/>
                  </a:moveTo>
                  <a:lnTo>
                    <a:pt x="19314" y="1"/>
                  </a:lnTo>
                  <a:cubicBezTo>
                    <a:pt x="19581" y="904"/>
                    <a:pt x="19772" y="1833"/>
                    <a:pt x="19888" y="2779"/>
                  </a:cubicBezTo>
                  <a:lnTo>
                    <a:pt x="19888" y="2779"/>
                  </a:lnTo>
                  <a:lnTo>
                    <a:pt x="19915" y="2769"/>
                  </a:lnTo>
                  <a:cubicBezTo>
                    <a:pt x="19781" y="1802"/>
                    <a:pt x="19615" y="901"/>
                    <a:pt x="19314" y="1"/>
                  </a:cubicBezTo>
                  <a:close/>
                  <a:moveTo>
                    <a:pt x="19888" y="2779"/>
                  </a:moveTo>
                  <a:lnTo>
                    <a:pt x="15578" y="4271"/>
                  </a:lnTo>
                  <a:lnTo>
                    <a:pt x="15578" y="4571"/>
                  </a:lnTo>
                  <a:cubicBezTo>
                    <a:pt x="15578" y="10475"/>
                    <a:pt x="10775" y="15278"/>
                    <a:pt x="4837" y="15278"/>
                  </a:cubicBezTo>
                  <a:cubicBezTo>
                    <a:pt x="3303" y="15278"/>
                    <a:pt x="1902" y="14945"/>
                    <a:pt x="568" y="14411"/>
                  </a:cubicBezTo>
                  <a:lnTo>
                    <a:pt x="1" y="18948"/>
                  </a:lnTo>
                  <a:cubicBezTo>
                    <a:pt x="1502" y="19448"/>
                    <a:pt x="3136" y="19748"/>
                    <a:pt x="4837" y="19748"/>
                  </a:cubicBezTo>
                  <a:cubicBezTo>
                    <a:pt x="13243" y="19748"/>
                    <a:pt x="20015" y="12943"/>
                    <a:pt x="20015" y="4571"/>
                  </a:cubicBezTo>
                  <a:cubicBezTo>
                    <a:pt x="20002" y="3968"/>
                    <a:pt x="19960" y="3370"/>
                    <a:pt x="19888" y="27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83;p32">
              <a:extLst>
                <a:ext uri="{FF2B5EF4-FFF2-40B4-BE49-F238E27FC236}">
                  <a16:creationId xmlns:a16="http://schemas.microsoft.com/office/drawing/2014/main" id="{0A4991DE-000A-FCDA-6103-19C1D5BC5B80}"/>
                </a:ext>
              </a:extLst>
            </p:cNvPr>
            <p:cNvSpPr/>
            <p:nvPr/>
          </p:nvSpPr>
          <p:spPr>
            <a:xfrm>
              <a:off x="8488823" y="1498796"/>
              <a:ext cx="939" cy="3729"/>
            </a:xfrm>
            <a:custGeom>
              <a:avLst/>
              <a:gdLst/>
              <a:ahLst/>
              <a:cxnLst/>
              <a:rect l="l" t="t" r="r" b="b"/>
              <a:pathLst>
                <a:path w="34" h="135" fill="none" extrusionOk="0">
                  <a:moveTo>
                    <a:pt x="34" y="134"/>
                  </a:moveTo>
                  <a:cubicBezTo>
                    <a:pt x="34" y="101"/>
                    <a:pt x="0" y="34"/>
                    <a:pt x="0" y="1"/>
                  </a:cubicBezTo>
                  <a:cubicBezTo>
                    <a:pt x="0" y="34"/>
                    <a:pt x="34" y="101"/>
                    <a:pt x="34" y="134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84;p32">
              <a:extLst>
                <a:ext uri="{FF2B5EF4-FFF2-40B4-BE49-F238E27FC236}">
                  <a16:creationId xmlns:a16="http://schemas.microsoft.com/office/drawing/2014/main" id="{4593B676-5C10-878C-0A5F-191E259ABA44}"/>
                </a:ext>
              </a:extLst>
            </p:cNvPr>
            <p:cNvSpPr/>
            <p:nvPr/>
          </p:nvSpPr>
          <p:spPr>
            <a:xfrm>
              <a:off x="8507249" y="1570677"/>
              <a:ext cx="28" cy="28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85;p32">
              <a:extLst>
                <a:ext uri="{FF2B5EF4-FFF2-40B4-BE49-F238E27FC236}">
                  <a16:creationId xmlns:a16="http://schemas.microsoft.com/office/drawing/2014/main" id="{4F4DC2E0-6970-C028-A214-A393AADA2DF2}"/>
                </a:ext>
              </a:extLst>
            </p:cNvPr>
            <p:cNvSpPr/>
            <p:nvPr/>
          </p:nvSpPr>
          <p:spPr>
            <a:xfrm>
              <a:off x="8501724" y="1541201"/>
              <a:ext cx="939" cy="1851"/>
            </a:xfrm>
            <a:custGeom>
              <a:avLst/>
              <a:gdLst/>
              <a:ahLst/>
              <a:cxnLst/>
              <a:rect l="l" t="t" r="r" b="b"/>
              <a:pathLst>
                <a:path w="34" h="67" fill="none" extrusionOk="0">
                  <a:moveTo>
                    <a:pt x="34" y="67"/>
                  </a:moveTo>
                  <a:lnTo>
                    <a:pt x="34" y="0"/>
                  </a:lnTo>
                  <a:cubicBezTo>
                    <a:pt x="0" y="0"/>
                    <a:pt x="0" y="0"/>
                    <a:pt x="34" y="67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86;p32">
              <a:extLst>
                <a:ext uri="{FF2B5EF4-FFF2-40B4-BE49-F238E27FC236}">
                  <a16:creationId xmlns:a16="http://schemas.microsoft.com/office/drawing/2014/main" id="{6D6DE13F-D4EE-59F5-E43E-13A602692B6C}"/>
                </a:ext>
              </a:extLst>
            </p:cNvPr>
            <p:cNvSpPr/>
            <p:nvPr/>
          </p:nvSpPr>
          <p:spPr>
            <a:xfrm>
              <a:off x="8505398" y="1555014"/>
              <a:ext cx="28" cy="1878"/>
            </a:xfrm>
            <a:custGeom>
              <a:avLst/>
              <a:gdLst/>
              <a:ahLst/>
              <a:cxnLst/>
              <a:rect l="l" t="t" r="r" b="b"/>
              <a:pathLst>
                <a:path w="1" h="68" fill="none" extrusionOk="0">
                  <a:moveTo>
                    <a:pt x="1" y="67"/>
                  </a:moveTo>
                  <a:cubicBezTo>
                    <a:pt x="1" y="67"/>
                    <a:pt x="1" y="0"/>
                    <a:pt x="1" y="67"/>
                  </a:cubicBezTo>
                  <a:cubicBezTo>
                    <a:pt x="1" y="0"/>
                    <a:pt x="1" y="67"/>
                    <a:pt x="1" y="67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87;p32">
              <a:extLst>
                <a:ext uri="{FF2B5EF4-FFF2-40B4-BE49-F238E27FC236}">
                  <a16:creationId xmlns:a16="http://schemas.microsoft.com/office/drawing/2014/main" id="{C1807FEE-EE06-BE3B-3060-F8BE5DCA4A4F}"/>
                </a:ext>
              </a:extLst>
            </p:cNvPr>
            <p:cNvSpPr/>
            <p:nvPr/>
          </p:nvSpPr>
          <p:spPr>
            <a:xfrm>
              <a:off x="8234476" y="1189172"/>
              <a:ext cx="394430" cy="411005"/>
            </a:xfrm>
            <a:custGeom>
              <a:avLst/>
              <a:gdLst/>
              <a:ahLst/>
              <a:cxnLst/>
              <a:rect l="l" t="t" r="r" b="b"/>
              <a:pathLst>
                <a:path w="14278" h="14878" extrusionOk="0">
                  <a:moveTo>
                    <a:pt x="1" y="1"/>
                  </a:moveTo>
                  <a:lnTo>
                    <a:pt x="1" y="4470"/>
                  </a:lnTo>
                  <a:cubicBezTo>
                    <a:pt x="5471" y="4837"/>
                    <a:pt x="9808" y="9341"/>
                    <a:pt x="9941" y="14878"/>
                  </a:cubicBezTo>
                  <a:lnTo>
                    <a:pt x="14277" y="13377"/>
                  </a:lnTo>
                  <a:cubicBezTo>
                    <a:pt x="13410" y="6072"/>
                    <a:pt x="7406" y="36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88;p32">
              <a:extLst>
                <a:ext uri="{FF2B5EF4-FFF2-40B4-BE49-F238E27FC236}">
                  <a16:creationId xmlns:a16="http://schemas.microsoft.com/office/drawing/2014/main" id="{725CBC1B-D887-031E-D84E-A012F1C428FF}"/>
                </a:ext>
              </a:extLst>
            </p:cNvPr>
            <p:cNvSpPr/>
            <p:nvPr/>
          </p:nvSpPr>
          <p:spPr>
            <a:xfrm>
              <a:off x="7844681" y="1189172"/>
              <a:ext cx="389816" cy="310560"/>
            </a:xfrm>
            <a:custGeom>
              <a:avLst/>
              <a:gdLst/>
              <a:ahLst/>
              <a:cxnLst/>
              <a:rect l="l" t="t" r="r" b="b"/>
              <a:pathLst>
                <a:path w="14111" h="11242" extrusionOk="0">
                  <a:moveTo>
                    <a:pt x="13343" y="1"/>
                  </a:moveTo>
                  <a:cubicBezTo>
                    <a:pt x="7606" y="1"/>
                    <a:pt x="2602" y="3203"/>
                    <a:pt x="1" y="7906"/>
                  </a:cubicBezTo>
                  <a:lnTo>
                    <a:pt x="3336" y="11242"/>
                  </a:lnTo>
                  <a:cubicBezTo>
                    <a:pt x="4871" y="7239"/>
                    <a:pt x="8807" y="4404"/>
                    <a:pt x="13343" y="4404"/>
                  </a:cubicBezTo>
                  <a:cubicBezTo>
                    <a:pt x="13610" y="4404"/>
                    <a:pt x="13844" y="4404"/>
                    <a:pt x="14111" y="4470"/>
                  </a:cubicBezTo>
                  <a:lnTo>
                    <a:pt x="14111" y="34"/>
                  </a:lnTo>
                  <a:cubicBezTo>
                    <a:pt x="13844" y="34"/>
                    <a:pt x="13610" y="1"/>
                    <a:pt x="13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89;p32">
              <a:extLst>
                <a:ext uri="{FF2B5EF4-FFF2-40B4-BE49-F238E27FC236}">
                  <a16:creationId xmlns:a16="http://schemas.microsoft.com/office/drawing/2014/main" id="{56270EE4-A6EF-BB81-0E05-232D8643866E}"/>
                </a:ext>
              </a:extLst>
            </p:cNvPr>
            <p:cNvSpPr/>
            <p:nvPr/>
          </p:nvSpPr>
          <p:spPr>
            <a:xfrm>
              <a:off x="6003725" y="3195561"/>
              <a:ext cx="190778" cy="174535"/>
            </a:xfrm>
            <a:custGeom>
              <a:avLst/>
              <a:gdLst/>
              <a:ahLst/>
              <a:cxnLst/>
              <a:rect l="l" t="t" r="r" b="b"/>
              <a:pathLst>
                <a:path w="6906" h="6318" extrusionOk="0">
                  <a:moveTo>
                    <a:pt x="3423" y="0"/>
                  </a:moveTo>
                  <a:cubicBezTo>
                    <a:pt x="3197" y="0"/>
                    <a:pt x="2966" y="24"/>
                    <a:pt x="2736" y="72"/>
                  </a:cubicBezTo>
                  <a:cubicBezTo>
                    <a:pt x="1034" y="506"/>
                    <a:pt x="0" y="2174"/>
                    <a:pt x="367" y="3875"/>
                  </a:cubicBezTo>
                  <a:cubicBezTo>
                    <a:pt x="742" y="5345"/>
                    <a:pt x="2038" y="6317"/>
                    <a:pt x="3482" y="6317"/>
                  </a:cubicBezTo>
                  <a:cubicBezTo>
                    <a:pt x="3709" y="6317"/>
                    <a:pt x="3939" y="6293"/>
                    <a:pt x="4170" y="6243"/>
                  </a:cubicBezTo>
                  <a:cubicBezTo>
                    <a:pt x="5871" y="5843"/>
                    <a:pt x="6905" y="4175"/>
                    <a:pt x="6538" y="2441"/>
                  </a:cubicBezTo>
                  <a:cubicBezTo>
                    <a:pt x="6220" y="995"/>
                    <a:pt x="4899" y="0"/>
                    <a:pt x="34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90;p32">
              <a:extLst>
                <a:ext uri="{FF2B5EF4-FFF2-40B4-BE49-F238E27FC236}">
                  <a16:creationId xmlns:a16="http://schemas.microsoft.com/office/drawing/2014/main" id="{6F7D81C2-2EDB-C695-DAC8-74026453AD39}"/>
                </a:ext>
              </a:extLst>
            </p:cNvPr>
            <p:cNvSpPr/>
            <p:nvPr/>
          </p:nvSpPr>
          <p:spPr>
            <a:xfrm>
              <a:off x="5732959" y="1652023"/>
              <a:ext cx="139147" cy="126771"/>
            </a:xfrm>
            <a:custGeom>
              <a:avLst/>
              <a:gdLst/>
              <a:ahLst/>
              <a:cxnLst/>
              <a:rect l="l" t="t" r="r" b="b"/>
              <a:pathLst>
                <a:path w="5037" h="4589" extrusionOk="0">
                  <a:moveTo>
                    <a:pt x="2529" y="1"/>
                  </a:moveTo>
                  <a:cubicBezTo>
                    <a:pt x="2354" y="1"/>
                    <a:pt x="2178" y="22"/>
                    <a:pt x="2001" y="66"/>
                  </a:cubicBezTo>
                  <a:cubicBezTo>
                    <a:pt x="801" y="366"/>
                    <a:pt x="0" y="1567"/>
                    <a:pt x="300" y="2801"/>
                  </a:cubicBezTo>
                  <a:cubicBezTo>
                    <a:pt x="531" y="3870"/>
                    <a:pt x="1488" y="4589"/>
                    <a:pt x="2542" y="4589"/>
                  </a:cubicBezTo>
                  <a:cubicBezTo>
                    <a:pt x="2705" y="4589"/>
                    <a:pt x="2870" y="4571"/>
                    <a:pt x="3036" y="4536"/>
                  </a:cubicBezTo>
                  <a:cubicBezTo>
                    <a:pt x="4236" y="4236"/>
                    <a:pt x="5037" y="3035"/>
                    <a:pt x="4737" y="1767"/>
                  </a:cubicBezTo>
                  <a:cubicBezTo>
                    <a:pt x="4481" y="714"/>
                    <a:pt x="3544" y="1"/>
                    <a:pt x="252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91;p32">
              <a:extLst>
                <a:ext uri="{FF2B5EF4-FFF2-40B4-BE49-F238E27FC236}">
                  <a16:creationId xmlns:a16="http://schemas.microsoft.com/office/drawing/2014/main" id="{D71E6507-00E6-CBA4-E3D5-FDD88C501A2B}"/>
                </a:ext>
              </a:extLst>
            </p:cNvPr>
            <p:cNvSpPr/>
            <p:nvPr/>
          </p:nvSpPr>
          <p:spPr>
            <a:xfrm>
              <a:off x="5210453" y="1212394"/>
              <a:ext cx="46106" cy="39697"/>
            </a:xfrm>
            <a:custGeom>
              <a:avLst/>
              <a:gdLst/>
              <a:ahLst/>
              <a:cxnLst/>
              <a:rect l="l" t="t" r="r" b="b"/>
              <a:pathLst>
                <a:path w="1669" h="1437" extrusionOk="0">
                  <a:moveTo>
                    <a:pt x="318" y="0"/>
                  </a:moveTo>
                  <a:cubicBezTo>
                    <a:pt x="244" y="0"/>
                    <a:pt x="165" y="37"/>
                    <a:pt x="101" y="102"/>
                  </a:cubicBezTo>
                  <a:cubicBezTo>
                    <a:pt x="1" y="169"/>
                    <a:pt x="67" y="335"/>
                    <a:pt x="134" y="435"/>
                  </a:cubicBezTo>
                  <a:lnTo>
                    <a:pt x="1268" y="1369"/>
                  </a:lnTo>
                  <a:cubicBezTo>
                    <a:pt x="1301" y="1436"/>
                    <a:pt x="1402" y="1436"/>
                    <a:pt x="1435" y="1436"/>
                  </a:cubicBezTo>
                  <a:cubicBezTo>
                    <a:pt x="1535" y="1436"/>
                    <a:pt x="1568" y="1369"/>
                    <a:pt x="1602" y="1336"/>
                  </a:cubicBezTo>
                  <a:cubicBezTo>
                    <a:pt x="1668" y="1269"/>
                    <a:pt x="1635" y="1103"/>
                    <a:pt x="1568" y="1002"/>
                  </a:cubicBezTo>
                  <a:lnTo>
                    <a:pt x="434" y="35"/>
                  </a:lnTo>
                  <a:cubicBezTo>
                    <a:pt x="399" y="11"/>
                    <a:pt x="359" y="0"/>
                    <a:pt x="318" y="0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92;p32">
              <a:extLst>
                <a:ext uri="{FF2B5EF4-FFF2-40B4-BE49-F238E27FC236}">
                  <a16:creationId xmlns:a16="http://schemas.microsoft.com/office/drawing/2014/main" id="{62B5C478-3172-F601-E1D0-95A06451CA39}"/>
                </a:ext>
              </a:extLst>
            </p:cNvPr>
            <p:cNvSpPr/>
            <p:nvPr/>
          </p:nvSpPr>
          <p:spPr>
            <a:xfrm>
              <a:off x="5304434" y="1291845"/>
              <a:ext cx="331776" cy="282769"/>
            </a:xfrm>
            <a:custGeom>
              <a:avLst/>
              <a:gdLst/>
              <a:ahLst/>
              <a:cxnLst/>
              <a:rect l="l" t="t" r="r" b="b"/>
              <a:pathLst>
                <a:path w="12010" h="10236" extrusionOk="0">
                  <a:moveTo>
                    <a:pt x="277" y="1"/>
                  </a:moveTo>
                  <a:cubicBezTo>
                    <a:pt x="207" y="1"/>
                    <a:pt x="126" y="36"/>
                    <a:pt x="68" y="95"/>
                  </a:cubicBezTo>
                  <a:cubicBezTo>
                    <a:pt x="1" y="161"/>
                    <a:pt x="34" y="328"/>
                    <a:pt x="134" y="428"/>
                  </a:cubicBezTo>
                  <a:lnTo>
                    <a:pt x="2403" y="2396"/>
                  </a:lnTo>
                  <a:cubicBezTo>
                    <a:pt x="2469" y="2430"/>
                    <a:pt x="2536" y="2430"/>
                    <a:pt x="2569" y="2430"/>
                  </a:cubicBezTo>
                  <a:cubicBezTo>
                    <a:pt x="2670" y="2430"/>
                    <a:pt x="2736" y="2396"/>
                    <a:pt x="2736" y="2329"/>
                  </a:cubicBezTo>
                  <a:cubicBezTo>
                    <a:pt x="2836" y="2263"/>
                    <a:pt x="2803" y="2096"/>
                    <a:pt x="2703" y="1996"/>
                  </a:cubicBezTo>
                  <a:lnTo>
                    <a:pt x="401" y="61"/>
                  </a:lnTo>
                  <a:cubicBezTo>
                    <a:pt x="373" y="19"/>
                    <a:pt x="328" y="1"/>
                    <a:pt x="277" y="1"/>
                  </a:cubicBezTo>
                  <a:close/>
                  <a:moveTo>
                    <a:pt x="4870" y="3928"/>
                  </a:moveTo>
                  <a:cubicBezTo>
                    <a:pt x="4792" y="3928"/>
                    <a:pt x="4712" y="3956"/>
                    <a:pt x="4671" y="3997"/>
                  </a:cubicBezTo>
                  <a:cubicBezTo>
                    <a:pt x="4571" y="4097"/>
                    <a:pt x="4638" y="4264"/>
                    <a:pt x="4704" y="4331"/>
                  </a:cubicBezTo>
                  <a:lnTo>
                    <a:pt x="7006" y="6299"/>
                  </a:lnTo>
                  <a:cubicBezTo>
                    <a:pt x="7039" y="6332"/>
                    <a:pt x="7139" y="6332"/>
                    <a:pt x="7173" y="6332"/>
                  </a:cubicBezTo>
                  <a:cubicBezTo>
                    <a:pt x="7239" y="6332"/>
                    <a:pt x="7306" y="6299"/>
                    <a:pt x="7340" y="6266"/>
                  </a:cubicBezTo>
                  <a:cubicBezTo>
                    <a:pt x="7406" y="6166"/>
                    <a:pt x="7373" y="5999"/>
                    <a:pt x="7306" y="5932"/>
                  </a:cubicBezTo>
                  <a:lnTo>
                    <a:pt x="5005" y="3964"/>
                  </a:lnTo>
                  <a:cubicBezTo>
                    <a:pt x="4966" y="3938"/>
                    <a:pt x="4918" y="3928"/>
                    <a:pt x="4870" y="3928"/>
                  </a:cubicBezTo>
                  <a:close/>
                  <a:moveTo>
                    <a:pt x="9473" y="7799"/>
                  </a:moveTo>
                  <a:cubicBezTo>
                    <a:pt x="9398" y="7799"/>
                    <a:pt x="9305" y="7836"/>
                    <a:pt x="9241" y="7900"/>
                  </a:cubicBezTo>
                  <a:cubicBezTo>
                    <a:pt x="9174" y="7967"/>
                    <a:pt x="9208" y="8134"/>
                    <a:pt x="9308" y="8200"/>
                  </a:cubicBezTo>
                  <a:lnTo>
                    <a:pt x="11576" y="10168"/>
                  </a:lnTo>
                  <a:cubicBezTo>
                    <a:pt x="11643" y="10235"/>
                    <a:pt x="11709" y="10235"/>
                    <a:pt x="11743" y="10235"/>
                  </a:cubicBezTo>
                  <a:cubicBezTo>
                    <a:pt x="11809" y="10235"/>
                    <a:pt x="11876" y="10168"/>
                    <a:pt x="11909" y="10135"/>
                  </a:cubicBezTo>
                  <a:cubicBezTo>
                    <a:pt x="12010" y="10068"/>
                    <a:pt x="11976" y="9902"/>
                    <a:pt x="11876" y="9801"/>
                  </a:cubicBezTo>
                  <a:lnTo>
                    <a:pt x="9574" y="7833"/>
                  </a:lnTo>
                  <a:cubicBezTo>
                    <a:pt x="9551" y="7810"/>
                    <a:pt x="9515" y="7799"/>
                    <a:pt x="9473" y="7799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93;p32">
              <a:extLst>
                <a:ext uri="{FF2B5EF4-FFF2-40B4-BE49-F238E27FC236}">
                  <a16:creationId xmlns:a16="http://schemas.microsoft.com/office/drawing/2014/main" id="{586BF3E3-B466-0E63-6BC8-F6DEF86D6500}"/>
                </a:ext>
              </a:extLst>
            </p:cNvPr>
            <p:cNvSpPr/>
            <p:nvPr/>
          </p:nvSpPr>
          <p:spPr>
            <a:xfrm>
              <a:off x="5683178" y="1615558"/>
              <a:ext cx="46106" cy="39227"/>
            </a:xfrm>
            <a:custGeom>
              <a:avLst/>
              <a:gdLst/>
              <a:ahLst/>
              <a:cxnLst/>
              <a:rect l="l" t="t" r="r" b="b"/>
              <a:pathLst>
                <a:path w="1669" h="1420" extrusionOk="0">
                  <a:moveTo>
                    <a:pt x="305" y="1"/>
                  </a:moveTo>
                  <a:cubicBezTo>
                    <a:pt x="225" y="1"/>
                    <a:pt x="143" y="43"/>
                    <a:pt x="101" y="85"/>
                  </a:cubicBezTo>
                  <a:cubicBezTo>
                    <a:pt x="1" y="185"/>
                    <a:pt x="34" y="352"/>
                    <a:pt x="134" y="418"/>
                  </a:cubicBezTo>
                  <a:lnTo>
                    <a:pt x="1235" y="1386"/>
                  </a:lnTo>
                  <a:cubicBezTo>
                    <a:pt x="1302" y="1419"/>
                    <a:pt x="1368" y="1419"/>
                    <a:pt x="1435" y="1419"/>
                  </a:cubicBezTo>
                  <a:cubicBezTo>
                    <a:pt x="1502" y="1419"/>
                    <a:pt x="1602" y="1386"/>
                    <a:pt x="1602" y="1319"/>
                  </a:cubicBezTo>
                  <a:cubicBezTo>
                    <a:pt x="1669" y="1252"/>
                    <a:pt x="1635" y="1086"/>
                    <a:pt x="1535" y="1019"/>
                  </a:cubicBezTo>
                  <a:lnTo>
                    <a:pt x="434" y="52"/>
                  </a:lnTo>
                  <a:cubicBezTo>
                    <a:pt x="398" y="15"/>
                    <a:pt x="352" y="1"/>
                    <a:pt x="305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94;p32">
              <a:extLst>
                <a:ext uri="{FF2B5EF4-FFF2-40B4-BE49-F238E27FC236}">
                  <a16:creationId xmlns:a16="http://schemas.microsoft.com/office/drawing/2014/main" id="{DFC20EA2-62B7-1868-CA8C-428D436E4084}"/>
                </a:ext>
              </a:extLst>
            </p:cNvPr>
            <p:cNvSpPr/>
            <p:nvPr/>
          </p:nvSpPr>
          <p:spPr>
            <a:xfrm>
              <a:off x="5063927" y="1075290"/>
              <a:ext cx="149313" cy="136689"/>
            </a:xfrm>
            <a:custGeom>
              <a:avLst/>
              <a:gdLst/>
              <a:ahLst/>
              <a:cxnLst/>
              <a:rect l="l" t="t" r="r" b="b"/>
              <a:pathLst>
                <a:path w="5405" h="4948" extrusionOk="0">
                  <a:moveTo>
                    <a:pt x="2714" y="0"/>
                  </a:moveTo>
                  <a:cubicBezTo>
                    <a:pt x="2535" y="0"/>
                    <a:pt x="2353" y="20"/>
                    <a:pt x="2169" y="61"/>
                  </a:cubicBezTo>
                  <a:cubicBezTo>
                    <a:pt x="835" y="328"/>
                    <a:pt x="1" y="1662"/>
                    <a:pt x="268" y="2997"/>
                  </a:cubicBezTo>
                  <a:cubicBezTo>
                    <a:pt x="530" y="4163"/>
                    <a:pt x="1583" y="4948"/>
                    <a:pt x="2736" y="4948"/>
                  </a:cubicBezTo>
                  <a:cubicBezTo>
                    <a:pt x="2901" y="4948"/>
                    <a:pt x="3069" y="4932"/>
                    <a:pt x="3236" y="4898"/>
                  </a:cubicBezTo>
                  <a:cubicBezTo>
                    <a:pt x="4571" y="4598"/>
                    <a:pt x="5405" y="3264"/>
                    <a:pt x="5104" y="1929"/>
                  </a:cubicBezTo>
                  <a:cubicBezTo>
                    <a:pt x="4817" y="779"/>
                    <a:pt x="3834" y="0"/>
                    <a:pt x="2714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95;p32">
              <a:extLst>
                <a:ext uri="{FF2B5EF4-FFF2-40B4-BE49-F238E27FC236}">
                  <a16:creationId xmlns:a16="http://schemas.microsoft.com/office/drawing/2014/main" id="{433C2361-382A-62FD-D986-1A192BD2EEF0}"/>
                </a:ext>
              </a:extLst>
            </p:cNvPr>
            <p:cNvSpPr/>
            <p:nvPr/>
          </p:nvSpPr>
          <p:spPr>
            <a:xfrm>
              <a:off x="5142273" y="191833"/>
              <a:ext cx="371390" cy="345672"/>
            </a:xfrm>
            <a:custGeom>
              <a:avLst/>
              <a:gdLst/>
              <a:ahLst/>
              <a:cxnLst/>
              <a:rect l="l" t="t" r="r" b="b"/>
              <a:pathLst>
                <a:path w="13444" h="12513" extrusionOk="0">
                  <a:moveTo>
                    <a:pt x="6759" y="0"/>
                  </a:moveTo>
                  <a:cubicBezTo>
                    <a:pt x="6422" y="0"/>
                    <a:pt x="6081" y="28"/>
                    <a:pt x="5738" y="85"/>
                  </a:cubicBezTo>
                  <a:cubicBezTo>
                    <a:pt x="2335" y="619"/>
                    <a:pt x="0" y="3854"/>
                    <a:pt x="567" y="7257"/>
                  </a:cubicBezTo>
                  <a:cubicBezTo>
                    <a:pt x="1047" y="10316"/>
                    <a:pt x="3684" y="12512"/>
                    <a:pt x="6708" y="12512"/>
                  </a:cubicBezTo>
                  <a:cubicBezTo>
                    <a:pt x="7048" y="12512"/>
                    <a:pt x="7392" y="12484"/>
                    <a:pt x="7739" y="12427"/>
                  </a:cubicBezTo>
                  <a:cubicBezTo>
                    <a:pt x="11141" y="11893"/>
                    <a:pt x="13443" y="8658"/>
                    <a:pt x="12909" y="5255"/>
                  </a:cubicBezTo>
                  <a:cubicBezTo>
                    <a:pt x="12399" y="2196"/>
                    <a:pt x="9759" y="0"/>
                    <a:pt x="6759" y="0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96;p32">
              <a:extLst>
                <a:ext uri="{FF2B5EF4-FFF2-40B4-BE49-F238E27FC236}">
                  <a16:creationId xmlns:a16="http://schemas.microsoft.com/office/drawing/2014/main" id="{C55EAB41-39BB-3BBC-805E-9886F314A010}"/>
                </a:ext>
              </a:extLst>
            </p:cNvPr>
            <p:cNvSpPr/>
            <p:nvPr/>
          </p:nvSpPr>
          <p:spPr>
            <a:xfrm>
              <a:off x="5187413" y="223658"/>
              <a:ext cx="281996" cy="281996"/>
            </a:xfrm>
            <a:custGeom>
              <a:avLst/>
              <a:gdLst/>
              <a:ahLst/>
              <a:cxnLst/>
              <a:rect l="l" t="t" r="r" b="b"/>
              <a:pathLst>
                <a:path w="10208" h="10208" extrusionOk="0">
                  <a:moveTo>
                    <a:pt x="5104" y="0"/>
                  </a:moveTo>
                  <a:cubicBezTo>
                    <a:pt x="2302" y="0"/>
                    <a:pt x="1" y="2302"/>
                    <a:pt x="1" y="5104"/>
                  </a:cubicBezTo>
                  <a:cubicBezTo>
                    <a:pt x="1" y="7906"/>
                    <a:pt x="2302" y="10208"/>
                    <a:pt x="5104" y="10208"/>
                  </a:cubicBezTo>
                  <a:cubicBezTo>
                    <a:pt x="7906" y="10208"/>
                    <a:pt x="10208" y="7906"/>
                    <a:pt x="10208" y="5104"/>
                  </a:cubicBezTo>
                  <a:cubicBezTo>
                    <a:pt x="10208" y="2269"/>
                    <a:pt x="7906" y="34"/>
                    <a:pt x="5104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97;p32">
              <a:extLst>
                <a:ext uri="{FF2B5EF4-FFF2-40B4-BE49-F238E27FC236}">
                  <a16:creationId xmlns:a16="http://schemas.microsoft.com/office/drawing/2014/main" id="{71B5D09F-E5AA-B3A7-AC16-772363D25B6C}"/>
                </a:ext>
              </a:extLst>
            </p:cNvPr>
            <p:cNvSpPr/>
            <p:nvPr/>
          </p:nvSpPr>
          <p:spPr>
            <a:xfrm>
              <a:off x="5268521" y="262361"/>
              <a:ext cx="124423" cy="207353"/>
            </a:xfrm>
            <a:custGeom>
              <a:avLst/>
              <a:gdLst/>
              <a:ahLst/>
              <a:cxnLst/>
              <a:rect l="l" t="t" r="r" b="b"/>
              <a:pathLst>
                <a:path w="4504" h="7506" extrusionOk="0">
                  <a:moveTo>
                    <a:pt x="1868" y="2002"/>
                  </a:moveTo>
                  <a:lnTo>
                    <a:pt x="1868" y="2969"/>
                  </a:lnTo>
                  <a:cubicBezTo>
                    <a:pt x="1668" y="2869"/>
                    <a:pt x="1601" y="2836"/>
                    <a:pt x="1501" y="2736"/>
                  </a:cubicBezTo>
                  <a:cubicBezTo>
                    <a:pt x="1468" y="2669"/>
                    <a:pt x="1434" y="2569"/>
                    <a:pt x="1434" y="2469"/>
                  </a:cubicBezTo>
                  <a:cubicBezTo>
                    <a:pt x="1434" y="2202"/>
                    <a:pt x="1601" y="2069"/>
                    <a:pt x="1868" y="2002"/>
                  </a:cubicBezTo>
                  <a:close/>
                  <a:moveTo>
                    <a:pt x="2635" y="4637"/>
                  </a:moveTo>
                  <a:cubicBezTo>
                    <a:pt x="2802" y="4670"/>
                    <a:pt x="2935" y="4737"/>
                    <a:pt x="2969" y="4837"/>
                  </a:cubicBezTo>
                  <a:cubicBezTo>
                    <a:pt x="3002" y="4904"/>
                    <a:pt x="3036" y="5004"/>
                    <a:pt x="3036" y="5137"/>
                  </a:cubicBezTo>
                  <a:cubicBezTo>
                    <a:pt x="3036" y="5338"/>
                    <a:pt x="2869" y="5471"/>
                    <a:pt x="2635" y="5538"/>
                  </a:cubicBezTo>
                  <a:lnTo>
                    <a:pt x="2635" y="4637"/>
                  </a:lnTo>
                  <a:close/>
                  <a:moveTo>
                    <a:pt x="1868" y="0"/>
                  </a:moveTo>
                  <a:lnTo>
                    <a:pt x="1868" y="834"/>
                  </a:lnTo>
                  <a:cubicBezTo>
                    <a:pt x="1301" y="868"/>
                    <a:pt x="834" y="1068"/>
                    <a:pt x="500" y="1368"/>
                  </a:cubicBezTo>
                  <a:cubicBezTo>
                    <a:pt x="167" y="1668"/>
                    <a:pt x="0" y="2069"/>
                    <a:pt x="0" y="2536"/>
                  </a:cubicBezTo>
                  <a:cubicBezTo>
                    <a:pt x="0" y="2936"/>
                    <a:pt x="167" y="3336"/>
                    <a:pt x="467" y="3670"/>
                  </a:cubicBezTo>
                  <a:cubicBezTo>
                    <a:pt x="767" y="4003"/>
                    <a:pt x="1168" y="4203"/>
                    <a:pt x="1768" y="4370"/>
                  </a:cubicBezTo>
                  <a:lnTo>
                    <a:pt x="1868" y="4404"/>
                  </a:lnTo>
                  <a:lnTo>
                    <a:pt x="1868" y="5638"/>
                  </a:lnTo>
                  <a:cubicBezTo>
                    <a:pt x="1668" y="5638"/>
                    <a:pt x="1434" y="5571"/>
                    <a:pt x="1134" y="5504"/>
                  </a:cubicBezTo>
                  <a:cubicBezTo>
                    <a:pt x="867" y="5404"/>
                    <a:pt x="634" y="5338"/>
                    <a:pt x="367" y="5204"/>
                  </a:cubicBezTo>
                  <a:lnTo>
                    <a:pt x="0" y="6405"/>
                  </a:lnTo>
                  <a:cubicBezTo>
                    <a:pt x="534" y="6672"/>
                    <a:pt x="1168" y="6772"/>
                    <a:pt x="1868" y="6839"/>
                  </a:cubicBezTo>
                  <a:lnTo>
                    <a:pt x="1968" y="6839"/>
                  </a:lnTo>
                  <a:lnTo>
                    <a:pt x="1968" y="7506"/>
                  </a:lnTo>
                  <a:lnTo>
                    <a:pt x="2702" y="7506"/>
                  </a:lnTo>
                  <a:lnTo>
                    <a:pt x="2702" y="6839"/>
                  </a:lnTo>
                  <a:cubicBezTo>
                    <a:pt x="3302" y="6739"/>
                    <a:pt x="3703" y="6538"/>
                    <a:pt x="4036" y="6238"/>
                  </a:cubicBezTo>
                  <a:cubicBezTo>
                    <a:pt x="4336" y="5971"/>
                    <a:pt x="4503" y="5538"/>
                    <a:pt x="4503" y="5037"/>
                  </a:cubicBezTo>
                  <a:cubicBezTo>
                    <a:pt x="4503" y="4570"/>
                    <a:pt x="4336" y="4237"/>
                    <a:pt x="4036" y="3903"/>
                  </a:cubicBezTo>
                  <a:cubicBezTo>
                    <a:pt x="3703" y="3603"/>
                    <a:pt x="3302" y="3370"/>
                    <a:pt x="2769" y="3236"/>
                  </a:cubicBezTo>
                  <a:lnTo>
                    <a:pt x="2635" y="3203"/>
                  </a:lnTo>
                  <a:lnTo>
                    <a:pt x="2635" y="2035"/>
                  </a:lnTo>
                  <a:cubicBezTo>
                    <a:pt x="3136" y="2069"/>
                    <a:pt x="3503" y="2202"/>
                    <a:pt x="3803" y="2402"/>
                  </a:cubicBezTo>
                  <a:lnTo>
                    <a:pt x="4270" y="1235"/>
                  </a:lnTo>
                  <a:cubicBezTo>
                    <a:pt x="3703" y="1035"/>
                    <a:pt x="3169" y="868"/>
                    <a:pt x="2635" y="834"/>
                  </a:cubicBezTo>
                  <a:lnTo>
                    <a:pt x="2635" y="0"/>
                  </a:ln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98;p32">
              <a:extLst>
                <a:ext uri="{FF2B5EF4-FFF2-40B4-BE49-F238E27FC236}">
                  <a16:creationId xmlns:a16="http://schemas.microsoft.com/office/drawing/2014/main" id="{82EE981F-197C-4513-B5F8-1C16FB5DFA29}"/>
                </a:ext>
              </a:extLst>
            </p:cNvPr>
            <p:cNvSpPr/>
            <p:nvPr/>
          </p:nvSpPr>
          <p:spPr>
            <a:xfrm>
              <a:off x="8027147" y="568072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99;p32">
              <a:extLst>
                <a:ext uri="{FF2B5EF4-FFF2-40B4-BE49-F238E27FC236}">
                  <a16:creationId xmlns:a16="http://schemas.microsoft.com/office/drawing/2014/main" id="{6E236F1C-1C76-3857-9BD9-1EAA7C5BC75D}"/>
                </a:ext>
              </a:extLst>
            </p:cNvPr>
            <p:cNvSpPr/>
            <p:nvPr/>
          </p:nvSpPr>
          <p:spPr>
            <a:xfrm>
              <a:off x="8018859" y="559785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00;p32">
              <a:extLst>
                <a:ext uri="{FF2B5EF4-FFF2-40B4-BE49-F238E27FC236}">
                  <a16:creationId xmlns:a16="http://schemas.microsoft.com/office/drawing/2014/main" id="{89869CF9-C4FC-6DA2-41A1-11E0A202A624}"/>
                </a:ext>
              </a:extLst>
            </p:cNvPr>
            <p:cNvSpPr/>
            <p:nvPr/>
          </p:nvSpPr>
          <p:spPr>
            <a:xfrm>
              <a:off x="7860345" y="738548"/>
              <a:ext cx="84809" cy="85748"/>
            </a:xfrm>
            <a:custGeom>
              <a:avLst/>
              <a:gdLst/>
              <a:ahLst/>
              <a:cxnLst/>
              <a:rect l="l" t="t" r="r" b="b"/>
              <a:pathLst>
                <a:path w="3070" h="3104" extrusionOk="0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01;p32">
              <a:extLst>
                <a:ext uri="{FF2B5EF4-FFF2-40B4-BE49-F238E27FC236}">
                  <a16:creationId xmlns:a16="http://schemas.microsoft.com/office/drawing/2014/main" id="{7B680E9B-5F7A-7A73-6A7D-35908C4B3E5C}"/>
                </a:ext>
              </a:extLst>
            </p:cNvPr>
            <p:cNvSpPr/>
            <p:nvPr/>
          </p:nvSpPr>
          <p:spPr>
            <a:xfrm>
              <a:off x="7838245" y="496191"/>
              <a:ext cx="15691" cy="213818"/>
            </a:xfrm>
            <a:custGeom>
              <a:avLst/>
              <a:gdLst/>
              <a:ahLst/>
              <a:cxnLst/>
              <a:rect l="l" t="t" r="r" b="b"/>
              <a:pathLst>
                <a:path w="568" h="7740" extrusionOk="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02;p32">
              <a:extLst>
                <a:ext uri="{FF2B5EF4-FFF2-40B4-BE49-F238E27FC236}">
                  <a16:creationId xmlns:a16="http://schemas.microsoft.com/office/drawing/2014/main" id="{60B68BF7-EF8C-083D-9E32-EE5744B1AF7B}"/>
                </a:ext>
              </a:extLst>
            </p:cNvPr>
            <p:cNvSpPr/>
            <p:nvPr/>
          </p:nvSpPr>
          <p:spPr>
            <a:xfrm>
              <a:off x="7738710" y="594814"/>
              <a:ext cx="213818" cy="15691"/>
            </a:xfrm>
            <a:custGeom>
              <a:avLst/>
              <a:gdLst/>
              <a:ahLst/>
              <a:cxnLst/>
              <a:rect l="l" t="t" r="r" b="b"/>
              <a:pathLst>
                <a:path w="7740" h="568" extrusionOk="0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03;p32">
              <a:extLst>
                <a:ext uri="{FF2B5EF4-FFF2-40B4-BE49-F238E27FC236}">
                  <a16:creationId xmlns:a16="http://schemas.microsoft.com/office/drawing/2014/main" id="{852DB01E-2D47-0EC6-C23B-FB50EACDDAF6}"/>
                </a:ext>
              </a:extLst>
            </p:cNvPr>
            <p:cNvSpPr/>
            <p:nvPr/>
          </p:nvSpPr>
          <p:spPr>
            <a:xfrm>
              <a:off x="8411416" y="707221"/>
              <a:ext cx="548301" cy="548329"/>
            </a:xfrm>
            <a:custGeom>
              <a:avLst/>
              <a:gdLst/>
              <a:ahLst/>
              <a:cxnLst/>
              <a:rect l="l" t="t" r="r" b="b"/>
              <a:pathLst>
                <a:path w="19848" h="19849" extrusionOk="0">
                  <a:moveTo>
                    <a:pt x="9640" y="935"/>
                  </a:moveTo>
                  <a:lnTo>
                    <a:pt x="9640" y="3803"/>
                  </a:lnTo>
                  <a:cubicBezTo>
                    <a:pt x="8907" y="3803"/>
                    <a:pt x="8173" y="3803"/>
                    <a:pt x="7506" y="3837"/>
                  </a:cubicBezTo>
                  <a:cubicBezTo>
                    <a:pt x="8306" y="2469"/>
                    <a:pt x="9140" y="1468"/>
                    <a:pt x="9640" y="935"/>
                  </a:cubicBezTo>
                  <a:close/>
                  <a:moveTo>
                    <a:pt x="10241" y="801"/>
                  </a:moveTo>
                  <a:cubicBezTo>
                    <a:pt x="10741" y="1302"/>
                    <a:pt x="11742" y="2436"/>
                    <a:pt x="12643" y="4004"/>
                  </a:cubicBezTo>
                  <a:cubicBezTo>
                    <a:pt x="11809" y="3937"/>
                    <a:pt x="11008" y="3837"/>
                    <a:pt x="10241" y="3837"/>
                  </a:cubicBezTo>
                  <a:lnTo>
                    <a:pt x="10241" y="801"/>
                  </a:lnTo>
                  <a:close/>
                  <a:moveTo>
                    <a:pt x="9073" y="768"/>
                  </a:moveTo>
                  <a:lnTo>
                    <a:pt x="9073" y="768"/>
                  </a:lnTo>
                  <a:cubicBezTo>
                    <a:pt x="8440" y="1435"/>
                    <a:pt x="7572" y="2503"/>
                    <a:pt x="6805" y="3937"/>
                  </a:cubicBezTo>
                  <a:cubicBezTo>
                    <a:pt x="5771" y="4004"/>
                    <a:pt x="4837" y="4170"/>
                    <a:pt x="4003" y="4337"/>
                  </a:cubicBezTo>
                  <a:cubicBezTo>
                    <a:pt x="5237" y="2636"/>
                    <a:pt x="6972" y="1402"/>
                    <a:pt x="9073" y="768"/>
                  </a:cubicBezTo>
                  <a:close/>
                  <a:moveTo>
                    <a:pt x="10975" y="768"/>
                  </a:moveTo>
                  <a:lnTo>
                    <a:pt x="10975" y="768"/>
                  </a:lnTo>
                  <a:cubicBezTo>
                    <a:pt x="13176" y="1402"/>
                    <a:pt x="15011" y="2803"/>
                    <a:pt x="16245" y="4637"/>
                  </a:cubicBezTo>
                  <a:cubicBezTo>
                    <a:pt x="15244" y="4437"/>
                    <a:pt x="14277" y="4237"/>
                    <a:pt x="13310" y="4104"/>
                  </a:cubicBezTo>
                  <a:cubicBezTo>
                    <a:pt x="12509" y="2603"/>
                    <a:pt x="11608" y="1468"/>
                    <a:pt x="10975" y="768"/>
                  </a:cubicBezTo>
                  <a:close/>
                  <a:moveTo>
                    <a:pt x="6805" y="1102"/>
                  </a:moveTo>
                  <a:lnTo>
                    <a:pt x="6805" y="1102"/>
                  </a:lnTo>
                  <a:cubicBezTo>
                    <a:pt x="5337" y="1935"/>
                    <a:pt x="4103" y="3103"/>
                    <a:pt x="3169" y="4571"/>
                  </a:cubicBezTo>
                  <a:cubicBezTo>
                    <a:pt x="2769" y="4671"/>
                    <a:pt x="2402" y="4771"/>
                    <a:pt x="2002" y="4871"/>
                  </a:cubicBezTo>
                  <a:cubicBezTo>
                    <a:pt x="3169" y="3136"/>
                    <a:pt x="4837" y="1802"/>
                    <a:pt x="6805" y="1102"/>
                  </a:cubicBezTo>
                  <a:close/>
                  <a:moveTo>
                    <a:pt x="13543" y="1302"/>
                  </a:moveTo>
                  <a:lnTo>
                    <a:pt x="13543" y="1302"/>
                  </a:lnTo>
                  <a:cubicBezTo>
                    <a:pt x="15411" y="2069"/>
                    <a:pt x="16946" y="3437"/>
                    <a:pt x="17980" y="5138"/>
                  </a:cubicBezTo>
                  <a:cubicBezTo>
                    <a:pt x="17646" y="5038"/>
                    <a:pt x="17346" y="4971"/>
                    <a:pt x="17012" y="4871"/>
                  </a:cubicBezTo>
                  <a:cubicBezTo>
                    <a:pt x="16178" y="3437"/>
                    <a:pt x="14978" y="2169"/>
                    <a:pt x="13543" y="1302"/>
                  </a:cubicBezTo>
                  <a:close/>
                  <a:moveTo>
                    <a:pt x="6505" y="4471"/>
                  </a:moveTo>
                  <a:lnTo>
                    <a:pt x="6505" y="4471"/>
                  </a:lnTo>
                  <a:cubicBezTo>
                    <a:pt x="5838" y="5838"/>
                    <a:pt x="5337" y="7506"/>
                    <a:pt x="5271" y="9341"/>
                  </a:cubicBezTo>
                  <a:lnTo>
                    <a:pt x="5271" y="9574"/>
                  </a:lnTo>
                  <a:lnTo>
                    <a:pt x="2268" y="9574"/>
                  </a:lnTo>
                  <a:cubicBezTo>
                    <a:pt x="2302" y="7906"/>
                    <a:pt x="2802" y="6339"/>
                    <a:pt x="3603" y="4971"/>
                  </a:cubicBezTo>
                  <a:cubicBezTo>
                    <a:pt x="4103" y="4871"/>
                    <a:pt x="4737" y="4771"/>
                    <a:pt x="5337" y="4637"/>
                  </a:cubicBezTo>
                  <a:cubicBezTo>
                    <a:pt x="5738" y="4604"/>
                    <a:pt x="6105" y="4504"/>
                    <a:pt x="6505" y="4471"/>
                  </a:cubicBezTo>
                  <a:close/>
                  <a:moveTo>
                    <a:pt x="2802" y="5238"/>
                  </a:moveTo>
                  <a:cubicBezTo>
                    <a:pt x="2135" y="6539"/>
                    <a:pt x="1735" y="8006"/>
                    <a:pt x="1668" y="9608"/>
                  </a:cubicBezTo>
                  <a:lnTo>
                    <a:pt x="567" y="9608"/>
                  </a:lnTo>
                  <a:cubicBezTo>
                    <a:pt x="601" y="8173"/>
                    <a:pt x="968" y="6806"/>
                    <a:pt x="1601" y="5638"/>
                  </a:cubicBezTo>
                  <a:cubicBezTo>
                    <a:pt x="1935" y="5505"/>
                    <a:pt x="2335" y="5405"/>
                    <a:pt x="2802" y="5238"/>
                  </a:cubicBezTo>
                  <a:close/>
                  <a:moveTo>
                    <a:pt x="8888" y="4376"/>
                  </a:moveTo>
                  <a:cubicBezTo>
                    <a:pt x="9135" y="4376"/>
                    <a:pt x="9386" y="4384"/>
                    <a:pt x="9640" y="4404"/>
                  </a:cubicBezTo>
                  <a:lnTo>
                    <a:pt x="9640" y="9608"/>
                  </a:lnTo>
                  <a:lnTo>
                    <a:pt x="5804" y="9608"/>
                  </a:lnTo>
                  <a:lnTo>
                    <a:pt x="5804" y="9441"/>
                  </a:lnTo>
                  <a:cubicBezTo>
                    <a:pt x="5904" y="7506"/>
                    <a:pt x="6471" y="5838"/>
                    <a:pt x="7172" y="4471"/>
                  </a:cubicBezTo>
                  <a:cubicBezTo>
                    <a:pt x="7714" y="4423"/>
                    <a:pt x="8290" y="4376"/>
                    <a:pt x="8888" y="4376"/>
                  </a:cubicBezTo>
                  <a:close/>
                  <a:moveTo>
                    <a:pt x="10241" y="4404"/>
                  </a:moveTo>
                  <a:cubicBezTo>
                    <a:pt x="11075" y="4437"/>
                    <a:pt x="11975" y="4504"/>
                    <a:pt x="12943" y="4637"/>
                  </a:cubicBezTo>
                  <a:cubicBezTo>
                    <a:pt x="13610" y="5972"/>
                    <a:pt x="14144" y="7606"/>
                    <a:pt x="14244" y="9441"/>
                  </a:cubicBezTo>
                  <a:lnTo>
                    <a:pt x="14244" y="9608"/>
                  </a:lnTo>
                  <a:lnTo>
                    <a:pt x="10241" y="9608"/>
                  </a:lnTo>
                  <a:lnTo>
                    <a:pt x="10241" y="4404"/>
                  </a:lnTo>
                  <a:close/>
                  <a:moveTo>
                    <a:pt x="13643" y="4737"/>
                  </a:moveTo>
                  <a:cubicBezTo>
                    <a:pt x="14611" y="4871"/>
                    <a:pt x="15611" y="5104"/>
                    <a:pt x="16679" y="5338"/>
                  </a:cubicBezTo>
                  <a:cubicBezTo>
                    <a:pt x="17313" y="6605"/>
                    <a:pt x="17746" y="8073"/>
                    <a:pt x="17813" y="9608"/>
                  </a:cubicBezTo>
                  <a:lnTo>
                    <a:pt x="14811" y="9608"/>
                  </a:lnTo>
                  <a:lnTo>
                    <a:pt x="14811" y="9407"/>
                  </a:lnTo>
                  <a:cubicBezTo>
                    <a:pt x="14744" y="7640"/>
                    <a:pt x="14277" y="6072"/>
                    <a:pt x="13643" y="4737"/>
                  </a:cubicBezTo>
                  <a:close/>
                  <a:moveTo>
                    <a:pt x="17346" y="5571"/>
                  </a:moveTo>
                  <a:lnTo>
                    <a:pt x="17346" y="5571"/>
                  </a:lnTo>
                  <a:cubicBezTo>
                    <a:pt x="17679" y="5638"/>
                    <a:pt x="18013" y="5772"/>
                    <a:pt x="18347" y="5838"/>
                  </a:cubicBezTo>
                  <a:cubicBezTo>
                    <a:pt x="18914" y="6972"/>
                    <a:pt x="19247" y="8273"/>
                    <a:pt x="19314" y="9608"/>
                  </a:cubicBezTo>
                  <a:lnTo>
                    <a:pt x="18347" y="9608"/>
                  </a:lnTo>
                  <a:cubicBezTo>
                    <a:pt x="18313" y="8140"/>
                    <a:pt x="17946" y="6806"/>
                    <a:pt x="17346" y="5571"/>
                  </a:cubicBezTo>
                  <a:close/>
                  <a:moveTo>
                    <a:pt x="1668" y="10108"/>
                  </a:moveTo>
                  <a:lnTo>
                    <a:pt x="1668" y="10141"/>
                  </a:lnTo>
                  <a:cubicBezTo>
                    <a:pt x="1735" y="11843"/>
                    <a:pt x="2168" y="13477"/>
                    <a:pt x="2969" y="14911"/>
                  </a:cubicBezTo>
                  <a:cubicBezTo>
                    <a:pt x="2602" y="14811"/>
                    <a:pt x="2235" y="14678"/>
                    <a:pt x="1801" y="14578"/>
                  </a:cubicBezTo>
                  <a:cubicBezTo>
                    <a:pt x="1068" y="13210"/>
                    <a:pt x="601" y="11742"/>
                    <a:pt x="567" y="10108"/>
                  </a:cubicBezTo>
                  <a:close/>
                  <a:moveTo>
                    <a:pt x="19314" y="10141"/>
                  </a:moveTo>
                  <a:cubicBezTo>
                    <a:pt x="19281" y="11843"/>
                    <a:pt x="18780" y="13444"/>
                    <a:pt x="17946" y="14811"/>
                  </a:cubicBezTo>
                  <a:cubicBezTo>
                    <a:pt x="17646" y="14911"/>
                    <a:pt x="17313" y="15012"/>
                    <a:pt x="16946" y="15112"/>
                  </a:cubicBezTo>
                  <a:cubicBezTo>
                    <a:pt x="17813" y="13677"/>
                    <a:pt x="18313" y="11976"/>
                    <a:pt x="18347" y="10141"/>
                  </a:cubicBezTo>
                  <a:close/>
                  <a:moveTo>
                    <a:pt x="5237" y="10141"/>
                  </a:moveTo>
                  <a:cubicBezTo>
                    <a:pt x="5271" y="12009"/>
                    <a:pt x="5771" y="13844"/>
                    <a:pt x="6738" y="15679"/>
                  </a:cubicBezTo>
                  <a:cubicBezTo>
                    <a:pt x="5771" y="15579"/>
                    <a:pt x="4770" y="15345"/>
                    <a:pt x="3736" y="15112"/>
                  </a:cubicBezTo>
                  <a:cubicBezTo>
                    <a:pt x="2802" y="13677"/>
                    <a:pt x="2268" y="11976"/>
                    <a:pt x="2235" y="10141"/>
                  </a:cubicBezTo>
                  <a:close/>
                  <a:moveTo>
                    <a:pt x="17813" y="10141"/>
                  </a:moveTo>
                  <a:cubicBezTo>
                    <a:pt x="17780" y="12076"/>
                    <a:pt x="17179" y="13844"/>
                    <a:pt x="16145" y="15345"/>
                  </a:cubicBezTo>
                  <a:cubicBezTo>
                    <a:pt x="15645" y="15479"/>
                    <a:pt x="15111" y="15612"/>
                    <a:pt x="14511" y="15679"/>
                  </a:cubicBezTo>
                  <a:cubicBezTo>
                    <a:pt x="14110" y="15779"/>
                    <a:pt x="13677" y="15812"/>
                    <a:pt x="13243" y="15845"/>
                  </a:cubicBezTo>
                  <a:cubicBezTo>
                    <a:pt x="14244" y="13977"/>
                    <a:pt x="14777" y="12109"/>
                    <a:pt x="14811" y="10141"/>
                  </a:cubicBezTo>
                  <a:close/>
                  <a:moveTo>
                    <a:pt x="9640" y="10141"/>
                  </a:moveTo>
                  <a:lnTo>
                    <a:pt x="9640" y="15946"/>
                  </a:lnTo>
                  <a:cubicBezTo>
                    <a:pt x="8940" y="15912"/>
                    <a:pt x="8173" y="15845"/>
                    <a:pt x="7439" y="15779"/>
                  </a:cubicBezTo>
                  <a:cubicBezTo>
                    <a:pt x="6405" y="13944"/>
                    <a:pt x="5838" y="12076"/>
                    <a:pt x="5804" y="10141"/>
                  </a:cubicBezTo>
                  <a:close/>
                  <a:moveTo>
                    <a:pt x="14244" y="10141"/>
                  </a:moveTo>
                  <a:cubicBezTo>
                    <a:pt x="14177" y="12109"/>
                    <a:pt x="13610" y="14011"/>
                    <a:pt x="12509" y="15912"/>
                  </a:cubicBezTo>
                  <a:cubicBezTo>
                    <a:pt x="11809" y="15979"/>
                    <a:pt x="11075" y="15979"/>
                    <a:pt x="10241" y="15979"/>
                  </a:cubicBezTo>
                  <a:lnTo>
                    <a:pt x="10241" y="10141"/>
                  </a:lnTo>
                  <a:close/>
                  <a:moveTo>
                    <a:pt x="17446" y="15612"/>
                  </a:moveTo>
                  <a:cubicBezTo>
                    <a:pt x="16445" y="16913"/>
                    <a:pt x="15111" y="17947"/>
                    <a:pt x="13577" y="18614"/>
                  </a:cubicBezTo>
                  <a:cubicBezTo>
                    <a:pt x="14744" y="17914"/>
                    <a:pt x="15745" y="16946"/>
                    <a:pt x="16512" y="15845"/>
                  </a:cubicBezTo>
                  <a:cubicBezTo>
                    <a:pt x="16846" y="15779"/>
                    <a:pt x="17146" y="15679"/>
                    <a:pt x="17446" y="15612"/>
                  </a:cubicBezTo>
                  <a:close/>
                  <a:moveTo>
                    <a:pt x="2268" y="15312"/>
                  </a:moveTo>
                  <a:lnTo>
                    <a:pt x="2268" y="15312"/>
                  </a:lnTo>
                  <a:cubicBezTo>
                    <a:pt x="2635" y="15445"/>
                    <a:pt x="3002" y="15512"/>
                    <a:pt x="3403" y="15612"/>
                  </a:cubicBezTo>
                  <a:cubicBezTo>
                    <a:pt x="4270" y="16913"/>
                    <a:pt x="5437" y="18014"/>
                    <a:pt x="6805" y="18781"/>
                  </a:cubicBezTo>
                  <a:cubicBezTo>
                    <a:pt x="4970" y="18147"/>
                    <a:pt x="3336" y="16913"/>
                    <a:pt x="2268" y="15312"/>
                  </a:cubicBezTo>
                  <a:close/>
                  <a:moveTo>
                    <a:pt x="7772" y="16413"/>
                  </a:moveTo>
                  <a:lnTo>
                    <a:pt x="7772" y="16413"/>
                  </a:lnTo>
                  <a:cubicBezTo>
                    <a:pt x="8440" y="16446"/>
                    <a:pt x="9073" y="16479"/>
                    <a:pt x="9640" y="16513"/>
                  </a:cubicBezTo>
                  <a:lnTo>
                    <a:pt x="9640" y="18914"/>
                  </a:lnTo>
                  <a:cubicBezTo>
                    <a:pt x="8940" y="18080"/>
                    <a:pt x="8306" y="17246"/>
                    <a:pt x="7772" y="16413"/>
                  </a:cubicBezTo>
                  <a:close/>
                  <a:moveTo>
                    <a:pt x="12176" y="16479"/>
                  </a:moveTo>
                  <a:lnTo>
                    <a:pt x="12176" y="16479"/>
                  </a:lnTo>
                  <a:cubicBezTo>
                    <a:pt x="11642" y="17347"/>
                    <a:pt x="10975" y="18247"/>
                    <a:pt x="10241" y="19081"/>
                  </a:cubicBezTo>
                  <a:lnTo>
                    <a:pt x="10241" y="16513"/>
                  </a:lnTo>
                  <a:lnTo>
                    <a:pt x="10608" y="16513"/>
                  </a:lnTo>
                  <a:cubicBezTo>
                    <a:pt x="11141" y="16513"/>
                    <a:pt x="11675" y="16513"/>
                    <a:pt x="12176" y="16479"/>
                  </a:cubicBezTo>
                  <a:close/>
                  <a:moveTo>
                    <a:pt x="4237" y="15812"/>
                  </a:moveTo>
                  <a:cubicBezTo>
                    <a:pt x="5237" y="16012"/>
                    <a:pt x="6171" y="16179"/>
                    <a:pt x="7105" y="16312"/>
                  </a:cubicBezTo>
                  <a:cubicBezTo>
                    <a:pt x="7639" y="17280"/>
                    <a:pt x="8339" y="18247"/>
                    <a:pt x="9140" y="19148"/>
                  </a:cubicBezTo>
                  <a:cubicBezTo>
                    <a:pt x="7139" y="18614"/>
                    <a:pt x="5437" y="17413"/>
                    <a:pt x="4237" y="15812"/>
                  </a:cubicBezTo>
                  <a:close/>
                  <a:moveTo>
                    <a:pt x="15645" y="16012"/>
                  </a:moveTo>
                  <a:lnTo>
                    <a:pt x="15645" y="16012"/>
                  </a:lnTo>
                  <a:cubicBezTo>
                    <a:pt x="14444" y="17480"/>
                    <a:pt x="12809" y="18614"/>
                    <a:pt x="10908" y="19148"/>
                  </a:cubicBezTo>
                  <a:cubicBezTo>
                    <a:pt x="11675" y="18247"/>
                    <a:pt x="12342" y="17347"/>
                    <a:pt x="12909" y="16446"/>
                  </a:cubicBezTo>
                  <a:cubicBezTo>
                    <a:pt x="13943" y="16346"/>
                    <a:pt x="14844" y="16179"/>
                    <a:pt x="15645" y="16012"/>
                  </a:cubicBezTo>
                  <a:close/>
                  <a:moveTo>
                    <a:pt x="9941" y="1"/>
                  </a:moveTo>
                  <a:cubicBezTo>
                    <a:pt x="4470" y="1"/>
                    <a:pt x="0" y="4471"/>
                    <a:pt x="0" y="9941"/>
                  </a:cubicBezTo>
                  <a:cubicBezTo>
                    <a:pt x="0" y="15412"/>
                    <a:pt x="4470" y="19848"/>
                    <a:pt x="9941" y="19848"/>
                  </a:cubicBezTo>
                  <a:lnTo>
                    <a:pt x="10174" y="19848"/>
                  </a:lnTo>
                  <a:cubicBezTo>
                    <a:pt x="15511" y="19782"/>
                    <a:pt x="19848" y="15345"/>
                    <a:pt x="19848" y="9941"/>
                  </a:cubicBezTo>
                  <a:cubicBezTo>
                    <a:pt x="19848" y="4504"/>
                    <a:pt x="15511" y="134"/>
                    <a:pt x="101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04;p32">
              <a:extLst>
                <a:ext uri="{FF2B5EF4-FFF2-40B4-BE49-F238E27FC236}">
                  <a16:creationId xmlns:a16="http://schemas.microsoft.com/office/drawing/2014/main" id="{3A8BA33E-1195-039D-9D94-3C2FA33BD4B4}"/>
                </a:ext>
              </a:extLst>
            </p:cNvPr>
            <p:cNvSpPr/>
            <p:nvPr/>
          </p:nvSpPr>
          <p:spPr>
            <a:xfrm>
              <a:off x="6626245" y="1986551"/>
              <a:ext cx="84809" cy="85720"/>
            </a:xfrm>
            <a:custGeom>
              <a:avLst/>
              <a:gdLst/>
              <a:ahLst/>
              <a:cxnLst/>
              <a:rect l="l" t="t" r="r" b="b"/>
              <a:pathLst>
                <a:path w="3070" h="3103" extrusionOk="0">
                  <a:moveTo>
                    <a:pt x="1535" y="601"/>
                  </a:moveTo>
                  <a:cubicBezTo>
                    <a:pt x="2068" y="601"/>
                    <a:pt x="2502" y="1034"/>
                    <a:pt x="2502" y="1568"/>
                  </a:cubicBezTo>
                  <a:cubicBezTo>
                    <a:pt x="2502" y="2102"/>
                    <a:pt x="2068" y="2535"/>
                    <a:pt x="1535" y="2535"/>
                  </a:cubicBezTo>
                  <a:cubicBezTo>
                    <a:pt x="1001" y="2535"/>
                    <a:pt x="567" y="2102"/>
                    <a:pt x="567" y="1568"/>
                  </a:cubicBezTo>
                  <a:cubicBezTo>
                    <a:pt x="567" y="1034"/>
                    <a:pt x="1001" y="601"/>
                    <a:pt x="1535" y="601"/>
                  </a:cubicBezTo>
                  <a:close/>
                  <a:moveTo>
                    <a:pt x="1535" y="0"/>
                  </a:moveTo>
                  <a:cubicBezTo>
                    <a:pt x="701" y="0"/>
                    <a:pt x="0" y="734"/>
                    <a:pt x="0" y="1568"/>
                  </a:cubicBezTo>
                  <a:cubicBezTo>
                    <a:pt x="0" y="2402"/>
                    <a:pt x="701" y="3102"/>
                    <a:pt x="1535" y="3102"/>
                  </a:cubicBezTo>
                  <a:cubicBezTo>
                    <a:pt x="2369" y="3102"/>
                    <a:pt x="3069" y="2402"/>
                    <a:pt x="3069" y="1568"/>
                  </a:cubicBezTo>
                  <a:cubicBezTo>
                    <a:pt x="3069" y="734"/>
                    <a:pt x="2369" y="0"/>
                    <a:pt x="1535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" name="Google Shape;205;p32">
              <a:extLst>
                <a:ext uri="{FF2B5EF4-FFF2-40B4-BE49-F238E27FC236}">
                  <a16:creationId xmlns:a16="http://schemas.microsoft.com/office/drawing/2014/main" id="{E3ECF081-62E7-356F-5862-24DFB9011219}"/>
                </a:ext>
              </a:extLst>
            </p:cNvPr>
            <p:cNvGrpSpPr/>
            <p:nvPr/>
          </p:nvGrpSpPr>
          <p:grpSpPr>
            <a:xfrm>
              <a:off x="5705149" y="939549"/>
              <a:ext cx="1524702" cy="2219324"/>
              <a:chOff x="5705149" y="939549"/>
              <a:chExt cx="1524702" cy="2219324"/>
            </a:xfrm>
          </p:grpSpPr>
          <p:sp>
            <p:nvSpPr>
              <p:cNvPr id="358" name="Google Shape;206;p32">
                <a:extLst>
                  <a:ext uri="{FF2B5EF4-FFF2-40B4-BE49-F238E27FC236}">
                    <a16:creationId xmlns:a16="http://schemas.microsoft.com/office/drawing/2014/main" id="{1745BFC2-1E80-B75D-49A0-EF11A7A7A43C}"/>
                  </a:ext>
                </a:extLst>
              </p:cNvPr>
              <p:cNvSpPr/>
              <p:nvPr/>
            </p:nvSpPr>
            <p:spPr>
              <a:xfrm>
                <a:off x="6974568" y="939549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207;p32">
                <a:extLst>
                  <a:ext uri="{FF2B5EF4-FFF2-40B4-BE49-F238E27FC236}">
                    <a16:creationId xmlns:a16="http://schemas.microsoft.com/office/drawing/2014/main" id="{9D573813-3C20-B570-0F67-04A6C91C0FFC}"/>
                  </a:ext>
                </a:extLst>
              </p:cNvPr>
              <p:cNvSpPr/>
              <p:nvPr/>
            </p:nvSpPr>
            <p:spPr>
              <a:xfrm>
                <a:off x="6875033" y="1037232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208;p32">
                <a:extLst>
                  <a:ext uri="{FF2B5EF4-FFF2-40B4-BE49-F238E27FC236}">
                    <a16:creationId xmlns:a16="http://schemas.microsoft.com/office/drawing/2014/main" id="{E1750010-5C79-DC34-6596-EEC952CE540E}"/>
                  </a:ext>
                </a:extLst>
              </p:cNvPr>
              <p:cNvSpPr/>
              <p:nvPr/>
            </p:nvSpPr>
            <p:spPr>
              <a:xfrm>
                <a:off x="7074406" y="1181381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209;p32">
                <a:extLst>
                  <a:ext uri="{FF2B5EF4-FFF2-40B4-BE49-F238E27FC236}">
                    <a16:creationId xmlns:a16="http://schemas.microsoft.com/office/drawing/2014/main" id="{6ECC88F3-8DE9-7AE8-9EB7-97F6685E2F3C}"/>
                  </a:ext>
                </a:extLst>
              </p:cNvPr>
              <p:cNvSpPr/>
              <p:nvPr/>
            </p:nvSpPr>
            <p:spPr>
              <a:xfrm>
                <a:off x="6875951" y="2063018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369" y="3103"/>
                      <a:pt x="3070" y="2369"/>
                      <a:pt x="3070" y="1535"/>
                    </a:cubicBezTo>
                    <a:cubicBezTo>
                      <a:pt x="3070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210;p32">
                <a:extLst>
                  <a:ext uri="{FF2B5EF4-FFF2-40B4-BE49-F238E27FC236}">
                    <a16:creationId xmlns:a16="http://schemas.microsoft.com/office/drawing/2014/main" id="{756E8D98-F281-532D-6B35-472111E6D505}"/>
                  </a:ext>
                </a:extLst>
              </p:cNvPr>
              <p:cNvSpPr/>
              <p:nvPr/>
            </p:nvSpPr>
            <p:spPr>
              <a:xfrm>
                <a:off x="6752493" y="1717260"/>
                <a:ext cx="175087" cy="19130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6925" extrusionOk="0">
                    <a:moveTo>
                      <a:pt x="749" y="0"/>
                    </a:moveTo>
                    <a:cubicBezTo>
                      <a:pt x="358" y="0"/>
                      <a:pt x="0" y="307"/>
                      <a:pt x="0" y="708"/>
                    </a:cubicBezTo>
                    <a:lnTo>
                      <a:pt x="0" y="6179"/>
                    </a:lnTo>
                    <a:cubicBezTo>
                      <a:pt x="0" y="6626"/>
                      <a:pt x="351" y="6925"/>
                      <a:pt x="737" y="6925"/>
                    </a:cubicBezTo>
                    <a:cubicBezTo>
                      <a:pt x="870" y="6925"/>
                      <a:pt x="1006" y="6890"/>
                      <a:pt x="1134" y="6813"/>
                    </a:cubicBezTo>
                    <a:lnTo>
                      <a:pt x="5838" y="4111"/>
                    </a:lnTo>
                    <a:cubicBezTo>
                      <a:pt x="6338" y="3811"/>
                      <a:pt x="6338" y="3077"/>
                      <a:pt x="5838" y="2810"/>
                    </a:cubicBezTo>
                    <a:lnTo>
                      <a:pt x="1134" y="108"/>
                    </a:lnTo>
                    <a:cubicBezTo>
                      <a:pt x="1010" y="34"/>
                      <a:pt x="878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211;p32">
                <a:extLst>
                  <a:ext uri="{FF2B5EF4-FFF2-40B4-BE49-F238E27FC236}">
                    <a16:creationId xmlns:a16="http://schemas.microsoft.com/office/drawing/2014/main" id="{99C599DB-DB36-186D-AEFC-95A23C26117A}"/>
                  </a:ext>
                </a:extLst>
              </p:cNvPr>
              <p:cNvSpPr/>
              <p:nvPr/>
            </p:nvSpPr>
            <p:spPr>
              <a:xfrm>
                <a:off x="5705149" y="2938618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212;p32">
                <a:extLst>
                  <a:ext uri="{FF2B5EF4-FFF2-40B4-BE49-F238E27FC236}">
                    <a16:creationId xmlns:a16="http://schemas.microsoft.com/office/drawing/2014/main" id="{61FD4887-8778-C98E-2D0A-5E910BC2EE04}"/>
                  </a:ext>
                </a:extLst>
              </p:cNvPr>
              <p:cNvSpPr/>
              <p:nvPr/>
            </p:nvSpPr>
            <p:spPr>
              <a:xfrm>
                <a:off x="5848912" y="3073153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213;p32">
                <a:extLst>
                  <a:ext uri="{FF2B5EF4-FFF2-40B4-BE49-F238E27FC236}">
                    <a16:creationId xmlns:a16="http://schemas.microsoft.com/office/drawing/2014/main" id="{0B4E2A31-5235-5F03-E6B2-5F2A2FCCD347}"/>
                  </a:ext>
                </a:extLst>
              </p:cNvPr>
              <p:cNvSpPr/>
              <p:nvPr/>
            </p:nvSpPr>
            <p:spPr>
              <a:xfrm>
                <a:off x="5823110" y="2758916"/>
                <a:ext cx="200917" cy="171662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214" extrusionOk="0">
                    <a:moveTo>
                      <a:pt x="934" y="0"/>
                    </a:moveTo>
                    <a:cubicBezTo>
                      <a:pt x="367" y="0"/>
                      <a:pt x="0" y="634"/>
                      <a:pt x="267" y="1135"/>
                    </a:cubicBezTo>
                    <a:lnTo>
                      <a:pt x="3002" y="5838"/>
                    </a:lnTo>
                    <a:cubicBezTo>
                      <a:pt x="3136" y="6088"/>
                      <a:pt x="3386" y="6213"/>
                      <a:pt x="3636" y="6213"/>
                    </a:cubicBezTo>
                    <a:cubicBezTo>
                      <a:pt x="3886" y="6213"/>
                      <a:pt x="4137" y="6088"/>
                      <a:pt x="4270" y="5838"/>
                    </a:cubicBezTo>
                    <a:lnTo>
                      <a:pt x="7005" y="1135"/>
                    </a:lnTo>
                    <a:cubicBezTo>
                      <a:pt x="7272" y="601"/>
                      <a:pt x="6905" y="0"/>
                      <a:pt x="6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4" name="Google Shape;214;p32">
              <a:extLst>
                <a:ext uri="{FF2B5EF4-FFF2-40B4-BE49-F238E27FC236}">
                  <a16:creationId xmlns:a16="http://schemas.microsoft.com/office/drawing/2014/main" id="{915F9DA6-ED40-1BF8-3C97-3E7C8CEF036E}"/>
                </a:ext>
              </a:extLst>
            </p:cNvPr>
            <p:cNvSpPr/>
            <p:nvPr/>
          </p:nvSpPr>
          <p:spPr>
            <a:xfrm>
              <a:off x="5553256" y="291837"/>
              <a:ext cx="448796" cy="449735"/>
            </a:xfrm>
            <a:custGeom>
              <a:avLst/>
              <a:gdLst/>
              <a:ahLst/>
              <a:cxnLst/>
              <a:rect l="l" t="t" r="r" b="b"/>
              <a:pathLst>
                <a:path w="16246" h="16280" extrusionOk="0">
                  <a:moveTo>
                    <a:pt x="8106" y="1"/>
                  </a:moveTo>
                  <a:cubicBezTo>
                    <a:pt x="3636" y="1"/>
                    <a:pt x="0" y="3637"/>
                    <a:pt x="0" y="8140"/>
                  </a:cubicBezTo>
                  <a:cubicBezTo>
                    <a:pt x="0" y="12643"/>
                    <a:pt x="3636" y="16279"/>
                    <a:pt x="8106" y="16279"/>
                  </a:cubicBezTo>
                  <a:cubicBezTo>
                    <a:pt x="12609" y="16279"/>
                    <a:pt x="16245" y="12643"/>
                    <a:pt x="16245" y="8140"/>
                  </a:cubicBezTo>
                  <a:cubicBezTo>
                    <a:pt x="16245" y="3637"/>
                    <a:pt x="12609" y="1"/>
                    <a:pt x="8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215;p32">
              <a:extLst>
                <a:ext uri="{FF2B5EF4-FFF2-40B4-BE49-F238E27FC236}">
                  <a16:creationId xmlns:a16="http://schemas.microsoft.com/office/drawing/2014/main" id="{036AB87E-7716-7D96-FCE2-C967A96FBAE4}"/>
                </a:ext>
              </a:extLst>
            </p:cNvPr>
            <p:cNvSpPr/>
            <p:nvPr/>
          </p:nvSpPr>
          <p:spPr>
            <a:xfrm>
              <a:off x="5595633" y="334242"/>
              <a:ext cx="364015" cy="364926"/>
            </a:xfrm>
            <a:custGeom>
              <a:avLst/>
              <a:gdLst/>
              <a:ahLst/>
              <a:cxnLst/>
              <a:rect l="l" t="t" r="r" b="b"/>
              <a:pathLst>
                <a:path w="13177" h="13210" extrusionOk="0">
                  <a:moveTo>
                    <a:pt x="6572" y="0"/>
                  </a:moveTo>
                  <a:cubicBezTo>
                    <a:pt x="2936" y="0"/>
                    <a:pt x="1" y="2969"/>
                    <a:pt x="1" y="6605"/>
                  </a:cubicBezTo>
                  <a:cubicBezTo>
                    <a:pt x="1" y="10241"/>
                    <a:pt x="2936" y="13210"/>
                    <a:pt x="6572" y="13210"/>
                  </a:cubicBezTo>
                  <a:cubicBezTo>
                    <a:pt x="10241" y="13210"/>
                    <a:pt x="13177" y="10241"/>
                    <a:pt x="13177" y="6605"/>
                  </a:cubicBezTo>
                  <a:cubicBezTo>
                    <a:pt x="13177" y="2969"/>
                    <a:pt x="10241" y="0"/>
                    <a:pt x="65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216;p32">
              <a:extLst>
                <a:ext uri="{FF2B5EF4-FFF2-40B4-BE49-F238E27FC236}">
                  <a16:creationId xmlns:a16="http://schemas.microsoft.com/office/drawing/2014/main" id="{9771BE35-4FDF-37CC-0E63-91EC7AAE1453}"/>
                </a:ext>
              </a:extLst>
            </p:cNvPr>
            <p:cNvSpPr/>
            <p:nvPr/>
          </p:nvSpPr>
          <p:spPr>
            <a:xfrm>
              <a:off x="5668454" y="364657"/>
              <a:ext cx="220254" cy="304096"/>
            </a:xfrm>
            <a:custGeom>
              <a:avLst/>
              <a:gdLst/>
              <a:ahLst/>
              <a:cxnLst/>
              <a:rect l="l" t="t" r="r" b="b"/>
              <a:pathLst>
                <a:path w="7973" h="11008" extrusionOk="0">
                  <a:moveTo>
                    <a:pt x="3069" y="2802"/>
                  </a:moveTo>
                  <a:cubicBezTo>
                    <a:pt x="3536" y="2835"/>
                    <a:pt x="4003" y="2835"/>
                    <a:pt x="4403" y="2835"/>
                  </a:cubicBezTo>
                  <a:cubicBezTo>
                    <a:pt x="4570" y="2869"/>
                    <a:pt x="4737" y="2902"/>
                    <a:pt x="4904" y="3002"/>
                  </a:cubicBezTo>
                  <a:cubicBezTo>
                    <a:pt x="5304" y="3169"/>
                    <a:pt x="5471" y="3469"/>
                    <a:pt x="5471" y="3836"/>
                  </a:cubicBezTo>
                  <a:cubicBezTo>
                    <a:pt x="5404" y="4270"/>
                    <a:pt x="5204" y="4470"/>
                    <a:pt x="4870" y="4637"/>
                  </a:cubicBezTo>
                  <a:cubicBezTo>
                    <a:pt x="4470" y="4837"/>
                    <a:pt x="4003" y="4837"/>
                    <a:pt x="3536" y="4837"/>
                  </a:cubicBezTo>
                  <a:lnTo>
                    <a:pt x="3069" y="4837"/>
                  </a:lnTo>
                  <a:lnTo>
                    <a:pt x="3069" y="2802"/>
                  </a:lnTo>
                  <a:close/>
                  <a:moveTo>
                    <a:pt x="3659" y="5834"/>
                  </a:moveTo>
                  <a:cubicBezTo>
                    <a:pt x="4047" y="5834"/>
                    <a:pt x="4425" y="5849"/>
                    <a:pt x="4803" y="5938"/>
                  </a:cubicBezTo>
                  <a:cubicBezTo>
                    <a:pt x="5004" y="5971"/>
                    <a:pt x="5204" y="6038"/>
                    <a:pt x="5404" y="6138"/>
                  </a:cubicBezTo>
                  <a:cubicBezTo>
                    <a:pt x="5737" y="6305"/>
                    <a:pt x="5904" y="6605"/>
                    <a:pt x="5904" y="7005"/>
                  </a:cubicBezTo>
                  <a:cubicBezTo>
                    <a:pt x="5871" y="7372"/>
                    <a:pt x="5671" y="7639"/>
                    <a:pt x="5337" y="7806"/>
                  </a:cubicBezTo>
                  <a:cubicBezTo>
                    <a:pt x="4870" y="8039"/>
                    <a:pt x="4370" y="8106"/>
                    <a:pt x="3869" y="8106"/>
                  </a:cubicBezTo>
                  <a:lnTo>
                    <a:pt x="3069" y="8106"/>
                  </a:lnTo>
                  <a:lnTo>
                    <a:pt x="3069" y="5838"/>
                  </a:lnTo>
                  <a:cubicBezTo>
                    <a:pt x="3269" y="5838"/>
                    <a:pt x="3465" y="5834"/>
                    <a:pt x="3659" y="5834"/>
                  </a:cubicBezTo>
                  <a:close/>
                  <a:moveTo>
                    <a:pt x="3869" y="0"/>
                  </a:moveTo>
                  <a:lnTo>
                    <a:pt x="3869" y="1635"/>
                  </a:lnTo>
                  <a:cubicBezTo>
                    <a:pt x="3569" y="1635"/>
                    <a:pt x="3336" y="1635"/>
                    <a:pt x="3036" y="1668"/>
                  </a:cubicBezTo>
                  <a:lnTo>
                    <a:pt x="3036" y="33"/>
                  </a:lnTo>
                  <a:lnTo>
                    <a:pt x="2035" y="33"/>
                  </a:lnTo>
                  <a:lnTo>
                    <a:pt x="2035" y="1701"/>
                  </a:lnTo>
                  <a:lnTo>
                    <a:pt x="0" y="1701"/>
                  </a:lnTo>
                  <a:lnTo>
                    <a:pt x="0" y="2802"/>
                  </a:lnTo>
                  <a:lnTo>
                    <a:pt x="834" y="2802"/>
                  </a:lnTo>
                  <a:cubicBezTo>
                    <a:pt x="1168" y="2802"/>
                    <a:pt x="1334" y="3002"/>
                    <a:pt x="1334" y="3336"/>
                  </a:cubicBezTo>
                  <a:lnTo>
                    <a:pt x="1334" y="5371"/>
                  </a:lnTo>
                  <a:lnTo>
                    <a:pt x="1334" y="7706"/>
                  </a:lnTo>
                  <a:cubicBezTo>
                    <a:pt x="1334" y="8006"/>
                    <a:pt x="1201" y="8139"/>
                    <a:pt x="901" y="8139"/>
                  </a:cubicBezTo>
                  <a:lnTo>
                    <a:pt x="200" y="8139"/>
                  </a:lnTo>
                  <a:cubicBezTo>
                    <a:pt x="100" y="8540"/>
                    <a:pt x="67" y="8940"/>
                    <a:pt x="0" y="9340"/>
                  </a:cubicBezTo>
                  <a:lnTo>
                    <a:pt x="2035" y="9340"/>
                  </a:lnTo>
                  <a:lnTo>
                    <a:pt x="2035" y="11008"/>
                  </a:lnTo>
                  <a:lnTo>
                    <a:pt x="3036" y="11008"/>
                  </a:lnTo>
                  <a:lnTo>
                    <a:pt x="3036" y="9340"/>
                  </a:lnTo>
                  <a:lnTo>
                    <a:pt x="3836" y="9340"/>
                  </a:lnTo>
                  <a:lnTo>
                    <a:pt x="3836" y="11008"/>
                  </a:lnTo>
                  <a:lnTo>
                    <a:pt x="4837" y="11008"/>
                  </a:lnTo>
                  <a:lnTo>
                    <a:pt x="4837" y="9373"/>
                  </a:lnTo>
                  <a:cubicBezTo>
                    <a:pt x="5371" y="9307"/>
                    <a:pt x="5871" y="9207"/>
                    <a:pt x="6371" y="9107"/>
                  </a:cubicBezTo>
                  <a:cubicBezTo>
                    <a:pt x="7239" y="8840"/>
                    <a:pt x="7739" y="8306"/>
                    <a:pt x="7872" y="7372"/>
                  </a:cubicBezTo>
                  <a:cubicBezTo>
                    <a:pt x="7906" y="7272"/>
                    <a:pt x="7906" y="7139"/>
                    <a:pt x="7906" y="7005"/>
                  </a:cubicBezTo>
                  <a:cubicBezTo>
                    <a:pt x="7972" y="6038"/>
                    <a:pt x="7539" y="5437"/>
                    <a:pt x="6571" y="5170"/>
                  </a:cubicBezTo>
                  <a:cubicBezTo>
                    <a:pt x="6538" y="5137"/>
                    <a:pt x="6538" y="5137"/>
                    <a:pt x="6505" y="5137"/>
                  </a:cubicBezTo>
                  <a:lnTo>
                    <a:pt x="6538" y="5104"/>
                  </a:lnTo>
                  <a:cubicBezTo>
                    <a:pt x="7339" y="4603"/>
                    <a:pt x="7572" y="3669"/>
                    <a:pt x="7205" y="2835"/>
                  </a:cubicBezTo>
                  <a:cubicBezTo>
                    <a:pt x="7005" y="2335"/>
                    <a:pt x="6605" y="2035"/>
                    <a:pt x="6138" y="1935"/>
                  </a:cubicBezTo>
                  <a:cubicBezTo>
                    <a:pt x="5737" y="1801"/>
                    <a:pt x="5371" y="1768"/>
                    <a:pt x="5004" y="1668"/>
                  </a:cubicBezTo>
                  <a:cubicBezTo>
                    <a:pt x="4904" y="1668"/>
                    <a:pt x="4870" y="1635"/>
                    <a:pt x="4870" y="1535"/>
                  </a:cubicBezTo>
                  <a:lnTo>
                    <a:pt x="4870" y="834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217;p32">
              <a:extLst>
                <a:ext uri="{FF2B5EF4-FFF2-40B4-BE49-F238E27FC236}">
                  <a16:creationId xmlns:a16="http://schemas.microsoft.com/office/drawing/2014/main" id="{E5F4D1FB-3D05-3344-B7B0-A7B4B151AC39}"/>
                </a:ext>
              </a:extLst>
            </p:cNvPr>
            <p:cNvSpPr/>
            <p:nvPr/>
          </p:nvSpPr>
          <p:spPr>
            <a:xfrm>
              <a:off x="8084064" y="4689299"/>
              <a:ext cx="380590" cy="108787"/>
            </a:xfrm>
            <a:custGeom>
              <a:avLst/>
              <a:gdLst/>
              <a:ahLst/>
              <a:cxnLst/>
              <a:rect l="l" t="t" r="r" b="b"/>
              <a:pathLst>
                <a:path w="13777" h="3938" extrusionOk="0">
                  <a:moveTo>
                    <a:pt x="6872" y="1"/>
                  </a:moveTo>
                  <a:cubicBezTo>
                    <a:pt x="3069" y="1"/>
                    <a:pt x="0" y="868"/>
                    <a:pt x="0" y="1969"/>
                  </a:cubicBezTo>
                  <a:cubicBezTo>
                    <a:pt x="0" y="3036"/>
                    <a:pt x="3069" y="3937"/>
                    <a:pt x="6872" y="3937"/>
                  </a:cubicBezTo>
                  <a:cubicBezTo>
                    <a:pt x="10674" y="3937"/>
                    <a:pt x="13777" y="3036"/>
                    <a:pt x="13777" y="1969"/>
                  </a:cubicBezTo>
                  <a:cubicBezTo>
                    <a:pt x="13777" y="868"/>
                    <a:pt x="10674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18;p32">
              <a:extLst>
                <a:ext uri="{FF2B5EF4-FFF2-40B4-BE49-F238E27FC236}">
                  <a16:creationId xmlns:a16="http://schemas.microsoft.com/office/drawing/2014/main" id="{A91FEAAA-B4F4-46B5-2D55-1D328CC6CE7C}"/>
                </a:ext>
              </a:extLst>
            </p:cNvPr>
            <p:cNvSpPr/>
            <p:nvPr/>
          </p:nvSpPr>
          <p:spPr>
            <a:xfrm>
              <a:off x="8098789" y="4413792"/>
              <a:ext cx="350202" cy="122572"/>
            </a:xfrm>
            <a:custGeom>
              <a:avLst/>
              <a:gdLst/>
              <a:ahLst/>
              <a:cxnLst/>
              <a:rect l="l" t="t" r="r" b="b"/>
              <a:pathLst>
                <a:path w="12677" h="4437" extrusionOk="0">
                  <a:moveTo>
                    <a:pt x="6339" y="0"/>
                  </a:moveTo>
                  <a:cubicBezTo>
                    <a:pt x="2836" y="0"/>
                    <a:pt x="1" y="1001"/>
                    <a:pt x="1" y="2202"/>
                  </a:cubicBezTo>
                  <a:cubicBezTo>
                    <a:pt x="1" y="3436"/>
                    <a:pt x="2836" y="4437"/>
                    <a:pt x="6339" y="4437"/>
                  </a:cubicBezTo>
                  <a:cubicBezTo>
                    <a:pt x="9841" y="4437"/>
                    <a:pt x="12677" y="3436"/>
                    <a:pt x="12677" y="2202"/>
                  </a:cubicBezTo>
                  <a:cubicBezTo>
                    <a:pt x="12677" y="1001"/>
                    <a:pt x="9841" y="0"/>
                    <a:pt x="6339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19;p32">
              <a:extLst>
                <a:ext uri="{FF2B5EF4-FFF2-40B4-BE49-F238E27FC236}">
                  <a16:creationId xmlns:a16="http://schemas.microsoft.com/office/drawing/2014/main" id="{70F7E31F-4639-5730-BBA9-C9AE1DD65CE4}"/>
                </a:ext>
              </a:extLst>
            </p:cNvPr>
            <p:cNvSpPr/>
            <p:nvPr/>
          </p:nvSpPr>
          <p:spPr>
            <a:xfrm>
              <a:off x="8102490" y="4486585"/>
              <a:ext cx="340975" cy="262658"/>
            </a:xfrm>
            <a:custGeom>
              <a:avLst/>
              <a:gdLst/>
              <a:ahLst/>
              <a:cxnLst/>
              <a:rect l="l" t="t" r="r" b="b"/>
              <a:pathLst>
                <a:path w="12343" h="9508" extrusionOk="0">
                  <a:moveTo>
                    <a:pt x="0" y="0"/>
                  </a:moveTo>
                  <a:lnTo>
                    <a:pt x="1968" y="7205"/>
                  </a:lnTo>
                  <a:cubicBezTo>
                    <a:pt x="2335" y="8606"/>
                    <a:pt x="3603" y="9507"/>
                    <a:pt x="5004" y="9507"/>
                  </a:cubicBezTo>
                  <a:lnTo>
                    <a:pt x="7339" y="9507"/>
                  </a:lnTo>
                  <a:cubicBezTo>
                    <a:pt x="8773" y="9507"/>
                    <a:pt x="10007" y="8540"/>
                    <a:pt x="10374" y="7205"/>
                  </a:cubicBezTo>
                  <a:lnTo>
                    <a:pt x="12342" y="0"/>
                  </a:lnTo>
                  <a:lnTo>
                    <a:pt x="12342" y="0"/>
                  </a:lnTo>
                  <a:cubicBezTo>
                    <a:pt x="11842" y="1034"/>
                    <a:pt x="9307" y="1802"/>
                    <a:pt x="6205" y="1802"/>
                  </a:cubicBezTo>
                  <a:cubicBezTo>
                    <a:pt x="3136" y="1802"/>
                    <a:pt x="534" y="103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20;p32">
              <a:extLst>
                <a:ext uri="{FF2B5EF4-FFF2-40B4-BE49-F238E27FC236}">
                  <a16:creationId xmlns:a16="http://schemas.microsoft.com/office/drawing/2014/main" id="{B885709A-96AA-EF78-4FE7-1F6085ADD532}"/>
                </a:ext>
              </a:extLst>
            </p:cNvPr>
            <p:cNvSpPr/>
            <p:nvPr/>
          </p:nvSpPr>
          <p:spPr>
            <a:xfrm>
              <a:off x="8140254" y="4444014"/>
              <a:ext cx="265421" cy="92350"/>
            </a:xfrm>
            <a:custGeom>
              <a:avLst/>
              <a:gdLst/>
              <a:ahLst/>
              <a:cxnLst/>
              <a:rect l="l" t="t" r="r" b="b"/>
              <a:pathLst>
                <a:path w="9608" h="3343" extrusionOk="0">
                  <a:moveTo>
                    <a:pt x="4881" y="1"/>
                  </a:moveTo>
                  <a:cubicBezTo>
                    <a:pt x="2965" y="1"/>
                    <a:pt x="989" y="747"/>
                    <a:pt x="1" y="2542"/>
                  </a:cubicBezTo>
                  <a:cubicBezTo>
                    <a:pt x="1168" y="3042"/>
                    <a:pt x="2903" y="3343"/>
                    <a:pt x="4838" y="3343"/>
                  </a:cubicBezTo>
                  <a:cubicBezTo>
                    <a:pt x="6772" y="3343"/>
                    <a:pt x="8440" y="3042"/>
                    <a:pt x="9608" y="2575"/>
                  </a:cubicBezTo>
                  <a:cubicBezTo>
                    <a:pt x="9474" y="1875"/>
                    <a:pt x="8907" y="1241"/>
                    <a:pt x="8274" y="874"/>
                  </a:cubicBezTo>
                  <a:cubicBezTo>
                    <a:pt x="7363" y="320"/>
                    <a:pt x="6135" y="1"/>
                    <a:pt x="4881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21;p32">
              <a:extLst>
                <a:ext uri="{FF2B5EF4-FFF2-40B4-BE49-F238E27FC236}">
                  <a16:creationId xmlns:a16="http://schemas.microsoft.com/office/drawing/2014/main" id="{C8F121FE-4A94-0CB5-AAA9-040F44FAC891}"/>
                </a:ext>
              </a:extLst>
            </p:cNvPr>
            <p:cNvSpPr/>
            <p:nvPr/>
          </p:nvSpPr>
          <p:spPr>
            <a:xfrm>
              <a:off x="8082213" y="4208287"/>
              <a:ext cx="338213" cy="302273"/>
            </a:xfrm>
            <a:custGeom>
              <a:avLst/>
              <a:gdLst/>
              <a:ahLst/>
              <a:cxnLst/>
              <a:rect l="l" t="t" r="r" b="b"/>
              <a:pathLst>
                <a:path w="12243" h="10942" extrusionOk="0">
                  <a:moveTo>
                    <a:pt x="5905" y="0"/>
                  </a:moveTo>
                  <a:cubicBezTo>
                    <a:pt x="5171" y="0"/>
                    <a:pt x="4737" y="834"/>
                    <a:pt x="4570" y="1602"/>
                  </a:cubicBezTo>
                  <a:cubicBezTo>
                    <a:pt x="4103" y="4237"/>
                    <a:pt x="4937" y="6505"/>
                    <a:pt x="5905" y="8773"/>
                  </a:cubicBezTo>
                  <a:cubicBezTo>
                    <a:pt x="5771" y="8573"/>
                    <a:pt x="5671" y="8406"/>
                    <a:pt x="5538" y="8206"/>
                  </a:cubicBezTo>
                  <a:cubicBezTo>
                    <a:pt x="5071" y="7506"/>
                    <a:pt x="4570" y="6772"/>
                    <a:pt x="4103" y="5905"/>
                  </a:cubicBezTo>
                  <a:cubicBezTo>
                    <a:pt x="3837" y="5371"/>
                    <a:pt x="3536" y="4737"/>
                    <a:pt x="3036" y="4270"/>
                  </a:cubicBezTo>
                  <a:cubicBezTo>
                    <a:pt x="2640" y="3899"/>
                    <a:pt x="2116" y="3693"/>
                    <a:pt x="1640" y="3693"/>
                  </a:cubicBezTo>
                  <a:cubicBezTo>
                    <a:pt x="1474" y="3693"/>
                    <a:pt x="1314" y="3718"/>
                    <a:pt x="1168" y="3770"/>
                  </a:cubicBezTo>
                  <a:cubicBezTo>
                    <a:pt x="334" y="4070"/>
                    <a:pt x="0" y="5104"/>
                    <a:pt x="167" y="5905"/>
                  </a:cubicBezTo>
                  <a:cubicBezTo>
                    <a:pt x="334" y="6772"/>
                    <a:pt x="934" y="7439"/>
                    <a:pt x="1435" y="7939"/>
                  </a:cubicBezTo>
                  <a:cubicBezTo>
                    <a:pt x="2903" y="9374"/>
                    <a:pt x="4737" y="10408"/>
                    <a:pt x="6739" y="10908"/>
                  </a:cubicBezTo>
                  <a:cubicBezTo>
                    <a:pt x="6772" y="10908"/>
                    <a:pt x="6872" y="10942"/>
                    <a:pt x="6939" y="10942"/>
                  </a:cubicBezTo>
                  <a:cubicBezTo>
                    <a:pt x="8106" y="10942"/>
                    <a:pt x="10875" y="9107"/>
                    <a:pt x="11776" y="7506"/>
                  </a:cubicBezTo>
                  <a:cubicBezTo>
                    <a:pt x="12009" y="6939"/>
                    <a:pt x="12243" y="6105"/>
                    <a:pt x="12042" y="5438"/>
                  </a:cubicBezTo>
                  <a:cubicBezTo>
                    <a:pt x="11942" y="5104"/>
                    <a:pt x="11742" y="4871"/>
                    <a:pt x="11442" y="4704"/>
                  </a:cubicBezTo>
                  <a:cubicBezTo>
                    <a:pt x="11270" y="4607"/>
                    <a:pt x="11071" y="4559"/>
                    <a:pt x="10858" y="4559"/>
                  </a:cubicBezTo>
                  <a:cubicBezTo>
                    <a:pt x="10407" y="4559"/>
                    <a:pt x="9893" y="4774"/>
                    <a:pt x="9441" y="5204"/>
                  </a:cubicBezTo>
                  <a:cubicBezTo>
                    <a:pt x="8406" y="6105"/>
                    <a:pt x="7739" y="7372"/>
                    <a:pt x="7272" y="8607"/>
                  </a:cubicBezTo>
                  <a:cubicBezTo>
                    <a:pt x="7573" y="6372"/>
                    <a:pt x="7573" y="4070"/>
                    <a:pt x="7239" y="1768"/>
                  </a:cubicBezTo>
                  <a:cubicBezTo>
                    <a:pt x="7206" y="1368"/>
                    <a:pt x="6905" y="0"/>
                    <a:pt x="59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22;p32">
              <a:extLst>
                <a:ext uri="{FF2B5EF4-FFF2-40B4-BE49-F238E27FC236}">
                  <a16:creationId xmlns:a16="http://schemas.microsoft.com/office/drawing/2014/main" id="{626BF279-EF42-E3B8-55AC-5267F23D1592}"/>
                </a:ext>
              </a:extLst>
            </p:cNvPr>
            <p:cNvSpPr/>
            <p:nvPr/>
          </p:nvSpPr>
          <p:spPr>
            <a:xfrm>
              <a:off x="8101551" y="4486585"/>
              <a:ext cx="207381" cy="262658"/>
            </a:xfrm>
            <a:custGeom>
              <a:avLst/>
              <a:gdLst/>
              <a:ahLst/>
              <a:cxnLst/>
              <a:rect l="l" t="t" r="r" b="b"/>
              <a:pathLst>
                <a:path w="7507" h="9508" extrusionOk="0">
                  <a:moveTo>
                    <a:pt x="1" y="0"/>
                  </a:moveTo>
                  <a:lnTo>
                    <a:pt x="1969" y="7205"/>
                  </a:lnTo>
                  <a:cubicBezTo>
                    <a:pt x="2336" y="8606"/>
                    <a:pt x="3570" y="9507"/>
                    <a:pt x="5005" y="9507"/>
                  </a:cubicBezTo>
                  <a:lnTo>
                    <a:pt x="7506" y="9507"/>
                  </a:lnTo>
                  <a:cubicBezTo>
                    <a:pt x="4304" y="7539"/>
                    <a:pt x="3904" y="4037"/>
                    <a:pt x="4071" y="1668"/>
                  </a:cubicBezTo>
                  <a:cubicBezTo>
                    <a:pt x="2002" y="1435"/>
                    <a:pt x="468" y="801"/>
                    <a:pt x="1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23;p32">
              <a:extLst>
                <a:ext uri="{FF2B5EF4-FFF2-40B4-BE49-F238E27FC236}">
                  <a16:creationId xmlns:a16="http://schemas.microsoft.com/office/drawing/2014/main" id="{8729A77E-6354-83B8-824E-C7F778C1870C}"/>
                </a:ext>
              </a:extLst>
            </p:cNvPr>
            <p:cNvSpPr/>
            <p:nvPr/>
          </p:nvSpPr>
          <p:spPr>
            <a:xfrm>
              <a:off x="8462781" y="4195386"/>
              <a:ext cx="511477" cy="176966"/>
            </a:xfrm>
            <a:custGeom>
              <a:avLst/>
              <a:gdLst/>
              <a:ahLst/>
              <a:cxnLst/>
              <a:rect l="l" t="t" r="r" b="b"/>
              <a:pathLst>
                <a:path w="18515" h="6406" extrusionOk="0">
                  <a:moveTo>
                    <a:pt x="9274" y="0"/>
                  </a:moveTo>
                  <a:cubicBezTo>
                    <a:pt x="4137" y="0"/>
                    <a:pt x="1" y="1401"/>
                    <a:pt x="1" y="3203"/>
                  </a:cubicBezTo>
                  <a:cubicBezTo>
                    <a:pt x="1" y="4971"/>
                    <a:pt x="4171" y="6405"/>
                    <a:pt x="9274" y="6405"/>
                  </a:cubicBezTo>
                  <a:cubicBezTo>
                    <a:pt x="14411" y="6405"/>
                    <a:pt x="18514" y="5004"/>
                    <a:pt x="18514" y="3203"/>
                  </a:cubicBezTo>
                  <a:cubicBezTo>
                    <a:pt x="18514" y="1401"/>
                    <a:pt x="14411" y="0"/>
                    <a:pt x="9274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24;p32">
              <a:extLst>
                <a:ext uri="{FF2B5EF4-FFF2-40B4-BE49-F238E27FC236}">
                  <a16:creationId xmlns:a16="http://schemas.microsoft.com/office/drawing/2014/main" id="{23DE674B-15FE-1EBD-BD23-D68AA024A411}"/>
                </a:ext>
              </a:extLst>
            </p:cNvPr>
            <p:cNvSpPr/>
            <p:nvPr/>
          </p:nvSpPr>
          <p:spPr>
            <a:xfrm>
              <a:off x="8166996" y="3638019"/>
              <a:ext cx="600844" cy="686398"/>
            </a:xfrm>
            <a:custGeom>
              <a:avLst/>
              <a:gdLst/>
              <a:ahLst/>
              <a:cxnLst/>
              <a:rect l="l" t="t" r="r" b="b"/>
              <a:pathLst>
                <a:path w="21750" h="24847" extrusionOk="0">
                  <a:moveTo>
                    <a:pt x="2257" y="0"/>
                  </a:moveTo>
                  <a:cubicBezTo>
                    <a:pt x="1570" y="0"/>
                    <a:pt x="838" y="433"/>
                    <a:pt x="501" y="1063"/>
                  </a:cubicBezTo>
                  <a:cubicBezTo>
                    <a:pt x="0" y="2030"/>
                    <a:pt x="167" y="3164"/>
                    <a:pt x="467" y="4198"/>
                  </a:cubicBezTo>
                  <a:cubicBezTo>
                    <a:pt x="1168" y="6733"/>
                    <a:pt x="2636" y="9102"/>
                    <a:pt x="4604" y="10870"/>
                  </a:cubicBezTo>
                  <a:cubicBezTo>
                    <a:pt x="3036" y="11037"/>
                    <a:pt x="1935" y="12704"/>
                    <a:pt x="2169" y="14239"/>
                  </a:cubicBezTo>
                  <a:cubicBezTo>
                    <a:pt x="2369" y="15807"/>
                    <a:pt x="3703" y="17041"/>
                    <a:pt x="5171" y="17508"/>
                  </a:cubicBezTo>
                  <a:cubicBezTo>
                    <a:pt x="5716" y="17677"/>
                    <a:pt x="6278" y="17750"/>
                    <a:pt x="6843" y="17750"/>
                  </a:cubicBezTo>
                  <a:cubicBezTo>
                    <a:pt x="7832" y="17750"/>
                    <a:pt x="8827" y="17526"/>
                    <a:pt x="9741" y="17208"/>
                  </a:cubicBezTo>
                  <a:lnTo>
                    <a:pt x="9741" y="17208"/>
                  </a:lnTo>
                  <a:cubicBezTo>
                    <a:pt x="8473" y="18509"/>
                    <a:pt x="9340" y="20877"/>
                    <a:pt x="10875" y="21844"/>
                  </a:cubicBezTo>
                  <a:cubicBezTo>
                    <a:pt x="12476" y="22778"/>
                    <a:pt x="14377" y="22745"/>
                    <a:pt x="16212" y="22845"/>
                  </a:cubicBezTo>
                  <a:cubicBezTo>
                    <a:pt x="18047" y="22945"/>
                    <a:pt x="20048" y="23345"/>
                    <a:pt x="21149" y="24846"/>
                  </a:cubicBezTo>
                  <a:cubicBezTo>
                    <a:pt x="21682" y="21844"/>
                    <a:pt x="21749" y="18775"/>
                    <a:pt x="21382" y="15740"/>
                  </a:cubicBezTo>
                  <a:cubicBezTo>
                    <a:pt x="21282" y="14572"/>
                    <a:pt x="21015" y="13272"/>
                    <a:pt x="20148" y="12438"/>
                  </a:cubicBezTo>
                  <a:cubicBezTo>
                    <a:pt x="19735" y="12024"/>
                    <a:pt x="19117" y="11800"/>
                    <a:pt x="18526" y="11800"/>
                  </a:cubicBezTo>
                  <a:cubicBezTo>
                    <a:pt x="17923" y="11800"/>
                    <a:pt x="17349" y="12033"/>
                    <a:pt x="17046" y="12538"/>
                  </a:cubicBezTo>
                  <a:cubicBezTo>
                    <a:pt x="17113" y="10470"/>
                    <a:pt x="17113" y="8201"/>
                    <a:pt x="15878" y="6533"/>
                  </a:cubicBezTo>
                  <a:cubicBezTo>
                    <a:pt x="15192" y="5580"/>
                    <a:pt x="13949" y="4997"/>
                    <a:pt x="12798" y="4997"/>
                  </a:cubicBezTo>
                  <a:cubicBezTo>
                    <a:pt x="11937" y="4997"/>
                    <a:pt x="11127" y="5324"/>
                    <a:pt x="10641" y="6066"/>
                  </a:cubicBezTo>
                  <a:cubicBezTo>
                    <a:pt x="10075" y="2828"/>
                    <a:pt x="6842" y="300"/>
                    <a:pt x="3735" y="300"/>
                  </a:cubicBezTo>
                  <a:cubicBezTo>
                    <a:pt x="3546" y="300"/>
                    <a:pt x="3357" y="310"/>
                    <a:pt x="3169" y="329"/>
                  </a:cubicBezTo>
                  <a:cubicBezTo>
                    <a:pt x="2909" y="101"/>
                    <a:pt x="2588" y="0"/>
                    <a:pt x="22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25;p32">
              <a:extLst>
                <a:ext uri="{FF2B5EF4-FFF2-40B4-BE49-F238E27FC236}">
                  <a16:creationId xmlns:a16="http://schemas.microsoft.com/office/drawing/2014/main" id="{9A55AF83-1B9D-6FF3-B5B5-653DA08504D4}"/>
                </a:ext>
              </a:extLst>
            </p:cNvPr>
            <p:cNvSpPr/>
            <p:nvPr/>
          </p:nvSpPr>
          <p:spPr>
            <a:xfrm>
              <a:off x="8178958" y="3658157"/>
              <a:ext cx="576893" cy="662558"/>
            </a:xfrm>
            <a:custGeom>
              <a:avLst/>
              <a:gdLst/>
              <a:ahLst/>
              <a:cxnLst/>
              <a:rect l="l" t="t" r="r" b="b"/>
              <a:pathLst>
                <a:path w="20883" h="23984" extrusionOk="0">
                  <a:moveTo>
                    <a:pt x="268" y="0"/>
                  </a:moveTo>
                  <a:cubicBezTo>
                    <a:pt x="201" y="100"/>
                    <a:pt x="101" y="234"/>
                    <a:pt x="68" y="300"/>
                  </a:cubicBezTo>
                  <a:cubicBezTo>
                    <a:pt x="34" y="334"/>
                    <a:pt x="34" y="434"/>
                    <a:pt x="1" y="467"/>
                  </a:cubicBezTo>
                  <a:cubicBezTo>
                    <a:pt x="8774" y="6338"/>
                    <a:pt x="16012" y="14511"/>
                    <a:pt x="20716" y="23984"/>
                  </a:cubicBezTo>
                  <a:cubicBezTo>
                    <a:pt x="20782" y="23684"/>
                    <a:pt x="20849" y="23417"/>
                    <a:pt x="20883" y="23083"/>
                  </a:cubicBezTo>
                  <a:cubicBezTo>
                    <a:pt x="16112" y="13810"/>
                    <a:pt x="8941" y="5804"/>
                    <a:pt x="26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26;p32">
              <a:extLst>
                <a:ext uri="{FF2B5EF4-FFF2-40B4-BE49-F238E27FC236}">
                  <a16:creationId xmlns:a16="http://schemas.microsoft.com/office/drawing/2014/main" id="{67163780-03B0-96EF-91CB-1517531737A1}"/>
                </a:ext>
              </a:extLst>
            </p:cNvPr>
            <p:cNvSpPr/>
            <p:nvPr/>
          </p:nvSpPr>
          <p:spPr>
            <a:xfrm>
              <a:off x="8207550" y="3688545"/>
              <a:ext cx="231304" cy="187850"/>
            </a:xfrm>
            <a:custGeom>
              <a:avLst/>
              <a:gdLst/>
              <a:ahLst/>
              <a:cxnLst/>
              <a:rect l="l" t="t" r="r" b="b"/>
              <a:pathLst>
                <a:path w="8373" h="6800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471" y="2002"/>
                    <a:pt x="6838" y="4004"/>
                    <a:pt x="7505" y="5872"/>
                  </a:cubicBezTo>
                  <a:cubicBezTo>
                    <a:pt x="5998" y="5096"/>
                    <a:pt x="4299" y="4703"/>
                    <a:pt x="2585" y="4703"/>
                  </a:cubicBezTo>
                  <a:cubicBezTo>
                    <a:pt x="1719" y="4703"/>
                    <a:pt x="850" y="4803"/>
                    <a:pt x="0" y="5005"/>
                  </a:cubicBezTo>
                  <a:cubicBezTo>
                    <a:pt x="67" y="5171"/>
                    <a:pt x="167" y="5338"/>
                    <a:pt x="267" y="5505"/>
                  </a:cubicBezTo>
                  <a:cubicBezTo>
                    <a:pt x="1007" y="5353"/>
                    <a:pt x="1765" y="5277"/>
                    <a:pt x="2522" y="5277"/>
                  </a:cubicBezTo>
                  <a:cubicBezTo>
                    <a:pt x="4430" y="5277"/>
                    <a:pt x="6330" y="5760"/>
                    <a:pt x="7906" y="6739"/>
                  </a:cubicBezTo>
                  <a:cubicBezTo>
                    <a:pt x="7962" y="6781"/>
                    <a:pt x="8017" y="6800"/>
                    <a:pt x="8068" y="6800"/>
                  </a:cubicBezTo>
                  <a:cubicBezTo>
                    <a:pt x="8139" y="6800"/>
                    <a:pt x="8201" y="6764"/>
                    <a:pt x="8239" y="6706"/>
                  </a:cubicBezTo>
                  <a:cubicBezTo>
                    <a:pt x="8339" y="6639"/>
                    <a:pt x="8373" y="6506"/>
                    <a:pt x="8339" y="6372"/>
                  </a:cubicBezTo>
                  <a:cubicBezTo>
                    <a:pt x="7505" y="4538"/>
                    <a:pt x="7072" y="2503"/>
                    <a:pt x="7038" y="468"/>
                  </a:cubicBezTo>
                  <a:cubicBezTo>
                    <a:pt x="6872" y="301"/>
                    <a:pt x="6671" y="134"/>
                    <a:pt x="6505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27;p32">
              <a:extLst>
                <a:ext uri="{FF2B5EF4-FFF2-40B4-BE49-F238E27FC236}">
                  <a16:creationId xmlns:a16="http://schemas.microsoft.com/office/drawing/2014/main" id="{35F48B26-6327-CBD2-50B5-CCB9B505856D}"/>
                </a:ext>
              </a:extLst>
            </p:cNvPr>
            <p:cNvSpPr/>
            <p:nvPr/>
          </p:nvSpPr>
          <p:spPr>
            <a:xfrm>
              <a:off x="8225976" y="3785317"/>
              <a:ext cx="407331" cy="317936"/>
            </a:xfrm>
            <a:custGeom>
              <a:avLst/>
              <a:gdLst/>
              <a:ahLst/>
              <a:cxnLst/>
              <a:rect l="l" t="t" r="r" b="b"/>
              <a:pathLst>
                <a:path w="14745" h="11509" extrusionOk="0">
                  <a:moveTo>
                    <a:pt x="12209" y="0"/>
                  </a:moveTo>
                  <a:cubicBezTo>
                    <a:pt x="11809" y="3570"/>
                    <a:pt x="12342" y="7339"/>
                    <a:pt x="13743" y="10541"/>
                  </a:cubicBezTo>
                  <a:cubicBezTo>
                    <a:pt x="10968" y="9033"/>
                    <a:pt x="7820" y="8270"/>
                    <a:pt x="4740" y="8270"/>
                  </a:cubicBezTo>
                  <a:cubicBezTo>
                    <a:pt x="3120" y="8270"/>
                    <a:pt x="1518" y="8481"/>
                    <a:pt x="0" y="8907"/>
                  </a:cubicBezTo>
                  <a:cubicBezTo>
                    <a:pt x="34" y="9074"/>
                    <a:pt x="67" y="9240"/>
                    <a:pt x="134" y="9441"/>
                  </a:cubicBezTo>
                  <a:cubicBezTo>
                    <a:pt x="1607" y="9029"/>
                    <a:pt x="3161" y="8825"/>
                    <a:pt x="4734" y="8825"/>
                  </a:cubicBezTo>
                  <a:cubicBezTo>
                    <a:pt x="8006" y="8825"/>
                    <a:pt x="11360" y="9708"/>
                    <a:pt x="14244" y="11442"/>
                  </a:cubicBezTo>
                  <a:cubicBezTo>
                    <a:pt x="14344" y="11509"/>
                    <a:pt x="14377" y="11509"/>
                    <a:pt x="14410" y="11509"/>
                  </a:cubicBezTo>
                  <a:cubicBezTo>
                    <a:pt x="14511" y="11509"/>
                    <a:pt x="14544" y="11475"/>
                    <a:pt x="14644" y="11409"/>
                  </a:cubicBezTo>
                  <a:cubicBezTo>
                    <a:pt x="14711" y="11342"/>
                    <a:pt x="14744" y="11209"/>
                    <a:pt x="14677" y="11075"/>
                  </a:cubicBezTo>
                  <a:cubicBezTo>
                    <a:pt x="13009" y="7873"/>
                    <a:pt x="12376" y="4003"/>
                    <a:pt x="12743" y="301"/>
                  </a:cubicBezTo>
                  <a:cubicBezTo>
                    <a:pt x="12576" y="167"/>
                    <a:pt x="12409" y="67"/>
                    <a:pt x="12209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28;p32">
              <a:extLst>
                <a:ext uri="{FF2B5EF4-FFF2-40B4-BE49-F238E27FC236}">
                  <a16:creationId xmlns:a16="http://schemas.microsoft.com/office/drawing/2014/main" id="{46A256BE-49B3-178E-4087-6A53461A2D6B}"/>
                </a:ext>
              </a:extLst>
            </p:cNvPr>
            <p:cNvSpPr/>
            <p:nvPr/>
          </p:nvSpPr>
          <p:spPr>
            <a:xfrm>
              <a:off x="8422254" y="3976069"/>
              <a:ext cx="307798" cy="246056"/>
            </a:xfrm>
            <a:custGeom>
              <a:avLst/>
              <a:gdLst/>
              <a:ahLst/>
              <a:cxnLst/>
              <a:rect l="l" t="t" r="r" b="b"/>
              <a:pathLst>
                <a:path w="11142" h="8907" extrusionOk="0">
                  <a:moveTo>
                    <a:pt x="10641" y="0"/>
                  </a:moveTo>
                  <a:cubicBezTo>
                    <a:pt x="9640" y="2602"/>
                    <a:pt x="9307" y="5438"/>
                    <a:pt x="9674" y="8140"/>
                  </a:cubicBezTo>
                  <a:cubicBezTo>
                    <a:pt x="7806" y="7339"/>
                    <a:pt x="5774" y="6943"/>
                    <a:pt x="3749" y="6943"/>
                  </a:cubicBezTo>
                  <a:cubicBezTo>
                    <a:pt x="2483" y="6943"/>
                    <a:pt x="1219" y="7098"/>
                    <a:pt x="0" y="7406"/>
                  </a:cubicBezTo>
                  <a:cubicBezTo>
                    <a:pt x="67" y="7573"/>
                    <a:pt x="134" y="7773"/>
                    <a:pt x="234" y="7939"/>
                  </a:cubicBezTo>
                  <a:cubicBezTo>
                    <a:pt x="1396" y="7637"/>
                    <a:pt x="2597" y="7488"/>
                    <a:pt x="3799" y="7488"/>
                  </a:cubicBezTo>
                  <a:cubicBezTo>
                    <a:pt x="5912" y="7488"/>
                    <a:pt x="8028" y="7947"/>
                    <a:pt x="9941" y="8840"/>
                  </a:cubicBezTo>
                  <a:cubicBezTo>
                    <a:pt x="9974" y="8840"/>
                    <a:pt x="10007" y="8907"/>
                    <a:pt x="10074" y="8907"/>
                  </a:cubicBezTo>
                  <a:cubicBezTo>
                    <a:pt x="10107" y="8907"/>
                    <a:pt x="10208" y="8907"/>
                    <a:pt x="10241" y="8840"/>
                  </a:cubicBezTo>
                  <a:cubicBezTo>
                    <a:pt x="10308" y="8773"/>
                    <a:pt x="10374" y="8673"/>
                    <a:pt x="10374" y="8573"/>
                  </a:cubicBezTo>
                  <a:cubicBezTo>
                    <a:pt x="9907" y="5838"/>
                    <a:pt x="10208" y="3003"/>
                    <a:pt x="11142" y="401"/>
                  </a:cubicBezTo>
                  <a:cubicBezTo>
                    <a:pt x="11041" y="334"/>
                    <a:pt x="10975" y="267"/>
                    <a:pt x="10908" y="234"/>
                  </a:cubicBezTo>
                  <a:cubicBezTo>
                    <a:pt x="10808" y="134"/>
                    <a:pt x="10741" y="67"/>
                    <a:pt x="10641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29;p32">
              <a:extLst>
                <a:ext uri="{FF2B5EF4-FFF2-40B4-BE49-F238E27FC236}">
                  <a16:creationId xmlns:a16="http://schemas.microsoft.com/office/drawing/2014/main" id="{96C4C07F-389E-0039-4939-4458569AD2E6}"/>
                </a:ext>
              </a:extLst>
            </p:cNvPr>
            <p:cNvSpPr/>
            <p:nvPr/>
          </p:nvSpPr>
          <p:spPr>
            <a:xfrm>
              <a:off x="8582592" y="3372595"/>
              <a:ext cx="489349" cy="897453"/>
            </a:xfrm>
            <a:custGeom>
              <a:avLst/>
              <a:gdLst/>
              <a:ahLst/>
              <a:cxnLst/>
              <a:rect l="l" t="t" r="r" b="b"/>
              <a:pathLst>
                <a:path w="17714" h="32487" extrusionOk="0">
                  <a:moveTo>
                    <a:pt x="10199" y="1"/>
                  </a:moveTo>
                  <a:cubicBezTo>
                    <a:pt x="8068" y="1"/>
                    <a:pt x="5934" y="1595"/>
                    <a:pt x="5037" y="3632"/>
                  </a:cubicBezTo>
                  <a:cubicBezTo>
                    <a:pt x="3937" y="6101"/>
                    <a:pt x="4270" y="8970"/>
                    <a:pt x="4904" y="11638"/>
                  </a:cubicBezTo>
                  <a:cubicBezTo>
                    <a:pt x="5004" y="12172"/>
                    <a:pt x="5137" y="12772"/>
                    <a:pt x="4837" y="13239"/>
                  </a:cubicBezTo>
                  <a:cubicBezTo>
                    <a:pt x="4470" y="13806"/>
                    <a:pt x="3636" y="13806"/>
                    <a:pt x="2969" y="14006"/>
                  </a:cubicBezTo>
                  <a:cubicBezTo>
                    <a:pt x="734" y="14674"/>
                    <a:pt x="0" y="17742"/>
                    <a:pt x="801" y="19944"/>
                  </a:cubicBezTo>
                  <a:cubicBezTo>
                    <a:pt x="1602" y="22146"/>
                    <a:pt x="3336" y="23847"/>
                    <a:pt x="4604" y="25848"/>
                  </a:cubicBezTo>
                  <a:cubicBezTo>
                    <a:pt x="5838" y="27850"/>
                    <a:pt x="6605" y="30585"/>
                    <a:pt x="5237" y="32486"/>
                  </a:cubicBezTo>
                  <a:cubicBezTo>
                    <a:pt x="9007" y="29151"/>
                    <a:pt x="12609" y="25448"/>
                    <a:pt x="15712" y="21312"/>
                  </a:cubicBezTo>
                  <a:cubicBezTo>
                    <a:pt x="16445" y="20411"/>
                    <a:pt x="17146" y="19410"/>
                    <a:pt x="17446" y="18276"/>
                  </a:cubicBezTo>
                  <a:cubicBezTo>
                    <a:pt x="17713" y="17142"/>
                    <a:pt x="17546" y="15808"/>
                    <a:pt x="16779" y="14974"/>
                  </a:cubicBezTo>
                  <a:cubicBezTo>
                    <a:pt x="15978" y="14173"/>
                    <a:pt x="14778" y="13906"/>
                    <a:pt x="14110" y="13006"/>
                  </a:cubicBezTo>
                  <a:cubicBezTo>
                    <a:pt x="12976" y="11605"/>
                    <a:pt x="13944" y="9603"/>
                    <a:pt x="14444" y="7835"/>
                  </a:cubicBezTo>
                  <a:cubicBezTo>
                    <a:pt x="15278" y="5000"/>
                    <a:pt x="14444" y="1297"/>
                    <a:pt x="11642" y="263"/>
                  </a:cubicBezTo>
                  <a:cubicBezTo>
                    <a:pt x="11171" y="84"/>
                    <a:pt x="10685" y="1"/>
                    <a:pt x="10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30;p32">
              <a:extLst>
                <a:ext uri="{FF2B5EF4-FFF2-40B4-BE49-F238E27FC236}">
                  <a16:creationId xmlns:a16="http://schemas.microsoft.com/office/drawing/2014/main" id="{745D0FF4-B97F-0215-746B-17B1299FC275}"/>
                </a:ext>
              </a:extLst>
            </p:cNvPr>
            <p:cNvSpPr/>
            <p:nvPr/>
          </p:nvSpPr>
          <p:spPr>
            <a:xfrm>
              <a:off x="8726355" y="3371573"/>
              <a:ext cx="176938" cy="896625"/>
            </a:xfrm>
            <a:custGeom>
              <a:avLst/>
              <a:gdLst/>
              <a:ahLst/>
              <a:cxnLst/>
              <a:rect l="l" t="t" r="r" b="b"/>
              <a:pathLst>
                <a:path w="6405" h="32457" extrusionOk="0">
                  <a:moveTo>
                    <a:pt x="5404" y="0"/>
                  </a:moveTo>
                  <a:cubicBezTo>
                    <a:pt x="5404" y="33"/>
                    <a:pt x="5337" y="100"/>
                    <a:pt x="5337" y="134"/>
                  </a:cubicBezTo>
                  <a:cubicBezTo>
                    <a:pt x="5804" y="10441"/>
                    <a:pt x="4236" y="20882"/>
                    <a:pt x="734" y="30555"/>
                  </a:cubicBezTo>
                  <a:cubicBezTo>
                    <a:pt x="634" y="31222"/>
                    <a:pt x="434" y="31890"/>
                    <a:pt x="0" y="32457"/>
                  </a:cubicBezTo>
                  <a:cubicBezTo>
                    <a:pt x="300" y="32190"/>
                    <a:pt x="601" y="31890"/>
                    <a:pt x="901" y="31656"/>
                  </a:cubicBezTo>
                  <a:cubicBezTo>
                    <a:pt x="4703" y="21682"/>
                    <a:pt x="6405" y="10808"/>
                    <a:pt x="5938" y="134"/>
                  </a:cubicBezTo>
                  <a:cubicBezTo>
                    <a:pt x="5771" y="33"/>
                    <a:pt x="5571" y="33"/>
                    <a:pt x="5404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31;p32">
              <a:extLst>
                <a:ext uri="{FF2B5EF4-FFF2-40B4-BE49-F238E27FC236}">
                  <a16:creationId xmlns:a16="http://schemas.microsoft.com/office/drawing/2014/main" id="{8E3DE886-4ED1-20B6-3D41-F67B7BB1C2E8}"/>
                </a:ext>
              </a:extLst>
            </p:cNvPr>
            <p:cNvSpPr/>
            <p:nvPr/>
          </p:nvSpPr>
          <p:spPr>
            <a:xfrm>
              <a:off x="8728178" y="3446216"/>
              <a:ext cx="261747" cy="282908"/>
            </a:xfrm>
            <a:custGeom>
              <a:avLst/>
              <a:gdLst/>
              <a:ahLst/>
              <a:cxnLst/>
              <a:rect l="l" t="t" r="r" b="b"/>
              <a:pathLst>
                <a:path w="9475" h="10241" extrusionOk="0">
                  <a:moveTo>
                    <a:pt x="301" y="0"/>
                  </a:moveTo>
                  <a:cubicBezTo>
                    <a:pt x="168" y="167"/>
                    <a:pt x="68" y="334"/>
                    <a:pt x="1" y="500"/>
                  </a:cubicBezTo>
                  <a:cubicBezTo>
                    <a:pt x="2169" y="2902"/>
                    <a:pt x="3870" y="6171"/>
                    <a:pt x="4904" y="10007"/>
                  </a:cubicBezTo>
                  <a:cubicBezTo>
                    <a:pt x="4904" y="10141"/>
                    <a:pt x="5004" y="10241"/>
                    <a:pt x="5138" y="10241"/>
                  </a:cubicBezTo>
                  <a:cubicBezTo>
                    <a:pt x="5238" y="10241"/>
                    <a:pt x="5371" y="10174"/>
                    <a:pt x="5405" y="10107"/>
                  </a:cubicBezTo>
                  <a:cubicBezTo>
                    <a:pt x="6505" y="8139"/>
                    <a:pt x="7840" y="6171"/>
                    <a:pt x="9341" y="4336"/>
                  </a:cubicBezTo>
                  <a:lnTo>
                    <a:pt x="9474" y="3336"/>
                  </a:lnTo>
                  <a:lnTo>
                    <a:pt x="9474" y="3336"/>
                  </a:lnTo>
                  <a:cubicBezTo>
                    <a:pt x="7873" y="5170"/>
                    <a:pt x="6405" y="7239"/>
                    <a:pt x="5238" y="9240"/>
                  </a:cubicBezTo>
                  <a:cubicBezTo>
                    <a:pt x="4404" y="6405"/>
                    <a:pt x="2903" y="2802"/>
                    <a:pt x="301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32;p32">
              <a:extLst>
                <a:ext uri="{FF2B5EF4-FFF2-40B4-BE49-F238E27FC236}">
                  <a16:creationId xmlns:a16="http://schemas.microsoft.com/office/drawing/2014/main" id="{8939132A-2664-C038-E69D-11F49EE62DD8}"/>
                </a:ext>
              </a:extLst>
            </p:cNvPr>
            <p:cNvSpPr/>
            <p:nvPr/>
          </p:nvSpPr>
          <p:spPr>
            <a:xfrm>
              <a:off x="8704227" y="3616692"/>
              <a:ext cx="269095" cy="319787"/>
            </a:xfrm>
            <a:custGeom>
              <a:avLst/>
              <a:gdLst/>
              <a:ahLst/>
              <a:cxnLst/>
              <a:rect l="l" t="t" r="r" b="b"/>
              <a:pathLst>
                <a:path w="9741" h="11576" extrusionOk="0">
                  <a:moveTo>
                    <a:pt x="1" y="0"/>
                  </a:moveTo>
                  <a:cubicBezTo>
                    <a:pt x="34" y="300"/>
                    <a:pt x="67" y="601"/>
                    <a:pt x="101" y="934"/>
                  </a:cubicBezTo>
                  <a:cubicBezTo>
                    <a:pt x="2769" y="3669"/>
                    <a:pt x="4404" y="7439"/>
                    <a:pt x="4504" y="11308"/>
                  </a:cubicBezTo>
                  <a:cubicBezTo>
                    <a:pt x="4504" y="11442"/>
                    <a:pt x="4570" y="11575"/>
                    <a:pt x="4704" y="11575"/>
                  </a:cubicBezTo>
                  <a:lnTo>
                    <a:pt x="4737" y="11575"/>
                  </a:lnTo>
                  <a:cubicBezTo>
                    <a:pt x="4871" y="11575"/>
                    <a:pt x="4937" y="11508"/>
                    <a:pt x="5004" y="11408"/>
                  </a:cubicBezTo>
                  <a:cubicBezTo>
                    <a:pt x="6238" y="8840"/>
                    <a:pt x="7839" y="6438"/>
                    <a:pt x="9741" y="4270"/>
                  </a:cubicBezTo>
                  <a:cubicBezTo>
                    <a:pt x="9707" y="4236"/>
                    <a:pt x="9674" y="4170"/>
                    <a:pt x="9674" y="4136"/>
                  </a:cubicBezTo>
                  <a:cubicBezTo>
                    <a:pt x="9574" y="4003"/>
                    <a:pt x="9507" y="3903"/>
                    <a:pt x="9441" y="3769"/>
                  </a:cubicBezTo>
                  <a:cubicBezTo>
                    <a:pt x="7706" y="5738"/>
                    <a:pt x="6205" y="7906"/>
                    <a:pt x="5004" y="10174"/>
                  </a:cubicBezTo>
                  <a:cubicBezTo>
                    <a:pt x="4671" y="6305"/>
                    <a:pt x="2836" y="2635"/>
                    <a:pt x="1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33;p32">
              <a:extLst>
                <a:ext uri="{FF2B5EF4-FFF2-40B4-BE49-F238E27FC236}">
                  <a16:creationId xmlns:a16="http://schemas.microsoft.com/office/drawing/2014/main" id="{18A5AC56-D066-1065-827A-74AA292DC915}"/>
                </a:ext>
              </a:extLst>
            </p:cNvPr>
            <p:cNvSpPr/>
            <p:nvPr/>
          </p:nvSpPr>
          <p:spPr>
            <a:xfrm>
              <a:off x="8633285" y="3767802"/>
              <a:ext cx="419292" cy="321638"/>
            </a:xfrm>
            <a:custGeom>
              <a:avLst/>
              <a:gdLst/>
              <a:ahLst/>
              <a:cxnLst/>
              <a:rect l="l" t="t" r="r" b="b"/>
              <a:pathLst>
                <a:path w="15178" h="11643" extrusionOk="0">
                  <a:moveTo>
                    <a:pt x="500" y="1"/>
                  </a:moveTo>
                  <a:cubicBezTo>
                    <a:pt x="334" y="101"/>
                    <a:pt x="167" y="201"/>
                    <a:pt x="0" y="334"/>
                  </a:cubicBezTo>
                  <a:cubicBezTo>
                    <a:pt x="3469" y="2936"/>
                    <a:pt x="5704" y="7106"/>
                    <a:pt x="5904" y="11376"/>
                  </a:cubicBezTo>
                  <a:cubicBezTo>
                    <a:pt x="5904" y="11509"/>
                    <a:pt x="5971" y="11642"/>
                    <a:pt x="6104" y="11642"/>
                  </a:cubicBezTo>
                  <a:lnTo>
                    <a:pt x="6171" y="11642"/>
                  </a:lnTo>
                  <a:cubicBezTo>
                    <a:pt x="6271" y="11642"/>
                    <a:pt x="6405" y="11609"/>
                    <a:pt x="6438" y="11476"/>
                  </a:cubicBezTo>
                  <a:cubicBezTo>
                    <a:pt x="8606" y="7473"/>
                    <a:pt x="11608" y="3937"/>
                    <a:pt x="15178" y="1101"/>
                  </a:cubicBezTo>
                  <a:cubicBezTo>
                    <a:pt x="15111" y="935"/>
                    <a:pt x="14977" y="801"/>
                    <a:pt x="14844" y="668"/>
                  </a:cubicBezTo>
                  <a:cubicBezTo>
                    <a:pt x="11442" y="3336"/>
                    <a:pt x="8573" y="6672"/>
                    <a:pt x="6405" y="10442"/>
                  </a:cubicBezTo>
                  <a:cubicBezTo>
                    <a:pt x="5971" y="6372"/>
                    <a:pt x="3769" y="2502"/>
                    <a:pt x="500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34;p32">
              <a:extLst>
                <a:ext uri="{FF2B5EF4-FFF2-40B4-BE49-F238E27FC236}">
                  <a16:creationId xmlns:a16="http://schemas.microsoft.com/office/drawing/2014/main" id="{70F01EC8-93C0-53AC-31C7-9B1F98D5B862}"/>
                </a:ext>
              </a:extLst>
            </p:cNvPr>
            <p:cNvSpPr/>
            <p:nvPr/>
          </p:nvSpPr>
          <p:spPr>
            <a:xfrm>
              <a:off x="8755831" y="3820594"/>
              <a:ext cx="547389" cy="473410"/>
            </a:xfrm>
            <a:custGeom>
              <a:avLst/>
              <a:gdLst/>
              <a:ahLst/>
              <a:cxnLst/>
              <a:rect l="l" t="t" r="r" b="b"/>
              <a:pathLst>
                <a:path w="19815" h="17137" extrusionOk="0">
                  <a:moveTo>
                    <a:pt x="18053" y="1"/>
                  </a:moveTo>
                  <a:cubicBezTo>
                    <a:pt x="13772" y="1"/>
                    <a:pt x="9460" y="1575"/>
                    <a:pt x="6205" y="4361"/>
                  </a:cubicBezTo>
                  <a:cubicBezTo>
                    <a:pt x="2536" y="7530"/>
                    <a:pt x="201" y="12267"/>
                    <a:pt x="1" y="17137"/>
                  </a:cubicBezTo>
                  <a:cubicBezTo>
                    <a:pt x="4837" y="15469"/>
                    <a:pt x="9240" y="14068"/>
                    <a:pt x="12976" y="11399"/>
                  </a:cubicBezTo>
                  <a:cubicBezTo>
                    <a:pt x="16646" y="8731"/>
                    <a:pt x="19514" y="4628"/>
                    <a:pt x="19815" y="91"/>
                  </a:cubicBezTo>
                  <a:cubicBezTo>
                    <a:pt x="19230" y="31"/>
                    <a:pt x="18642" y="1"/>
                    <a:pt x="180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35;p32">
              <a:extLst>
                <a:ext uri="{FF2B5EF4-FFF2-40B4-BE49-F238E27FC236}">
                  <a16:creationId xmlns:a16="http://schemas.microsoft.com/office/drawing/2014/main" id="{E32DF17B-B466-4D6A-D5D3-639E7E03B8EB}"/>
                </a:ext>
              </a:extLst>
            </p:cNvPr>
            <p:cNvSpPr/>
            <p:nvPr/>
          </p:nvSpPr>
          <p:spPr>
            <a:xfrm>
              <a:off x="9046119" y="3839683"/>
              <a:ext cx="206442" cy="185281"/>
            </a:xfrm>
            <a:custGeom>
              <a:avLst/>
              <a:gdLst/>
              <a:ahLst/>
              <a:cxnLst/>
              <a:rect l="l" t="t" r="r" b="b"/>
              <a:pathLst>
                <a:path w="7473" h="6707" extrusionOk="0">
                  <a:moveTo>
                    <a:pt x="2669" y="1"/>
                  </a:moveTo>
                  <a:lnTo>
                    <a:pt x="2669" y="1"/>
                  </a:lnTo>
                  <a:cubicBezTo>
                    <a:pt x="2468" y="34"/>
                    <a:pt x="2302" y="101"/>
                    <a:pt x="2068" y="167"/>
                  </a:cubicBezTo>
                  <a:cubicBezTo>
                    <a:pt x="2035" y="2269"/>
                    <a:pt x="1067" y="4604"/>
                    <a:pt x="67" y="6272"/>
                  </a:cubicBezTo>
                  <a:cubicBezTo>
                    <a:pt x="0" y="6405"/>
                    <a:pt x="33" y="6539"/>
                    <a:pt x="133" y="6605"/>
                  </a:cubicBezTo>
                  <a:cubicBezTo>
                    <a:pt x="177" y="6670"/>
                    <a:pt x="247" y="6707"/>
                    <a:pt x="328" y="6707"/>
                  </a:cubicBezTo>
                  <a:cubicBezTo>
                    <a:pt x="373" y="6707"/>
                    <a:pt x="420" y="6696"/>
                    <a:pt x="467" y="6672"/>
                  </a:cubicBezTo>
                  <a:cubicBezTo>
                    <a:pt x="1749" y="5970"/>
                    <a:pt x="3488" y="5549"/>
                    <a:pt x="5225" y="5549"/>
                  </a:cubicBezTo>
                  <a:cubicBezTo>
                    <a:pt x="5883" y="5549"/>
                    <a:pt x="6540" y="5610"/>
                    <a:pt x="7172" y="5738"/>
                  </a:cubicBezTo>
                  <a:cubicBezTo>
                    <a:pt x="7305" y="5571"/>
                    <a:pt x="7372" y="5404"/>
                    <a:pt x="7472" y="5238"/>
                  </a:cubicBezTo>
                  <a:cubicBezTo>
                    <a:pt x="6720" y="5064"/>
                    <a:pt x="5935" y="4983"/>
                    <a:pt x="5153" y="4983"/>
                  </a:cubicBezTo>
                  <a:cubicBezTo>
                    <a:pt x="3682" y="4983"/>
                    <a:pt x="2221" y="5270"/>
                    <a:pt x="1001" y="5771"/>
                  </a:cubicBezTo>
                  <a:cubicBezTo>
                    <a:pt x="1668" y="4504"/>
                    <a:pt x="2635" y="2269"/>
                    <a:pt x="266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36;p32">
              <a:extLst>
                <a:ext uri="{FF2B5EF4-FFF2-40B4-BE49-F238E27FC236}">
                  <a16:creationId xmlns:a16="http://schemas.microsoft.com/office/drawing/2014/main" id="{6E36D3F7-EE29-B841-3F2F-9825E450D1B4}"/>
                </a:ext>
              </a:extLst>
            </p:cNvPr>
            <p:cNvSpPr/>
            <p:nvPr/>
          </p:nvSpPr>
          <p:spPr>
            <a:xfrm>
              <a:off x="8756743" y="3832307"/>
              <a:ext cx="544627" cy="461697"/>
            </a:xfrm>
            <a:custGeom>
              <a:avLst/>
              <a:gdLst/>
              <a:ahLst/>
              <a:cxnLst/>
              <a:rect l="l" t="t" r="r" b="b"/>
              <a:pathLst>
                <a:path w="19715" h="16713" extrusionOk="0">
                  <a:moveTo>
                    <a:pt x="19715" y="1"/>
                  </a:moveTo>
                  <a:cubicBezTo>
                    <a:pt x="12376" y="4504"/>
                    <a:pt x="5672" y="10208"/>
                    <a:pt x="1" y="16713"/>
                  </a:cubicBezTo>
                  <a:cubicBezTo>
                    <a:pt x="368" y="16613"/>
                    <a:pt x="701" y="16479"/>
                    <a:pt x="1102" y="16346"/>
                  </a:cubicBezTo>
                  <a:cubicBezTo>
                    <a:pt x="6472" y="10308"/>
                    <a:pt x="12777" y="5004"/>
                    <a:pt x="19648" y="701"/>
                  </a:cubicBezTo>
                  <a:cubicBezTo>
                    <a:pt x="19682" y="468"/>
                    <a:pt x="19715" y="201"/>
                    <a:pt x="19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37;p32">
              <a:extLst>
                <a:ext uri="{FF2B5EF4-FFF2-40B4-BE49-F238E27FC236}">
                  <a16:creationId xmlns:a16="http://schemas.microsoft.com/office/drawing/2014/main" id="{84D502E6-B63F-0CD7-2E97-A5287320887D}"/>
                </a:ext>
              </a:extLst>
            </p:cNvPr>
            <p:cNvSpPr/>
            <p:nvPr/>
          </p:nvSpPr>
          <p:spPr>
            <a:xfrm>
              <a:off x="8881167" y="3899575"/>
              <a:ext cx="216580" cy="274040"/>
            </a:xfrm>
            <a:custGeom>
              <a:avLst/>
              <a:gdLst/>
              <a:ahLst/>
              <a:cxnLst/>
              <a:rect l="l" t="t" r="r" b="b"/>
              <a:pathLst>
                <a:path w="7840" h="9920" extrusionOk="0">
                  <a:moveTo>
                    <a:pt x="3769" y="1"/>
                  </a:moveTo>
                  <a:lnTo>
                    <a:pt x="3769" y="1"/>
                  </a:lnTo>
                  <a:cubicBezTo>
                    <a:pt x="3603" y="101"/>
                    <a:pt x="3369" y="234"/>
                    <a:pt x="3202" y="368"/>
                  </a:cubicBezTo>
                  <a:cubicBezTo>
                    <a:pt x="3369" y="3670"/>
                    <a:pt x="2202" y="7206"/>
                    <a:pt x="100" y="9441"/>
                  </a:cubicBezTo>
                  <a:cubicBezTo>
                    <a:pt x="0" y="9541"/>
                    <a:pt x="0" y="9708"/>
                    <a:pt x="33" y="9774"/>
                  </a:cubicBezTo>
                  <a:cubicBezTo>
                    <a:pt x="110" y="9876"/>
                    <a:pt x="206" y="9920"/>
                    <a:pt x="291" y="9920"/>
                  </a:cubicBezTo>
                  <a:cubicBezTo>
                    <a:pt x="318" y="9920"/>
                    <a:pt x="343" y="9916"/>
                    <a:pt x="367" y="9908"/>
                  </a:cubicBezTo>
                  <a:cubicBezTo>
                    <a:pt x="1859" y="9432"/>
                    <a:pt x="3379" y="9181"/>
                    <a:pt x="4845" y="9181"/>
                  </a:cubicBezTo>
                  <a:cubicBezTo>
                    <a:pt x="5641" y="9181"/>
                    <a:pt x="6421" y="9255"/>
                    <a:pt x="7172" y="9408"/>
                  </a:cubicBezTo>
                  <a:cubicBezTo>
                    <a:pt x="7372" y="9274"/>
                    <a:pt x="7639" y="9107"/>
                    <a:pt x="7839" y="8974"/>
                  </a:cubicBezTo>
                  <a:cubicBezTo>
                    <a:pt x="6862" y="8706"/>
                    <a:pt x="5826" y="8572"/>
                    <a:pt x="4762" y="8572"/>
                  </a:cubicBezTo>
                  <a:cubicBezTo>
                    <a:pt x="3573" y="8572"/>
                    <a:pt x="2349" y="8739"/>
                    <a:pt x="1134" y="9074"/>
                  </a:cubicBezTo>
                  <a:cubicBezTo>
                    <a:pt x="3102" y="6606"/>
                    <a:pt x="4036" y="3203"/>
                    <a:pt x="376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38;p32">
              <a:extLst>
                <a:ext uri="{FF2B5EF4-FFF2-40B4-BE49-F238E27FC236}">
                  <a16:creationId xmlns:a16="http://schemas.microsoft.com/office/drawing/2014/main" id="{09556FFB-79E1-4E7D-DE1F-F820EA5A0681}"/>
                </a:ext>
              </a:extLst>
            </p:cNvPr>
            <p:cNvSpPr/>
            <p:nvPr/>
          </p:nvSpPr>
          <p:spPr>
            <a:xfrm>
              <a:off x="8524524" y="4239449"/>
              <a:ext cx="387054" cy="134727"/>
            </a:xfrm>
            <a:custGeom>
              <a:avLst/>
              <a:gdLst/>
              <a:ahLst/>
              <a:cxnLst/>
              <a:rect l="l" t="t" r="r" b="b"/>
              <a:pathLst>
                <a:path w="14011" h="4877" extrusionOk="0">
                  <a:moveTo>
                    <a:pt x="7150" y="0"/>
                  </a:moveTo>
                  <a:cubicBezTo>
                    <a:pt x="4344" y="0"/>
                    <a:pt x="1440" y="1108"/>
                    <a:pt x="1" y="3743"/>
                  </a:cubicBezTo>
                  <a:cubicBezTo>
                    <a:pt x="1702" y="4410"/>
                    <a:pt x="4204" y="4877"/>
                    <a:pt x="7039" y="4877"/>
                  </a:cubicBezTo>
                  <a:cubicBezTo>
                    <a:pt x="9775" y="4877"/>
                    <a:pt x="12276" y="4443"/>
                    <a:pt x="14011" y="3776"/>
                  </a:cubicBezTo>
                  <a:cubicBezTo>
                    <a:pt x="13777" y="2775"/>
                    <a:pt x="12943" y="1875"/>
                    <a:pt x="12043" y="1274"/>
                  </a:cubicBezTo>
                  <a:cubicBezTo>
                    <a:pt x="10734" y="463"/>
                    <a:pt x="8962" y="0"/>
                    <a:pt x="71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39;p32">
              <a:extLst>
                <a:ext uri="{FF2B5EF4-FFF2-40B4-BE49-F238E27FC236}">
                  <a16:creationId xmlns:a16="http://schemas.microsoft.com/office/drawing/2014/main" id="{DFAE73F9-0FEA-9B91-AAB4-C275A43FEC8C}"/>
                </a:ext>
              </a:extLst>
            </p:cNvPr>
            <p:cNvSpPr/>
            <p:nvPr/>
          </p:nvSpPr>
          <p:spPr>
            <a:xfrm>
              <a:off x="8445294" y="3492102"/>
              <a:ext cx="299510" cy="803749"/>
            </a:xfrm>
            <a:custGeom>
              <a:avLst/>
              <a:gdLst/>
              <a:ahLst/>
              <a:cxnLst/>
              <a:rect l="l" t="t" r="r" b="b"/>
              <a:pathLst>
                <a:path w="10842" h="29095" extrusionOk="0">
                  <a:moveTo>
                    <a:pt x="287" y="0"/>
                  </a:moveTo>
                  <a:cubicBezTo>
                    <a:pt x="269" y="0"/>
                    <a:pt x="252" y="2"/>
                    <a:pt x="234" y="7"/>
                  </a:cubicBezTo>
                  <a:cubicBezTo>
                    <a:pt x="100" y="107"/>
                    <a:pt x="0" y="240"/>
                    <a:pt x="67" y="407"/>
                  </a:cubicBezTo>
                  <a:lnTo>
                    <a:pt x="10274" y="28928"/>
                  </a:lnTo>
                  <a:cubicBezTo>
                    <a:pt x="10308" y="28994"/>
                    <a:pt x="10408" y="29094"/>
                    <a:pt x="10541" y="29094"/>
                  </a:cubicBezTo>
                  <a:lnTo>
                    <a:pt x="10641" y="29094"/>
                  </a:lnTo>
                  <a:cubicBezTo>
                    <a:pt x="10775" y="28994"/>
                    <a:pt x="10841" y="28861"/>
                    <a:pt x="10808" y="28694"/>
                  </a:cubicBezTo>
                  <a:lnTo>
                    <a:pt x="601" y="174"/>
                  </a:lnTo>
                  <a:cubicBezTo>
                    <a:pt x="514" y="87"/>
                    <a:pt x="402" y="0"/>
                    <a:pt x="287" y="0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40;p32">
              <a:extLst>
                <a:ext uri="{FF2B5EF4-FFF2-40B4-BE49-F238E27FC236}">
                  <a16:creationId xmlns:a16="http://schemas.microsoft.com/office/drawing/2014/main" id="{43DC66E4-3F0E-5C72-0E43-55AF606135D7}"/>
                </a:ext>
              </a:extLst>
            </p:cNvPr>
            <p:cNvSpPr/>
            <p:nvPr/>
          </p:nvSpPr>
          <p:spPr>
            <a:xfrm>
              <a:off x="8389076" y="3446990"/>
              <a:ext cx="175115" cy="335589"/>
            </a:xfrm>
            <a:custGeom>
              <a:avLst/>
              <a:gdLst/>
              <a:ahLst/>
              <a:cxnLst/>
              <a:rect l="l" t="t" r="r" b="b"/>
              <a:pathLst>
                <a:path w="6339" h="12148" extrusionOk="0">
                  <a:moveTo>
                    <a:pt x="1813" y="0"/>
                  </a:moveTo>
                  <a:cubicBezTo>
                    <a:pt x="1651" y="0"/>
                    <a:pt x="1490" y="23"/>
                    <a:pt x="1335" y="72"/>
                  </a:cubicBezTo>
                  <a:cubicBezTo>
                    <a:pt x="668" y="272"/>
                    <a:pt x="267" y="939"/>
                    <a:pt x="134" y="1640"/>
                  </a:cubicBezTo>
                  <a:cubicBezTo>
                    <a:pt x="0" y="2374"/>
                    <a:pt x="167" y="3074"/>
                    <a:pt x="367" y="3741"/>
                  </a:cubicBezTo>
                  <a:cubicBezTo>
                    <a:pt x="1435" y="7077"/>
                    <a:pt x="3503" y="10046"/>
                    <a:pt x="6272" y="12147"/>
                  </a:cubicBezTo>
                  <a:cubicBezTo>
                    <a:pt x="6338" y="8945"/>
                    <a:pt x="5771" y="5409"/>
                    <a:pt x="4303" y="2240"/>
                  </a:cubicBezTo>
                  <a:cubicBezTo>
                    <a:pt x="4037" y="1607"/>
                    <a:pt x="3703" y="1039"/>
                    <a:pt x="3203" y="572"/>
                  </a:cubicBezTo>
                  <a:cubicBezTo>
                    <a:pt x="2825" y="220"/>
                    <a:pt x="2313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41;p32">
              <a:extLst>
                <a:ext uri="{FF2B5EF4-FFF2-40B4-BE49-F238E27FC236}">
                  <a16:creationId xmlns:a16="http://schemas.microsoft.com/office/drawing/2014/main" id="{337392C3-E900-76C2-529F-2A1141852228}"/>
                </a:ext>
              </a:extLst>
            </p:cNvPr>
            <p:cNvSpPr/>
            <p:nvPr/>
          </p:nvSpPr>
          <p:spPr>
            <a:xfrm>
              <a:off x="8356810" y="3780648"/>
              <a:ext cx="241470" cy="160418"/>
            </a:xfrm>
            <a:custGeom>
              <a:avLst/>
              <a:gdLst/>
              <a:ahLst/>
              <a:cxnLst/>
              <a:rect l="l" t="t" r="r" b="b"/>
              <a:pathLst>
                <a:path w="8741" h="5807" extrusionOk="0">
                  <a:moveTo>
                    <a:pt x="1713" y="0"/>
                  </a:moveTo>
                  <a:cubicBezTo>
                    <a:pt x="1676" y="0"/>
                    <a:pt x="1639" y="1"/>
                    <a:pt x="1602" y="3"/>
                  </a:cubicBezTo>
                  <a:cubicBezTo>
                    <a:pt x="801" y="69"/>
                    <a:pt x="1" y="703"/>
                    <a:pt x="1" y="1504"/>
                  </a:cubicBezTo>
                  <a:cubicBezTo>
                    <a:pt x="1" y="2371"/>
                    <a:pt x="835" y="2971"/>
                    <a:pt x="1602" y="3372"/>
                  </a:cubicBezTo>
                  <a:cubicBezTo>
                    <a:pt x="3970" y="4673"/>
                    <a:pt x="6472" y="5540"/>
                    <a:pt x="8740" y="5807"/>
                  </a:cubicBezTo>
                  <a:cubicBezTo>
                    <a:pt x="7640" y="3672"/>
                    <a:pt x="5938" y="1871"/>
                    <a:pt x="3837" y="670"/>
                  </a:cubicBezTo>
                  <a:cubicBezTo>
                    <a:pt x="3169" y="320"/>
                    <a:pt x="2471" y="0"/>
                    <a:pt x="17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42;p32">
              <a:extLst>
                <a:ext uri="{FF2B5EF4-FFF2-40B4-BE49-F238E27FC236}">
                  <a16:creationId xmlns:a16="http://schemas.microsoft.com/office/drawing/2014/main" id="{A96F2C3E-308B-02E0-A85F-C6F6B2B08174}"/>
                </a:ext>
              </a:extLst>
            </p:cNvPr>
            <p:cNvSpPr/>
            <p:nvPr/>
          </p:nvSpPr>
          <p:spPr>
            <a:xfrm>
              <a:off x="8598256" y="3613736"/>
              <a:ext cx="101384" cy="341169"/>
            </a:xfrm>
            <a:custGeom>
              <a:avLst/>
              <a:gdLst/>
              <a:ahLst/>
              <a:cxnLst/>
              <a:rect l="l" t="t" r="r" b="b"/>
              <a:pathLst>
                <a:path w="3670" h="12350" extrusionOk="0">
                  <a:moveTo>
                    <a:pt x="2287" y="0"/>
                  </a:moveTo>
                  <a:cubicBezTo>
                    <a:pt x="1490" y="0"/>
                    <a:pt x="1026" y="982"/>
                    <a:pt x="834" y="1842"/>
                  </a:cubicBezTo>
                  <a:cubicBezTo>
                    <a:pt x="34" y="5244"/>
                    <a:pt x="0" y="8880"/>
                    <a:pt x="668" y="12349"/>
                  </a:cubicBezTo>
                  <a:cubicBezTo>
                    <a:pt x="2536" y="8880"/>
                    <a:pt x="3670" y="5444"/>
                    <a:pt x="3603" y="2075"/>
                  </a:cubicBezTo>
                  <a:cubicBezTo>
                    <a:pt x="3570" y="1208"/>
                    <a:pt x="3269" y="74"/>
                    <a:pt x="2402" y="7"/>
                  </a:cubicBezTo>
                  <a:cubicBezTo>
                    <a:pt x="2363" y="3"/>
                    <a:pt x="2324" y="0"/>
                    <a:pt x="2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43;p32">
              <a:extLst>
                <a:ext uri="{FF2B5EF4-FFF2-40B4-BE49-F238E27FC236}">
                  <a16:creationId xmlns:a16="http://schemas.microsoft.com/office/drawing/2014/main" id="{5C34A37A-1E3C-0AD9-CDA4-CDED3037AB05}"/>
                </a:ext>
              </a:extLst>
            </p:cNvPr>
            <p:cNvSpPr/>
            <p:nvPr/>
          </p:nvSpPr>
          <p:spPr>
            <a:xfrm>
              <a:off x="8386314" y="3985987"/>
              <a:ext cx="299510" cy="185474"/>
            </a:xfrm>
            <a:custGeom>
              <a:avLst/>
              <a:gdLst/>
              <a:ahLst/>
              <a:cxnLst/>
              <a:rect l="l" t="t" r="r" b="b"/>
              <a:pathLst>
                <a:path w="10842" h="6714" extrusionOk="0">
                  <a:moveTo>
                    <a:pt x="1730" y="0"/>
                  </a:moveTo>
                  <a:cubicBezTo>
                    <a:pt x="1594" y="0"/>
                    <a:pt x="1462" y="12"/>
                    <a:pt x="1335" y="42"/>
                  </a:cubicBezTo>
                  <a:cubicBezTo>
                    <a:pt x="868" y="108"/>
                    <a:pt x="401" y="409"/>
                    <a:pt x="234" y="876"/>
                  </a:cubicBezTo>
                  <a:cubicBezTo>
                    <a:pt x="0" y="1710"/>
                    <a:pt x="834" y="2443"/>
                    <a:pt x="1568" y="2877"/>
                  </a:cubicBezTo>
                  <a:cubicBezTo>
                    <a:pt x="4504" y="4478"/>
                    <a:pt x="7706" y="5579"/>
                    <a:pt x="10841" y="6713"/>
                  </a:cubicBezTo>
                  <a:cubicBezTo>
                    <a:pt x="9207" y="3544"/>
                    <a:pt x="6205" y="1109"/>
                    <a:pt x="2736" y="142"/>
                  </a:cubicBezTo>
                  <a:cubicBezTo>
                    <a:pt x="2405" y="71"/>
                    <a:pt x="2059" y="0"/>
                    <a:pt x="1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44;p32">
              <a:extLst>
                <a:ext uri="{FF2B5EF4-FFF2-40B4-BE49-F238E27FC236}">
                  <a16:creationId xmlns:a16="http://schemas.microsoft.com/office/drawing/2014/main" id="{D207082C-D3B4-FDE6-7DCA-C391A8868565}"/>
                </a:ext>
              </a:extLst>
            </p:cNvPr>
            <p:cNvSpPr/>
            <p:nvPr/>
          </p:nvSpPr>
          <p:spPr>
            <a:xfrm>
              <a:off x="8682099" y="3869988"/>
              <a:ext cx="111550" cy="293157"/>
            </a:xfrm>
            <a:custGeom>
              <a:avLst/>
              <a:gdLst/>
              <a:ahLst/>
              <a:cxnLst/>
              <a:rect l="l" t="t" r="r" b="b"/>
              <a:pathLst>
                <a:path w="4038" h="10612" extrusionOk="0">
                  <a:moveTo>
                    <a:pt x="2884" y="1"/>
                  </a:moveTo>
                  <a:cubicBezTo>
                    <a:pt x="2163" y="1"/>
                    <a:pt x="1659" y="799"/>
                    <a:pt x="1402" y="1505"/>
                  </a:cubicBezTo>
                  <a:cubicBezTo>
                    <a:pt x="368" y="4408"/>
                    <a:pt x="1" y="7576"/>
                    <a:pt x="368" y="10612"/>
                  </a:cubicBezTo>
                  <a:cubicBezTo>
                    <a:pt x="2703" y="8310"/>
                    <a:pt x="3904" y="5175"/>
                    <a:pt x="4004" y="2006"/>
                  </a:cubicBezTo>
                  <a:cubicBezTo>
                    <a:pt x="4037" y="1172"/>
                    <a:pt x="3804" y="138"/>
                    <a:pt x="2970" y="4"/>
                  </a:cubicBezTo>
                  <a:cubicBezTo>
                    <a:pt x="2941" y="2"/>
                    <a:pt x="2912" y="1"/>
                    <a:pt x="2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45;p32">
              <a:extLst>
                <a:ext uri="{FF2B5EF4-FFF2-40B4-BE49-F238E27FC236}">
                  <a16:creationId xmlns:a16="http://schemas.microsoft.com/office/drawing/2014/main" id="{AFBAAFA9-1234-663E-22AA-75DD00842392}"/>
                </a:ext>
              </a:extLst>
            </p:cNvPr>
            <p:cNvSpPr/>
            <p:nvPr/>
          </p:nvSpPr>
          <p:spPr>
            <a:xfrm>
              <a:off x="8521761" y="4647833"/>
              <a:ext cx="380617" cy="108760"/>
            </a:xfrm>
            <a:custGeom>
              <a:avLst/>
              <a:gdLst/>
              <a:ahLst/>
              <a:cxnLst/>
              <a:rect l="l" t="t" r="r" b="b"/>
              <a:pathLst>
                <a:path w="13778" h="3937" extrusionOk="0">
                  <a:moveTo>
                    <a:pt x="6872" y="1"/>
                  </a:moveTo>
                  <a:cubicBezTo>
                    <a:pt x="3070" y="1"/>
                    <a:pt x="1" y="868"/>
                    <a:pt x="1" y="1969"/>
                  </a:cubicBezTo>
                  <a:cubicBezTo>
                    <a:pt x="1" y="3036"/>
                    <a:pt x="3070" y="3937"/>
                    <a:pt x="6872" y="3937"/>
                  </a:cubicBezTo>
                  <a:cubicBezTo>
                    <a:pt x="10675" y="3937"/>
                    <a:pt x="13777" y="3036"/>
                    <a:pt x="13777" y="1969"/>
                  </a:cubicBezTo>
                  <a:cubicBezTo>
                    <a:pt x="13777" y="868"/>
                    <a:pt x="10675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46;p32">
              <a:extLst>
                <a:ext uri="{FF2B5EF4-FFF2-40B4-BE49-F238E27FC236}">
                  <a16:creationId xmlns:a16="http://schemas.microsoft.com/office/drawing/2014/main" id="{6D178DE7-5874-3421-F8CB-047D221F9D95}"/>
                </a:ext>
              </a:extLst>
            </p:cNvPr>
            <p:cNvSpPr/>
            <p:nvPr/>
          </p:nvSpPr>
          <p:spPr>
            <a:xfrm>
              <a:off x="8469245" y="4301357"/>
              <a:ext cx="499488" cy="383380"/>
            </a:xfrm>
            <a:custGeom>
              <a:avLst/>
              <a:gdLst/>
              <a:ahLst/>
              <a:cxnLst/>
              <a:rect l="l" t="t" r="r" b="b"/>
              <a:pathLst>
                <a:path w="18081" h="13878" extrusionOk="0">
                  <a:moveTo>
                    <a:pt x="0" y="1"/>
                  </a:moveTo>
                  <a:lnTo>
                    <a:pt x="2869" y="10508"/>
                  </a:lnTo>
                  <a:cubicBezTo>
                    <a:pt x="3403" y="12509"/>
                    <a:pt x="5238" y="13877"/>
                    <a:pt x="7339" y="13877"/>
                  </a:cubicBezTo>
                  <a:lnTo>
                    <a:pt x="10741" y="13877"/>
                  </a:lnTo>
                  <a:cubicBezTo>
                    <a:pt x="12843" y="13877"/>
                    <a:pt x="14678" y="12509"/>
                    <a:pt x="15211" y="10508"/>
                  </a:cubicBezTo>
                  <a:lnTo>
                    <a:pt x="18080" y="1"/>
                  </a:lnTo>
                  <a:lnTo>
                    <a:pt x="18080" y="1"/>
                  </a:lnTo>
                  <a:cubicBezTo>
                    <a:pt x="17279" y="1502"/>
                    <a:pt x="13543" y="2636"/>
                    <a:pt x="9040" y="2636"/>
                  </a:cubicBezTo>
                  <a:cubicBezTo>
                    <a:pt x="4537" y="2636"/>
                    <a:pt x="768" y="150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47;p32">
              <a:extLst>
                <a:ext uri="{FF2B5EF4-FFF2-40B4-BE49-F238E27FC236}">
                  <a16:creationId xmlns:a16="http://schemas.microsoft.com/office/drawing/2014/main" id="{5ABF14F7-B5B8-D599-C5BE-C12496C3C98A}"/>
                </a:ext>
              </a:extLst>
            </p:cNvPr>
            <p:cNvSpPr/>
            <p:nvPr/>
          </p:nvSpPr>
          <p:spPr>
            <a:xfrm>
              <a:off x="8469245" y="4299506"/>
              <a:ext cx="314262" cy="384291"/>
            </a:xfrm>
            <a:custGeom>
              <a:avLst/>
              <a:gdLst/>
              <a:ahLst/>
              <a:cxnLst/>
              <a:rect l="l" t="t" r="r" b="b"/>
              <a:pathLst>
                <a:path w="11376" h="13911" extrusionOk="0">
                  <a:moveTo>
                    <a:pt x="0" y="1"/>
                  </a:moveTo>
                  <a:lnTo>
                    <a:pt x="2869" y="10542"/>
                  </a:lnTo>
                  <a:cubicBezTo>
                    <a:pt x="3403" y="12543"/>
                    <a:pt x="5238" y="13911"/>
                    <a:pt x="7339" y="13911"/>
                  </a:cubicBezTo>
                  <a:lnTo>
                    <a:pt x="10741" y="13911"/>
                  </a:lnTo>
                  <a:cubicBezTo>
                    <a:pt x="10942" y="13911"/>
                    <a:pt x="11175" y="13911"/>
                    <a:pt x="11375" y="13877"/>
                  </a:cubicBezTo>
                  <a:cubicBezTo>
                    <a:pt x="7773" y="10408"/>
                    <a:pt x="6071" y="5905"/>
                    <a:pt x="5238" y="2369"/>
                  </a:cubicBezTo>
                  <a:cubicBezTo>
                    <a:pt x="2569" y="1936"/>
                    <a:pt x="568" y="106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48;p32">
              <a:extLst>
                <a:ext uri="{FF2B5EF4-FFF2-40B4-BE49-F238E27FC236}">
                  <a16:creationId xmlns:a16="http://schemas.microsoft.com/office/drawing/2014/main" id="{7F277474-F563-2C52-A71F-ED323C28B95E}"/>
                </a:ext>
              </a:extLst>
            </p:cNvPr>
            <p:cNvSpPr/>
            <p:nvPr/>
          </p:nvSpPr>
          <p:spPr>
            <a:xfrm>
              <a:off x="6922969" y="4195386"/>
              <a:ext cx="786042" cy="126274"/>
            </a:xfrm>
            <a:custGeom>
              <a:avLst/>
              <a:gdLst/>
              <a:ahLst/>
              <a:cxnLst/>
              <a:rect l="l" t="t" r="r" b="b"/>
              <a:pathLst>
                <a:path w="28454" h="4571" extrusionOk="0">
                  <a:moveTo>
                    <a:pt x="0" y="0"/>
                  </a:moveTo>
                  <a:lnTo>
                    <a:pt x="0" y="4570"/>
                  </a:lnTo>
                  <a:lnTo>
                    <a:pt x="28454" y="4570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49;p32">
              <a:extLst>
                <a:ext uri="{FF2B5EF4-FFF2-40B4-BE49-F238E27FC236}">
                  <a16:creationId xmlns:a16="http://schemas.microsoft.com/office/drawing/2014/main" id="{F43C6BAD-1C9F-3F60-A846-90A05BBD4D2B}"/>
                </a:ext>
              </a:extLst>
            </p:cNvPr>
            <p:cNvSpPr/>
            <p:nvPr/>
          </p:nvSpPr>
          <p:spPr>
            <a:xfrm>
              <a:off x="6922969" y="4195386"/>
              <a:ext cx="786042" cy="65444"/>
            </a:xfrm>
            <a:custGeom>
              <a:avLst/>
              <a:gdLst/>
              <a:ahLst/>
              <a:cxnLst/>
              <a:rect l="l" t="t" r="r" b="b"/>
              <a:pathLst>
                <a:path w="28454" h="2369" extrusionOk="0">
                  <a:moveTo>
                    <a:pt x="0" y="0"/>
                  </a:moveTo>
                  <a:lnTo>
                    <a:pt x="0" y="2369"/>
                  </a:lnTo>
                  <a:lnTo>
                    <a:pt x="28454" y="2369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50;p32">
              <a:extLst>
                <a:ext uri="{FF2B5EF4-FFF2-40B4-BE49-F238E27FC236}">
                  <a16:creationId xmlns:a16="http://schemas.microsoft.com/office/drawing/2014/main" id="{F999748F-0634-FA01-ABBD-C05D0BBF5DF1}"/>
                </a:ext>
              </a:extLst>
            </p:cNvPr>
            <p:cNvSpPr/>
            <p:nvPr/>
          </p:nvSpPr>
          <p:spPr>
            <a:xfrm>
              <a:off x="6700889" y="4283843"/>
              <a:ext cx="1159255" cy="387054"/>
            </a:xfrm>
            <a:custGeom>
              <a:avLst/>
              <a:gdLst/>
              <a:ahLst/>
              <a:cxnLst/>
              <a:rect l="l" t="t" r="r" b="b"/>
              <a:pathLst>
                <a:path w="41964" h="14011" extrusionOk="0">
                  <a:moveTo>
                    <a:pt x="8073" y="1"/>
                  </a:moveTo>
                  <a:lnTo>
                    <a:pt x="0" y="14011"/>
                  </a:lnTo>
                  <a:lnTo>
                    <a:pt x="41897" y="14011"/>
                  </a:lnTo>
                  <a:cubicBezTo>
                    <a:pt x="41897" y="14011"/>
                    <a:pt x="41963" y="6672"/>
                    <a:pt x="364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51;p32">
              <a:extLst>
                <a:ext uri="{FF2B5EF4-FFF2-40B4-BE49-F238E27FC236}">
                  <a16:creationId xmlns:a16="http://schemas.microsoft.com/office/drawing/2014/main" id="{E5462950-303E-F64E-82FF-8409AA4AE35B}"/>
                </a:ext>
              </a:extLst>
            </p:cNvPr>
            <p:cNvSpPr/>
            <p:nvPr/>
          </p:nvSpPr>
          <p:spPr>
            <a:xfrm>
              <a:off x="6147966" y="3768741"/>
              <a:ext cx="729853" cy="825684"/>
            </a:xfrm>
            <a:custGeom>
              <a:avLst/>
              <a:gdLst/>
              <a:ahLst/>
              <a:cxnLst/>
              <a:rect l="l" t="t" r="r" b="b"/>
              <a:pathLst>
                <a:path w="26420" h="29889" extrusionOk="0">
                  <a:moveTo>
                    <a:pt x="16279" y="0"/>
                  </a:moveTo>
                  <a:lnTo>
                    <a:pt x="1" y="22550"/>
                  </a:lnTo>
                  <a:lnTo>
                    <a:pt x="10141" y="29888"/>
                  </a:lnTo>
                  <a:lnTo>
                    <a:pt x="26420" y="7339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52;p32">
              <a:extLst>
                <a:ext uri="{FF2B5EF4-FFF2-40B4-BE49-F238E27FC236}">
                  <a16:creationId xmlns:a16="http://schemas.microsoft.com/office/drawing/2014/main" id="{C8E44595-F602-D858-BD2C-809B2D4CE27D}"/>
                </a:ext>
              </a:extLst>
            </p:cNvPr>
            <p:cNvSpPr/>
            <p:nvPr/>
          </p:nvSpPr>
          <p:spPr>
            <a:xfrm>
              <a:off x="6479720" y="3773327"/>
              <a:ext cx="396253" cy="321638"/>
            </a:xfrm>
            <a:custGeom>
              <a:avLst/>
              <a:gdLst/>
              <a:ahLst/>
              <a:cxnLst/>
              <a:rect l="l" t="t" r="r" b="b"/>
              <a:pathLst>
                <a:path w="14344" h="11643" extrusionOk="0">
                  <a:moveTo>
                    <a:pt x="4203" y="1"/>
                  </a:moveTo>
                  <a:lnTo>
                    <a:pt x="0" y="5805"/>
                  </a:lnTo>
                  <a:lnTo>
                    <a:pt x="11208" y="11643"/>
                  </a:lnTo>
                  <a:lnTo>
                    <a:pt x="14344" y="7306"/>
                  </a:lnTo>
                  <a:lnTo>
                    <a:pt x="4203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53;p32">
              <a:extLst>
                <a:ext uri="{FF2B5EF4-FFF2-40B4-BE49-F238E27FC236}">
                  <a16:creationId xmlns:a16="http://schemas.microsoft.com/office/drawing/2014/main" id="{B89E85EF-4836-4E08-54C4-2FC96459E8A4}"/>
                </a:ext>
              </a:extLst>
            </p:cNvPr>
            <p:cNvSpPr/>
            <p:nvPr/>
          </p:nvSpPr>
          <p:spPr>
            <a:xfrm>
              <a:off x="7297100" y="2693261"/>
              <a:ext cx="426668" cy="529488"/>
            </a:xfrm>
            <a:custGeom>
              <a:avLst/>
              <a:gdLst/>
              <a:ahLst/>
              <a:cxnLst/>
              <a:rect l="l" t="t" r="r" b="b"/>
              <a:pathLst>
                <a:path w="15445" h="19167" extrusionOk="0">
                  <a:moveTo>
                    <a:pt x="10383" y="0"/>
                  </a:moveTo>
                  <a:cubicBezTo>
                    <a:pt x="8118" y="0"/>
                    <a:pt x="4870" y="2632"/>
                    <a:pt x="3069" y="5874"/>
                  </a:cubicBezTo>
                  <a:cubicBezTo>
                    <a:pt x="1234" y="9176"/>
                    <a:pt x="601" y="12979"/>
                    <a:pt x="0" y="16682"/>
                  </a:cubicBezTo>
                  <a:cubicBezTo>
                    <a:pt x="1604" y="18328"/>
                    <a:pt x="3872" y="19167"/>
                    <a:pt x="6145" y="19167"/>
                  </a:cubicBezTo>
                  <a:cubicBezTo>
                    <a:pt x="7511" y="19167"/>
                    <a:pt x="8880" y="18863"/>
                    <a:pt x="10107" y="18250"/>
                  </a:cubicBezTo>
                  <a:cubicBezTo>
                    <a:pt x="13343" y="16648"/>
                    <a:pt x="15445" y="12979"/>
                    <a:pt x="15445" y="9343"/>
                  </a:cubicBezTo>
                  <a:cubicBezTo>
                    <a:pt x="15445" y="5674"/>
                    <a:pt x="13476" y="2171"/>
                    <a:pt x="10508" y="3"/>
                  </a:cubicBezTo>
                  <a:cubicBezTo>
                    <a:pt x="10466" y="1"/>
                    <a:pt x="10425" y="0"/>
                    <a:pt x="10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54;p32">
              <a:extLst>
                <a:ext uri="{FF2B5EF4-FFF2-40B4-BE49-F238E27FC236}">
                  <a16:creationId xmlns:a16="http://schemas.microsoft.com/office/drawing/2014/main" id="{3C22A0EC-9FBC-423E-6AC6-16FC02681E9F}"/>
                </a:ext>
              </a:extLst>
            </p:cNvPr>
            <p:cNvSpPr/>
            <p:nvPr/>
          </p:nvSpPr>
          <p:spPr>
            <a:xfrm>
              <a:off x="6748791" y="2717295"/>
              <a:ext cx="458023" cy="499239"/>
            </a:xfrm>
            <a:custGeom>
              <a:avLst/>
              <a:gdLst/>
              <a:ahLst/>
              <a:cxnLst/>
              <a:rect l="l" t="t" r="r" b="b"/>
              <a:pathLst>
                <a:path w="16580" h="18072" extrusionOk="0">
                  <a:moveTo>
                    <a:pt x="2302" y="0"/>
                  </a:moveTo>
                  <a:cubicBezTo>
                    <a:pt x="735" y="3103"/>
                    <a:pt x="1" y="6772"/>
                    <a:pt x="801" y="10141"/>
                  </a:cubicBezTo>
                  <a:cubicBezTo>
                    <a:pt x="1602" y="13510"/>
                    <a:pt x="4070" y="16612"/>
                    <a:pt x="7406" y="17680"/>
                  </a:cubicBezTo>
                  <a:cubicBezTo>
                    <a:pt x="8207" y="17944"/>
                    <a:pt x="9048" y="18072"/>
                    <a:pt x="9889" y="18072"/>
                  </a:cubicBezTo>
                  <a:cubicBezTo>
                    <a:pt x="12551" y="18072"/>
                    <a:pt x="15210" y="16792"/>
                    <a:pt x="16579" y="14511"/>
                  </a:cubicBezTo>
                  <a:cubicBezTo>
                    <a:pt x="14144" y="11976"/>
                    <a:pt x="12776" y="8607"/>
                    <a:pt x="10775" y="5671"/>
                  </a:cubicBezTo>
                  <a:cubicBezTo>
                    <a:pt x="8774" y="2769"/>
                    <a:pt x="5771" y="101"/>
                    <a:pt x="23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55;p32">
              <a:extLst>
                <a:ext uri="{FF2B5EF4-FFF2-40B4-BE49-F238E27FC236}">
                  <a16:creationId xmlns:a16="http://schemas.microsoft.com/office/drawing/2014/main" id="{9D6C90F9-651D-7FE7-FFF8-972BC1A7F90F}"/>
                </a:ext>
              </a:extLst>
            </p:cNvPr>
            <p:cNvSpPr/>
            <p:nvPr/>
          </p:nvSpPr>
          <p:spPr>
            <a:xfrm>
              <a:off x="6977336" y="3045346"/>
              <a:ext cx="640458" cy="815545"/>
            </a:xfrm>
            <a:custGeom>
              <a:avLst/>
              <a:gdLst/>
              <a:ahLst/>
              <a:cxnLst/>
              <a:rect l="l" t="t" r="r" b="b"/>
              <a:pathLst>
                <a:path w="23184" h="29522" extrusionOk="0">
                  <a:moveTo>
                    <a:pt x="5904" y="1"/>
                  </a:moveTo>
                  <a:lnTo>
                    <a:pt x="4237" y="10008"/>
                  </a:lnTo>
                  <a:lnTo>
                    <a:pt x="0" y="10008"/>
                  </a:lnTo>
                  <a:lnTo>
                    <a:pt x="5037" y="29522"/>
                  </a:lnTo>
                  <a:lnTo>
                    <a:pt x="23183" y="10008"/>
                  </a:lnTo>
                  <a:lnTo>
                    <a:pt x="17313" y="10008"/>
                  </a:lnTo>
                  <a:lnTo>
                    <a:pt x="14077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56;p32">
              <a:extLst>
                <a:ext uri="{FF2B5EF4-FFF2-40B4-BE49-F238E27FC236}">
                  <a16:creationId xmlns:a16="http://schemas.microsoft.com/office/drawing/2014/main" id="{8DE86C4A-8FDE-8E0C-9F99-9F423459AC72}"/>
                </a:ext>
              </a:extLst>
            </p:cNvPr>
            <p:cNvSpPr/>
            <p:nvPr/>
          </p:nvSpPr>
          <p:spPr>
            <a:xfrm>
              <a:off x="7130298" y="3047196"/>
              <a:ext cx="304124" cy="213735"/>
            </a:xfrm>
            <a:custGeom>
              <a:avLst/>
              <a:gdLst/>
              <a:ahLst/>
              <a:cxnLst/>
              <a:rect l="l" t="t" r="r" b="b"/>
              <a:pathLst>
                <a:path w="11009" h="7737" extrusionOk="0">
                  <a:moveTo>
                    <a:pt x="367" y="0"/>
                  </a:moveTo>
                  <a:lnTo>
                    <a:pt x="1" y="2369"/>
                  </a:lnTo>
                  <a:cubicBezTo>
                    <a:pt x="1669" y="4919"/>
                    <a:pt x="4675" y="7736"/>
                    <a:pt x="10028" y="7736"/>
                  </a:cubicBezTo>
                  <a:cubicBezTo>
                    <a:pt x="10346" y="7736"/>
                    <a:pt x="10673" y="7726"/>
                    <a:pt x="11008" y="7706"/>
                  </a:cubicBezTo>
                  <a:lnTo>
                    <a:pt x="8540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57;p32">
              <a:extLst>
                <a:ext uri="{FF2B5EF4-FFF2-40B4-BE49-F238E27FC236}">
                  <a16:creationId xmlns:a16="http://schemas.microsoft.com/office/drawing/2014/main" id="{A862AC7B-B3C9-553D-BC5C-B4CA5DE4E10B}"/>
                </a:ext>
              </a:extLst>
            </p:cNvPr>
            <p:cNvSpPr/>
            <p:nvPr/>
          </p:nvSpPr>
          <p:spPr>
            <a:xfrm>
              <a:off x="7106346" y="3045346"/>
              <a:ext cx="511449" cy="423906"/>
            </a:xfrm>
            <a:custGeom>
              <a:avLst/>
              <a:gdLst/>
              <a:ahLst/>
              <a:cxnLst/>
              <a:rect l="l" t="t" r="r" b="b"/>
              <a:pathLst>
                <a:path w="18514" h="15345" extrusionOk="0">
                  <a:moveTo>
                    <a:pt x="1234" y="1"/>
                  </a:moveTo>
                  <a:lnTo>
                    <a:pt x="0" y="7439"/>
                  </a:lnTo>
                  <a:lnTo>
                    <a:pt x="13543" y="15345"/>
                  </a:lnTo>
                  <a:lnTo>
                    <a:pt x="18513" y="10008"/>
                  </a:lnTo>
                  <a:lnTo>
                    <a:pt x="12643" y="10008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58;p32">
              <a:extLst>
                <a:ext uri="{FF2B5EF4-FFF2-40B4-BE49-F238E27FC236}">
                  <a16:creationId xmlns:a16="http://schemas.microsoft.com/office/drawing/2014/main" id="{C989FC65-3D4A-3B99-69E2-26D0D3A711A7}"/>
                </a:ext>
              </a:extLst>
            </p:cNvPr>
            <p:cNvSpPr/>
            <p:nvPr/>
          </p:nvSpPr>
          <p:spPr>
            <a:xfrm>
              <a:off x="6417065" y="3321792"/>
              <a:ext cx="633082" cy="750129"/>
            </a:xfrm>
            <a:custGeom>
              <a:avLst/>
              <a:gdLst/>
              <a:ahLst/>
              <a:cxnLst/>
              <a:rect l="l" t="t" r="r" b="b"/>
              <a:pathLst>
                <a:path w="22917" h="27154" extrusionOk="0">
                  <a:moveTo>
                    <a:pt x="18080" y="1"/>
                  </a:moveTo>
                  <a:cubicBezTo>
                    <a:pt x="15811" y="1"/>
                    <a:pt x="13643" y="968"/>
                    <a:pt x="12142" y="2669"/>
                  </a:cubicBezTo>
                  <a:lnTo>
                    <a:pt x="0" y="17647"/>
                  </a:lnTo>
                  <a:lnTo>
                    <a:pt x="17746" y="27154"/>
                  </a:lnTo>
                  <a:lnTo>
                    <a:pt x="22916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59;p32">
              <a:extLst>
                <a:ext uri="{FF2B5EF4-FFF2-40B4-BE49-F238E27FC236}">
                  <a16:creationId xmlns:a16="http://schemas.microsoft.com/office/drawing/2014/main" id="{72245B3B-8C2A-3AC6-04E0-DA79DFA758E0}"/>
                </a:ext>
              </a:extLst>
            </p:cNvPr>
            <p:cNvSpPr/>
            <p:nvPr/>
          </p:nvSpPr>
          <p:spPr>
            <a:xfrm>
              <a:off x="6564502" y="3435138"/>
              <a:ext cx="450619" cy="636784"/>
            </a:xfrm>
            <a:custGeom>
              <a:avLst/>
              <a:gdLst/>
              <a:ahLst/>
              <a:cxnLst/>
              <a:rect l="l" t="t" r="r" b="b"/>
              <a:pathLst>
                <a:path w="16312" h="23051" extrusionOk="0">
                  <a:moveTo>
                    <a:pt x="14344" y="1"/>
                  </a:moveTo>
                  <a:lnTo>
                    <a:pt x="0" y="16379"/>
                  </a:lnTo>
                  <a:lnTo>
                    <a:pt x="12409" y="23051"/>
                  </a:lnTo>
                  <a:lnTo>
                    <a:pt x="16312" y="2636"/>
                  </a:lnTo>
                  <a:lnTo>
                    <a:pt x="14344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60;p32">
              <a:extLst>
                <a:ext uri="{FF2B5EF4-FFF2-40B4-BE49-F238E27FC236}">
                  <a16:creationId xmlns:a16="http://schemas.microsoft.com/office/drawing/2014/main" id="{95C02A59-3087-7233-6E4B-871C99B10AFF}"/>
                </a:ext>
              </a:extLst>
            </p:cNvPr>
            <p:cNvSpPr/>
            <p:nvPr/>
          </p:nvSpPr>
          <p:spPr>
            <a:xfrm>
              <a:off x="7423210" y="2441761"/>
              <a:ext cx="316223" cy="421060"/>
            </a:xfrm>
            <a:custGeom>
              <a:avLst/>
              <a:gdLst/>
              <a:ahLst/>
              <a:cxnLst/>
              <a:rect l="l" t="t" r="r" b="b"/>
              <a:pathLst>
                <a:path w="11447" h="15242" extrusionOk="0">
                  <a:moveTo>
                    <a:pt x="405" y="1"/>
                  </a:moveTo>
                  <a:cubicBezTo>
                    <a:pt x="405" y="1"/>
                    <a:pt x="0" y="15242"/>
                    <a:pt x="3734" y="15242"/>
                  </a:cubicBezTo>
                  <a:cubicBezTo>
                    <a:pt x="4286" y="15242"/>
                    <a:pt x="4928" y="14909"/>
                    <a:pt x="5676" y="14144"/>
                  </a:cubicBezTo>
                  <a:cubicBezTo>
                    <a:pt x="11447" y="8173"/>
                    <a:pt x="5109" y="1635"/>
                    <a:pt x="5109" y="1635"/>
                  </a:cubicBezTo>
                  <a:lnTo>
                    <a:pt x="405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61;p32">
              <a:extLst>
                <a:ext uri="{FF2B5EF4-FFF2-40B4-BE49-F238E27FC236}">
                  <a16:creationId xmlns:a16="http://schemas.microsoft.com/office/drawing/2014/main" id="{36D847F0-86B8-65A0-E2EC-D6E4EFF19EB7}"/>
                </a:ext>
              </a:extLst>
            </p:cNvPr>
            <p:cNvSpPr/>
            <p:nvPr/>
          </p:nvSpPr>
          <p:spPr>
            <a:xfrm>
              <a:off x="6898990" y="2333027"/>
              <a:ext cx="669050" cy="778694"/>
            </a:xfrm>
            <a:custGeom>
              <a:avLst/>
              <a:gdLst/>
              <a:ahLst/>
              <a:cxnLst/>
              <a:rect l="l" t="t" r="r" b="b"/>
              <a:pathLst>
                <a:path w="24219" h="28188" extrusionOk="0">
                  <a:moveTo>
                    <a:pt x="1" y="1"/>
                  </a:moveTo>
                  <a:lnTo>
                    <a:pt x="568" y="17680"/>
                  </a:lnTo>
                  <a:cubicBezTo>
                    <a:pt x="568" y="23451"/>
                    <a:pt x="5271" y="28187"/>
                    <a:pt x="11075" y="28187"/>
                  </a:cubicBezTo>
                  <a:lnTo>
                    <a:pt x="13711" y="28187"/>
                  </a:lnTo>
                  <a:cubicBezTo>
                    <a:pt x="19515" y="28187"/>
                    <a:pt x="24218" y="23517"/>
                    <a:pt x="24185" y="17680"/>
                  </a:cubicBezTo>
                  <a:lnTo>
                    <a:pt x="23584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262;p32">
              <a:extLst>
                <a:ext uri="{FF2B5EF4-FFF2-40B4-BE49-F238E27FC236}">
                  <a16:creationId xmlns:a16="http://schemas.microsoft.com/office/drawing/2014/main" id="{90544439-A2FD-B420-EBDB-9C9F5CAAB6CF}"/>
                </a:ext>
              </a:extLst>
            </p:cNvPr>
            <p:cNvSpPr/>
            <p:nvPr/>
          </p:nvSpPr>
          <p:spPr>
            <a:xfrm>
              <a:off x="7285110" y="2748263"/>
              <a:ext cx="53482" cy="165336"/>
            </a:xfrm>
            <a:custGeom>
              <a:avLst/>
              <a:gdLst/>
              <a:ahLst/>
              <a:cxnLst/>
              <a:rect l="l" t="t" r="r" b="b"/>
              <a:pathLst>
                <a:path w="1936" h="5985" extrusionOk="0">
                  <a:moveTo>
                    <a:pt x="273" y="0"/>
                  </a:moveTo>
                  <a:cubicBezTo>
                    <a:pt x="191" y="0"/>
                    <a:pt x="104" y="25"/>
                    <a:pt x="67" y="80"/>
                  </a:cubicBezTo>
                  <a:cubicBezTo>
                    <a:pt x="1" y="180"/>
                    <a:pt x="1" y="381"/>
                    <a:pt x="101" y="481"/>
                  </a:cubicBezTo>
                  <a:cubicBezTo>
                    <a:pt x="868" y="1048"/>
                    <a:pt x="1335" y="1982"/>
                    <a:pt x="1368" y="2916"/>
                  </a:cubicBezTo>
                  <a:cubicBezTo>
                    <a:pt x="1368" y="3883"/>
                    <a:pt x="935" y="4850"/>
                    <a:pt x="234" y="5484"/>
                  </a:cubicBezTo>
                  <a:cubicBezTo>
                    <a:pt x="101" y="5584"/>
                    <a:pt x="101" y="5751"/>
                    <a:pt x="201" y="5884"/>
                  </a:cubicBezTo>
                  <a:cubicBezTo>
                    <a:pt x="234" y="5918"/>
                    <a:pt x="334" y="5985"/>
                    <a:pt x="401" y="5985"/>
                  </a:cubicBezTo>
                  <a:cubicBezTo>
                    <a:pt x="468" y="5985"/>
                    <a:pt x="519" y="5955"/>
                    <a:pt x="556" y="5955"/>
                  </a:cubicBezTo>
                  <a:cubicBezTo>
                    <a:pt x="575" y="5955"/>
                    <a:pt x="590" y="5962"/>
                    <a:pt x="601" y="5985"/>
                  </a:cubicBezTo>
                  <a:cubicBezTo>
                    <a:pt x="1435" y="5217"/>
                    <a:pt x="1935" y="4083"/>
                    <a:pt x="1902" y="2982"/>
                  </a:cubicBezTo>
                  <a:cubicBezTo>
                    <a:pt x="1902" y="1848"/>
                    <a:pt x="1335" y="747"/>
                    <a:pt x="434" y="47"/>
                  </a:cubicBezTo>
                  <a:cubicBezTo>
                    <a:pt x="404" y="17"/>
                    <a:pt x="341" y="0"/>
                    <a:pt x="273" y="0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63;p32">
              <a:extLst>
                <a:ext uri="{FF2B5EF4-FFF2-40B4-BE49-F238E27FC236}">
                  <a16:creationId xmlns:a16="http://schemas.microsoft.com/office/drawing/2014/main" id="{1068C152-31FD-3D04-1A71-6685EEB05A2A}"/>
                </a:ext>
              </a:extLst>
            </p:cNvPr>
            <p:cNvSpPr/>
            <p:nvPr/>
          </p:nvSpPr>
          <p:spPr>
            <a:xfrm>
              <a:off x="6953357" y="2731108"/>
              <a:ext cx="198154" cy="198154"/>
            </a:xfrm>
            <a:custGeom>
              <a:avLst/>
              <a:gdLst/>
              <a:ahLst/>
              <a:cxnLst/>
              <a:rect l="l" t="t" r="r" b="b"/>
              <a:pathLst>
                <a:path w="7173" h="7173" extrusionOk="0">
                  <a:moveTo>
                    <a:pt x="3570" y="1"/>
                  </a:moveTo>
                  <a:cubicBezTo>
                    <a:pt x="1602" y="1"/>
                    <a:pt x="1" y="1602"/>
                    <a:pt x="1" y="3603"/>
                  </a:cubicBezTo>
                  <a:cubicBezTo>
                    <a:pt x="1" y="5571"/>
                    <a:pt x="1602" y="7173"/>
                    <a:pt x="3570" y="7173"/>
                  </a:cubicBezTo>
                  <a:cubicBezTo>
                    <a:pt x="5538" y="7173"/>
                    <a:pt x="7173" y="5571"/>
                    <a:pt x="7173" y="3603"/>
                  </a:cubicBezTo>
                  <a:cubicBezTo>
                    <a:pt x="7173" y="1602"/>
                    <a:pt x="5538" y="1"/>
                    <a:pt x="3570" y="1"/>
                  </a:cubicBezTo>
                  <a:close/>
                </a:path>
              </a:pathLst>
            </a:custGeom>
            <a:solidFill>
              <a:srgbClr val="FFBA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64;p32">
              <a:extLst>
                <a:ext uri="{FF2B5EF4-FFF2-40B4-BE49-F238E27FC236}">
                  <a16:creationId xmlns:a16="http://schemas.microsoft.com/office/drawing/2014/main" id="{25ABC9D7-A7CD-26EC-2F9E-81DF12248B2B}"/>
                </a:ext>
              </a:extLst>
            </p:cNvPr>
            <p:cNvSpPr/>
            <p:nvPr/>
          </p:nvSpPr>
          <p:spPr>
            <a:xfrm>
              <a:off x="7433486" y="2730196"/>
              <a:ext cx="134561" cy="199066"/>
            </a:xfrm>
            <a:custGeom>
              <a:avLst/>
              <a:gdLst/>
              <a:ahLst/>
              <a:cxnLst/>
              <a:rect l="l" t="t" r="r" b="b"/>
              <a:pathLst>
                <a:path w="4871" h="7206" extrusionOk="0">
                  <a:moveTo>
                    <a:pt x="3636" y="0"/>
                  </a:moveTo>
                  <a:cubicBezTo>
                    <a:pt x="1635" y="0"/>
                    <a:pt x="0" y="1635"/>
                    <a:pt x="0" y="3636"/>
                  </a:cubicBezTo>
                  <a:cubicBezTo>
                    <a:pt x="0" y="5638"/>
                    <a:pt x="1601" y="7206"/>
                    <a:pt x="3569" y="7206"/>
                  </a:cubicBezTo>
                  <a:cubicBezTo>
                    <a:pt x="3736" y="7206"/>
                    <a:pt x="3936" y="7206"/>
                    <a:pt x="4136" y="7172"/>
                  </a:cubicBezTo>
                  <a:cubicBezTo>
                    <a:pt x="4570" y="5971"/>
                    <a:pt x="4870" y="4670"/>
                    <a:pt x="4870" y="3336"/>
                  </a:cubicBezTo>
                  <a:lnTo>
                    <a:pt x="4803" y="201"/>
                  </a:lnTo>
                  <a:cubicBezTo>
                    <a:pt x="4403" y="67"/>
                    <a:pt x="4036" y="0"/>
                    <a:pt x="3636" y="0"/>
                  </a:cubicBezTo>
                  <a:close/>
                </a:path>
              </a:pathLst>
            </a:custGeom>
            <a:solidFill>
              <a:srgbClr val="FFBA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65;p32">
              <a:extLst>
                <a:ext uri="{FF2B5EF4-FFF2-40B4-BE49-F238E27FC236}">
                  <a16:creationId xmlns:a16="http://schemas.microsoft.com/office/drawing/2014/main" id="{14297838-64C2-9BA1-DD2E-5198DD67D516}"/>
                </a:ext>
              </a:extLst>
            </p:cNvPr>
            <p:cNvSpPr/>
            <p:nvPr/>
          </p:nvSpPr>
          <p:spPr>
            <a:xfrm>
              <a:off x="7101733" y="2122937"/>
              <a:ext cx="180640" cy="191276"/>
            </a:xfrm>
            <a:custGeom>
              <a:avLst/>
              <a:gdLst/>
              <a:ahLst/>
              <a:cxnLst/>
              <a:rect l="l" t="t" r="r" b="b"/>
              <a:pathLst>
                <a:path w="6539" h="6924" extrusionOk="0">
                  <a:moveTo>
                    <a:pt x="4537" y="0"/>
                  </a:moveTo>
                  <a:cubicBezTo>
                    <a:pt x="5171" y="1368"/>
                    <a:pt x="4637" y="3036"/>
                    <a:pt x="3670" y="4170"/>
                  </a:cubicBezTo>
                  <a:cubicBezTo>
                    <a:pt x="2669" y="5337"/>
                    <a:pt x="1335" y="6038"/>
                    <a:pt x="0" y="6772"/>
                  </a:cubicBezTo>
                  <a:cubicBezTo>
                    <a:pt x="539" y="6874"/>
                    <a:pt x="1059" y="6923"/>
                    <a:pt x="1552" y="6923"/>
                  </a:cubicBezTo>
                  <a:cubicBezTo>
                    <a:pt x="3468" y="6923"/>
                    <a:pt x="4981" y="6177"/>
                    <a:pt x="5671" y="4904"/>
                  </a:cubicBezTo>
                  <a:cubicBezTo>
                    <a:pt x="6538" y="3302"/>
                    <a:pt x="6038" y="1101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66;p32">
              <a:extLst>
                <a:ext uri="{FF2B5EF4-FFF2-40B4-BE49-F238E27FC236}">
                  <a16:creationId xmlns:a16="http://schemas.microsoft.com/office/drawing/2014/main" id="{3D3EA78D-3F6C-2EE9-C06E-ACD8EAA0CF3C}"/>
                </a:ext>
              </a:extLst>
            </p:cNvPr>
            <p:cNvSpPr/>
            <p:nvPr/>
          </p:nvSpPr>
          <p:spPr>
            <a:xfrm>
              <a:off x="6706414" y="2283772"/>
              <a:ext cx="479183" cy="408657"/>
            </a:xfrm>
            <a:custGeom>
              <a:avLst/>
              <a:gdLst/>
              <a:ahLst/>
              <a:cxnLst/>
              <a:rect l="l" t="t" r="r" b="b"/>
              <a:pathLst>
                <a:path w="17346" h="14793" extrusionOk="0">
                  <a:moveTo>
                    <a:pt x="13643" y="1"/>
                  </a:moveTo>
                  <a:cubicBezTo>
                    <a:pt x="10083" y="1"/>
                    <a:pt x="5267" y="1093"/>
                    <a:pt x="2969" y="3185"/>
                  </a:cubicBezTo>
                  <a:cubicBezTo>
                    <a:pt x="0" y="5953"/>
                    <a:pt x="601" y="11124"/>
                    <a:pt x="2302" y="14793"/>
                  </a:cubicBezTo>
                  <a:cubicBezTo>
                    <a:pt x="5971" y="14793"/>
                    <a:pt x="10541" y="12725"/>
                    <a:pt x="13210" y="10223"/>
                  </a:cubicBezTo>
                  <a:cubicBezTo>
                    <a:pt x="15878" y="7721"/>
                    <a:pt x="17346" y="3818"/>
                    <a:pt x="16345" y="282"/>
                  </a:cubicBezTo>
                  <a:cubicBezTo>
                    <a:pt x="15614" y="94"/>
                    <a:pt x="14682" y="1"/>
                    <a:pt x="13643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67;p32">
              <a:extLst>
                <a:ext uri="{FF2B5EF4-FFF2-40B4-BE49-F238E27FC236}">
                  <a16:creationId xmlns:a16="http://schemas.microsoft.com/office/drawing/2014/main" id="{3B01CFF7-F3C7-AD81-3480-2DB47B4420EA}"/>
                </a:ext>
              </a:extLst>
            </p:cNvPr>
            <p:cNvSpPr/>
            <p:nvPr/>
          </p:nvSpPr>
          <p:spPr>
            <a:xfrm>
              <a:off x="6559888" y="2672128"/>
              <a:ext cx="298599" cy="346638"/>
            </a:xfrm>
            <a:custGeom>
              <a:avLst/>
              <a:gdLst/>
              <a:ahLst/>
              <a:cxnLst/>
              <a:rect l="l" t="t" r="r" b="b"/>
              <a:pathLst>
                <a:path w="10809" h="12548" extrusionOk="0">
                  <a:moveTo>
                    <a:pt x="10808" y="1"/>
                  </a:moveTo>
                  <a:cubicBezTo>
                    <a:pt x="9074" y="1002"/>
                    <a:pt x="7005" y="1435"/>
                    <a:pt x="5137" y="2169"/>
                  </a:cubicBezTo>
                  <a:cubicBezTo>
                    <a:pt x="3269" y="2936"/>
                    <a:pt x="1401" y="4104"/>
                    <a:pt x="634" y="5972"/>
                  </a:cubicBezTo>
                  <a:cubicBezTo>
                    <a:pt x="0" y="7573"/>
                    <a:pt x="267" y="9441"/>
                    <a:pt x="1335" y="10775"/>
                  </a:cubicBezTo>
                  <a:cubicBezTo>
                    <a:pt x="2232" y="11897"/>
                    <a:pt x="3672" y="12548"/>
                    <a:pt x="5100" y="12548"/>
                  </a:cubicBezTo>
                  <a:cubicBezTo>
                    <a:pt x="5370" y="12548"/>
                    <a:pt x="5639" y="12524"/>
                    <a:pt x="5905" y="12477"/>
                  </a:cubicBezTo>
                  <a:cubicBezTo>
                    <a:pt x="4237" y="11676"/>
                    <a:pt x="3303" y="9741"/>
                    <a:pt x="3403" y="7907"/>
                  </a:cubicBezTo>
                  <a:cubicBezTo>
                    <a:pt x="3503" y="6072"/>
                    <a:pt x="4504" y="4337"/>
                    <a:pt x="5938" y="3137"/>
                  </a:cubicBezTo>
                  <a:cubicBezTo>
                    <a:pt x="7272" y="1936"/>
                    <a:pt x="8974" y="1135"/>
                    <a:pt x="10808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68;p32">
              <a:extLst>
                <a:ext uri="{FF2B5EF4-FFF2-40B4-BE49-F238E27FC236}">
                  <a16:creationId xmlns:a16="http://schemas.microsoft.com/office/drawing/2014/main" id="{E8919181-0680-2773-2207-50ABD43F6DE0}"/>
                </a:ext>
              </a:extLst>
            </p:cNvPr>
            <p:cNvSpPr/>
            <p:nvPr/>
          </p:nvSpPr>
          <p:spPr>
            <a:xfrm>
              <a:off x="6647433" y="2706245"/>
              <a:ext cx="280145" cy="520206"/>
            </a:xfrm>
            <a:custGeom>
              <a:avLst/>
              <a:gdLst/>
              <a:ahLst/>
              <a:cxnLst/>
              <a:rect l="l" t="t" r="r" b="b"/>
              <a:pathLst>
                <a:path w="10141" h="18831" extrusionOk="0">
                  <a:moveTo>
                    <a:pt x="4737" y="0"/>
                  </a:moveTo>
                  <a:cubicBezTo>
                    <a:pt x="2936" y="2335"/>
                    <a:pt x="1335" y="4904"/>
                    <a:pt x="668" y="7772"/>
                  </a:cubicBezTo>
                  <a:cubicBezTo>
                    <a:pt x="0" y="10675"/>
                    <a:pt x="401" y="13877"/>
                    <a:pt x="2235" y="16212"/>
                  </a:cubicBezTo>
                  <a:cubicBezTo>
                    <a:pt x="3520" y="17824"/>
                    <a:pt x="5591" y="18831"/>
                    <a:pt x="7622" y="18831"/>
                  </a:cubicBezTo>
                  <a:cubicBezTo>
                    <a:pt x="8490" y="18831"/>
                    <a:pt x="9351" y="18646"/>
                    <a:pt x="10141" y="18247"/>
                  </a:cubicBezTo>
                  <a:lnTo>
                    <a:pt x="10141" y="18247"/>
                  </a:lnTo>
                  <a:cubicBezTo>
                    <a:pt x="9879" y="18307"/>
                    <a:pt x="9618" y="18336"/>
                    <a:pt x="9359" y="18336"/>
                  </a:cubicBezTo>
                  <a:cubicBezTo>
                    <a:pt x="7344" y="18336"/>
                    <a:pt x="5495" y="16588"/>
                    <a:pt x="4904" y="14577"/>
                  </a:cubicBezTo>
                  <a:cubicBezTo>
                    <a:pt x="4237" y="12342"/>
                    <a:pt x="4770" y="9907"/>
                    <a:pt x="5338" y="7606"/>
                  </a:cubicBezTo>
                  <a:cubicBezTo>
                    <a:pt x="5905" y="5337"/>
                    <a:pt x="6505" y="2936"/>
                    <a:pt x="4737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69;p32">
              <a:extLst>
                <a:ext uri="{FF2B5EF4-FFF2-40B4-BE49-F238E27FC236}">
                  <a16:creationId xmlns:a16="http://schemas.microsoft.com/office/drawing/2014/main" id="{A785FBB9-C8BC-CAE8-798A-878CB9749AE9}"/>
                </a:ext>
              </a:extLst>
            </p:cNvPr>
            <p:cNvSpPr/>
            <p:nvPr/>
          </p:nvSpPr>
          <p:spPr>
            <a:xfrm>
              <a:off x="7611311" y="2716384"/>
              <a:ext cx="28" cy="28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close/>
                </a:path>
              </a:pathLst>
            </a:custGeom>
            <a:noFill/>
            <a:ln w="667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70;p32">
              <a:extLst>
                <a:ext uri="{FF2B5EF4-FFF2-40B4-BE49-F238E27FC236}">
                  <a16:creationId xmlns:a16="http://schemas.microsoft.com/office/drawing/2014/main" id="{DB6D78E3-BD01-9111-A3BA-57A98E4D6079}"/>
                </a:ext>
              </a:extLst>
            </p:cNvPr>
            <p:cNvSpPr/>
            <p:nvPr/>
          </p:nvSpPr>
          <p:spPr>
            <a:xfrm>
              <a:off x="7617775" y="2648177"/>
              <a:ext cx="197215" cy="463548"/>
            </a:xfrm>
            <a:custGeom>
              <a:avLst/>
              <a:gdLst/>
              <a:ahLst/>
              <a:cxnLst/>
              <a:rect l="l" t="t" r="r" b="b"/>
              <a:pathLst>
                <a:path w="7139" h="16780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136"/>
                    <a:pt x="601" y="4137"/>
                    <a:pt x="1502" y="5938"/>
                  </a:cubicBezTo>
                  <a:cubicBezTo>
                    <a:pt x="2335" y="7673"/>
                    <a:pt x="3470" y="9307"/>
                    <a:pt x="4137" y="11142"/>
                  </a:cubicBezTo>
                  <a:cubicBezTo>
                    <a:pt x="4804" y="12977"/>
                    <a:pt x="4971" y="15112"/>
                    <a:pt x="3903" y="16779"/>
                  </a:cubicBezTo>
                  <a:cubicBezTo>
                    <a:pt x="6005" y="16012"/>
                    <a:pt x="7139" y="13510"/>
                    <a:pt x="6905" y="11309"/>
                  </a:cubicBezTo>
                  <a:cubicBezTo>
                    <a:pt x="6705" y="9040"/>
                    <a:pt x="5471" y="7039"/>
                    <a:pt x="4070" y="5304"/>
                  </a:cubicBezTo>
                  <a:cubicBezTo>
                    <a:pt x="2702" y="3537"/>
                    <a:pt x="1101" y="19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71;p32">
              <a:extLst>
                <a:ext uri="{FF2B5EF4-FFF2-40B4-BE49-F238E27FC236}">
                  <a16:creationId xmlns:a16="http://schemas.microsoft.com/office/drawing/2014/main" id="{DEB6D7C7-BA5A-D402-F87D-FFA8A3C646D9}"/>
                </a:ext>
              </a:extLst>
            </p:cNvPr>
            <p:cNvSpPr/>
            <p:nvPr/>
          </p:nvSpPr>
          <p:spPr>
            <a:xfrm>
              <a:off x="7184664" y="2269130"/>
              <a:ext cx="452470" cy="348213"/>
            </a:xfrm>
            <a:custGeom>
              <a:avLst/>
              <a:gdLst/>
              <a:ahLst/>
              <a:cxnLst/>
              <a:rect l="l" t="t" r="r" b="b"/>
              <a:pathLst>
                <a:path w="16379" h="12605" extrusionOk="0">
                  <a:moveTo>
                    <a:pt x="5353" y="0"/>
                  </a:moveTo>
                  <a:cubicBezTo>
                    <a:pt x="3457" y="0"/>
                    <a:pt x="1506" y="150"/>
                    <a:pt x="1" y="546"/>
                  </a:cubicBezTo>
                  <a:cubicBezTo>
                    <a:pt x="3136" y="5749"/>
                    <a:pt x="8473" y="10386"/>
                    <a:pt x="13410" y="12354"/>
                  </a:cubicBezTo>
                  <a:cubicBezTo>
                    <a:pt x="13761" y="12471"/>
                    <a:pt x="14145" y="12605"/>
                    <a:pt x="14516" y="12605"/>
                  </a:cubicBezTo>
                  <a:cubicBezTo>
                    <a:pt x="14674" y="12605"/>
                    <a:pt x="14829" y="12581"/>
                    <a:pt x="14978" y="12521"/>
                  </a:cubicBezTo>
                  <a:cubicBezTo>
                    <a:pt x="15712" y="12187"/>
                    <a:pt x="15912" y="11220"/>
                    <a:pt x="16012" y="10386"/>
                  </a:cubicBezTo>
                  <a:cubicBezTo>
                    <a:pt x="16212" y="8251"/>
                    <a:pt x="16379" y="6050"/>
                    <a:pt x="15478" y="4148"/>
                  </a:cubicBezTo>
                  <a:cubicBezTo>
                    <a:pt x="14344" y="1746"/>
                    <a:pt x="11642" y="412"/>
                    <a:pt x="9007" y="179"/>
                  </a:cubicBezTo>
                  <a:cubicBezTo>
                    <a:pt x="7923" y="70"/>
                    <a:pt x="6651" y="0"/>
                    <a:pt x="53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72;p32">
              <a:extLst>
                <a:ext uri="{FF2B5EF4-FFF2-40B4-BE49-F238E27FC236}">
                  <a16:creationId xmlns:a16="http://schemas.microsoft.com/office/drawing/2014/main" id="{47E77A9C-4B9B-9C9A-4DF0-7F789E76D8A8}"/>
                </a:ext>
              </a:extLst>
            </p:cNvPr>
            <p:cNvSpPr/>
            <p:nvPr/>
          </p:nvSpPr>
          <p:spPr>
            <a:xfrm>
              <a:off x="7153337" y="2901584"/>
              <a:ext cx="197215" cy="96798"/>
            </a:xfrm>
            <a:custGeom>
              <a:avLst/>
              <a:gdLst/>
              <a:ahLst/>
              <a:cxnLst/>
              <a:rect l="l" t="t" r="r" b="b"/>
              <a:pathLst>
                <a:path w="7139" h="3504" extrusionOk="0">
                  <a:moveTo>
                    <a:pt x="307" y="1"/>
                  </a:moveTo>
                  <a:cubicBezTo>
                    <a:pt x="260" y="1"/>
                    <a:pt x="212" y="12"/>
                    <a:pt x="167" y="34"/>
                  </a:cubicBezTo>
                  <a:cubicBezTo>
                    <a:pt x="34" y="134"/>
                    <a:pt x="0" y="301"/>
                    <a:pt x="101" y="435"/>
                  </a:cubicBezTo>
                  <a:cubicBezTo>
                    <a:pt x="1201" y="2336"/>
                    <a:pt x="3370" y="3503"/>
                    <a:pt x="5604" y="3503"/>
                  </a:cubicBezTo>
                  <a:cubicBezTo>
                    <a:pt x="6038" y="3503"/>
                    <a:pt x="6505" y="3470"/>
                    <a:pt x="6872" y="3370"/>
                  </a:cubicBezTo>
                  <a:cubicBezTo>
                    <a:pt x="7039" y="3337"/>
                    <a:pt x="7139" y="3203"/>
                    <a:pt x="7106" y="3036"/>
                  </a:cubicBezTo>
                  <a:cubicBezTo>
                    <a:pt x="7050" y="2897"/>
                    <a:pt x="6971" y="2828"/>
                    <a:pt x="6850" y="2828"/>
                  </a:cubicBezTo>
                  <a:cubicBezTo>
                    <a:pt x="6826" y="2828"/>
                    <a:pt x="6800" y="2831"/>
                    <a:pt x="6772" y="2836"/>
                  </a:cubicBezTo>
                  <a:cubicBezTo>
                    <a:pt x="6402" y="2916"/>
                    <a:pt x="6024" y="2954"/>
                    <a:pt x="5644" y="2954"/>
                  </a:cubicBezTo>
                  <a:cubicBezTo>
                    <a:pt x="3627" y="2954"/>
                    <a:pt x="1573" y="1875"/>
                    <a:pt x="534" y="134"/>
                  </a:cubicBezTo>
                  <a:cubicBezTo>
                    <a:pt x="490" y="45"/>
                    <a:pt x="401" y="1"/>
                    <a:pt x="307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73;p32">
              <a:extLst>
                <a:ext uri="{FF2B5EF4-FFF2-40B4-BE49-F238E27FC236}">
                  <a16:creationId xmlns:a16="http://schemas.microsoft.com/office/drawing/2014/main" id="{BF4DED34-0EC9-4319-AB3E-184846AACC57}"/>
                </a:ext>
              </a:extLst>
            </p:cNvPr>
            <p:cNvSpPr/>
            <p:nvPr/>
          </p:nvSpPr>
          <p:spPr>
            <a:xfrm>
              <a:off x="6715613" y="2573478"/>
              <a:ext cx="238708" cy="158457"/>
            </a:xfrm>
            <a:custGeom>
              <a:avLst/>
              <a:gdLst/>
              <a:ahLst/>
              <a:cxnLst/>
              <a:rect l="l" t="t" r="r" b="b"/>
              <a:pathLst>
                <a:path w="8641" h="5736" extrusionOk="0">
                  <a:moveTo>
                    <a:pt x="6196" y="0"/>
                  </a:moveTo>
                  <a:cubicBezTo>
                    <a:pt x="5922" y="0"/>
                    <a:pt x="5643" y="54"/>
                    <a:pt x="5371" y="170"/>
                  </a:cubicBezTo>
                  <a:lnTo>
                    <a:pt x="1669" y="1637"/>
                  </a:lnTo>
                  <a:cubicBezTo>
                    <a:pt x="535" y="2071"/>
                    <a:pt x="1" y="3372"/>
                    <a:pt x="535" y="4506"/>
                  </a:cubicBezTo>
                  <a:lnTo>
                    <a:pt x="535" y="4539"/>
                  </a:lnTo>
                  <a:cubicBezTo>
                    <a:pt x="908" y="5286"/>
                    <a:pt x="1690" y="5736"/>
                    <a:pt x="2492" y="5736"/>
                  </a:cubicBezTo>
                  <a:cubicBezTo>
                    <a:pt x="2765" y="5736"/>
                    <a:pt x="3041" y="5684"/>
                    <a:pt x="3303" y="5573"/>
                  </a:cubicBezTo>
                  <a:lnTo>
                    <a:pt x="7006" y="4072"/>
                  </a:lnTo>
                  <a:cubicBezTo>
                    <a:pt x="8107" y="3639"/>
                    <a:pt x="8640" y="2404"/>
                    <a:pt x="8173" y="1337"/>
                  </a:cubicBezTo>
                  <a:cubicBezTo>
                    <a:pt x="7821" y="508"/>
                    <a:pt x="7034" y="0"/>
                    <a:pt x="6196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74;p32">
              <a:extLst>
                <a:ext uri="{FF2B5EF4-FFF2-40B4-BE49-F238E27FC236}">
                  <a16:creationId xmlns:a16="http://schemas.microsoft.com/office/drawing/2014/main" id="{3E534BB2-8E09-EC4F-7BC9-AAAC836D9007}"/>
                </a:ext>
              </a:extLst>
            </p:cNvPr>
            <p:cNvSpPr/>
            <p:nvPr/>
          </p:nvSpPr>
          <p:spPr>
            <a:xfrm>
              <a:off x="6882415" y="2492315"/>
              <a:ext cx="667199" cy="352274"/>
            </a:xfrm>
            <a:custGeom>
              <a:avLst/>
              <a:gdLst/>
              <a:ahLst/>
              <a:cxnLst/>
              <a:rect l="l" t="t" r="r" b="b"/>
              <a:pathLst>
                <a:path w="24152" h="12752" extrusionOk="0">
                  <a:moveTo>
                    <a:pt x="13918" y="0"/>
                  </a:moveTo>
                  <a:cubicBezTo>
                    <a:pt x="9110" y="0"/>
                    <a:pt x="4288" y="1065"/>
                    <a:pt x="0" y="3007"/>
                  </a:cubicBezTo>
                  <a:cubicBezTo>
                    <a:pt x="601" y="5576"/>
                    <a:pt x="1335" y="8144"/>
                    <a:pt x="3003" y="10146"/>
                  </a:cubicBezTo>
                  <a:cubicBezTo>
                    <a:pt x="4286" y="11685"/>
                    <a:pt x="6259" y="12751"/>
                    <a:pt x="8226" y="12751"/>
                  </a:cubicBezTo>
                  <a:cubicBezTo>
                    <a:pt x="8815" y="12751"/>
                    <a:pt x="9405" y="12655"/>
                    <a:pt x="9974" y="12448"/>
                  </a:cubicBezTo>
                  <a:cubicBezTo>
                    <a:pt x="11309" y="11947"/>
                    <a:pt x="12476" y="10813"/>
                    <a:pt x="13944" y="10780"/>
                  </a:cubicBezTo>
                  <a:cubicBezTo>
                    <a:pt x="13960" y="10779"/>
                    <a:pt x="13977" y="10779"/>
                    <a:pt x="13993" y="10779"/>
                  </a:cubicBezTo>
                  <a:cubicBezTo>
                    <a:pt x="15871" y="10779"/>
                    <a:pt x="17363" y="12648"/>
                    <a:pt x="19281" y="12648"/>
                  </a:cubicBezTo>
                  <a:cubicBezTo>
                    <a:pt x="19306" y="12648"/>
                    <a:pt x="19331" y="12649"/>
                    <a:pt x="19357" y="12649"/>
                  </a:cubicBezTo>
                  <a:cubicBezTo>
                    <a:pt x="20432" y="12649"/>
                    <a:pt x="21499" y="11960"/>
                    <a:pt x="22183" y="11080"/>
                  </a:cubicBezTo>
                  <a:cubicBezTo>
                    <a:pt x="22883" y="10146"/>
                    <a:pt x="23217" y="9012"/>
                    <a:pt x="23517" y="7944"/>
                  </a:cubicBezTo>
                  <a:cubicBezTo>
                    <a:pt x="23984" y="6010"/>
                    <a:pt x="24151" y="3775"/>
                    <a:pt x="22850" y="2274"/>
                  </a:cubicBezTo>
                  <a:cubicBezTo>
                    <a:pt x="21816" y="1006"/>
                    <a:pt x="20148" y="606"/>
                    <a:pt x="18547" y="339"/>
                  </a:cubicBezTo>
                  <a:cubicBezTo>
                    <a:pt x="17018" y="111"/>
                    <a:pt x="15469" y="0"/>
                    <a:pt x="1391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5;p32">
              <a:extLst>
                <a:ext uri="{FF2B5EF4-FFF2-40B4-BE49-F238E27FC236}">
                  <a16:creationId xmlns:a16="http://schemas.microsoft.com/office/drawing/2014/main" id="{C620D08F-E27F-A71A-CED1-5399C1CCF032}"/>
                </a:ext>
              </a:extLst>
            </p:cNvPr>
            <p:cNvSpPr/>
            <p:nvPr/>
          </p:nvSpPr>
          <p:spPr>
            <a:xfrm>
              <a:off x="6778295" y="3321792"/>
              <a:ext cx="1021020" cy="902177"/>
            </a:xfrm>
            <a:custGeom>
              <a:avLst/>
              <a:gdLst/>
              <a:ahLst/>
              <a:cxnLst/>
              <a:rect l="l" t="t" r="r" b="b"/>
              <a:pathLst>
                <a:path w="36960" h="32658" extrusionOk="0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76;p32">
              <a:extLst>
                <a:ext uri="{FF2B5EF4-FFF2-40B4-BE49-F238E27FC236}">
                  <a16:creationId xmlns:a16="http://schemas.microsoft.com/office/drawing/2014/main" id="{AE5F8067-4F34-AC20-8309-0D0760C99BB3}"/>
                </a:ext>
              </a:extLst>
            </p:cNvPr>
            <p:cNvSpPr/>
            <p:nvPr/>
          </p:nvSpPr>
          <p:spPr>
            <a:xfrm>
              <a:off x="6778295" y="3321792"/>
              <a:ext cx="1021020" cy="902177"/>
            </a:xfrm>
            <a:custGeom>
              <a:avLst/>
              <a:gdLst/>
              <a:ahLst/>
              <a:cxnLst/>
              <a:rect l="l" t="t" r="r" b="b"/>
              <a:pathLst>
                <a:path w="36960" h="32658" extrusionOk="0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277;p32">
              <a:extLst>
                <a:ext uri="{FF2B5EF4-FFF2-40B4-BE49-F238E27FC236}">
                  <a16:creationId xmlns:a16="http://schemas.microsoft.com/office/drawing/2014/main" id="{6F254929-3070-CFE7-B59A-964798343E5E}"/>
                </a:ext>
              </a:extLst>
            </p:cNvPr>
            <p:cNvSpPr/>
            <p:nvPr/>
          </p:nvSpPr>
          <p:spPr>
            <a:xfrm>
              <a:off x="6792108" y="3859049"/>
              <a:ext cx="1007207" cy="364926"/>
            </a:xfrm>
            <a:custGeom>
              <a:avLst/>
              <a:gdLst/>
              <a:ahLst/>
              <a:cxnLst/>
              <a:rect l="l" t="t" r="r" b="b"/>
              <a:pathLst>
                <a:path w="36460" h="13210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967"/>
                    <a:pt x="334" y="1901"/>
                    <a:pt x="568" y="2869"/>
                  </a:cubicBezTo>
                  <a:cubicBezTo>
                    <a:pt x="1401" y="6004"/>
                    <a:pt x="2936" y="10307"/>
                    <a:pt x="4370" y="13210"/>
                  </a:cubicBezTo>
                  <a:lnTo>
                    <a:pt x="33291" y="13210"/>
                  </a:lnTo>
                  <a:lnTo>
                    <a:pt x="36460" y="967"/>
                  </a:lnTo>
                  <a:lnTo>
                    <a:pt x="36426" y="834"/>
                  </a:lnTo>
                  <a:cubicBezTo>
                    <a:pt x="29922" y="3136"/>
                    <a:pt x="19614" y="3970"/>
                    <a:pt x="13110" y="4570"/>
                  </a:cubicBezTo>
                  <a:cubicBezTo>
                    <a:pt x="12726" y="4607"/>
                    <a:pt x="12342" y="4625"/>
                    <a:pt x="11959" y="4625"/>
                  </a:cubicBezTo>
                  <a:cubicBezTo>
                    <a:pt x="7194" y="4625"/>
                    <a:pt x="2625" y="188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278;p32">
              <a:extLst>
                <a:ext uri="{FF2B5EF4-FFF2-40B4-BE49-F238E27FC236}">
                  <a16:creationId xmlns:a16="http://schemas.microsoft.com/office/drawing/2014/main" id="{F5B7B62D-85D6-B868-1683-CAFC62AFED40}"/>
                </a:ext>
              </a:extLst>
            </p:cNvPr>
            <p:cNvSpPr/>
            <p:nvPr/>
          </p:nvSpPr>
          <p:spPr>
            <a:xfrm>
              <a:off x="6927555" y="2471789"/>
              <a:ext cx="667199" cy="353434"/>
            </a:xfrm>
            <a:custGeom>
              <a:avLst/>
              <a:gdLst/>
              <a:ahLst/>
              <a:cxnLst/>
              <a:rect l="l" t="t" r="r" b="b"/>
              <a:pathLst>
                <a:path w="24152" h="12794" extrusionOk="0">
                  <a:moveTo>
                    <a:pt x="13946" y="1"/>
                  </a:moveTo>
                  <a:cubicBezTo>
                    <a:pt x="9129" y="1"/>
                    <a:pt x="4297" y="1104"/>
                    <a:pt x="1" y="3050"/>
                  </a:cubicBezTo>
                  <a:cubicBezTo>
                    <a:pt x="601" y="5585"/>
                    <a:pt x="1335" y="8187"/>
                    <a:pt x="3003" y="10188"/>
                  </a:cubicBezTo>
                  <a:cubicBezTo>
                    <a:pt x="4286" y="11728"/>
                    <a:pt x="6260" y="12794"/>
                    <a:pt x="8226" y="12794"/>
                  </a:cubicBezTo>
                  <a:cubicBezTo>
                    <a:pt x="8816" y="12794"/>
                    <a:pt x="9405" y="12698"/>
                    <a:pt x="9975" y="12490"/>
                  </a:cubicBezTo>
                  <a:cubicBezTo>
                    <a:pt x="11309" y="11990"/>
                    <a:pt x="12477" y="10856"/>
                    <a:pt x="13911" y="10822"/>
                  </a:cubicBezTo>
                  <a:cubicBezTo>
                    <a:pt x="13944" y="10821"/>
                    <a:pt x="13976" y="10821"/>
                    <a:pt x="14009" y="10821"/>
                  </a:cubicBezTo>
                  <a:cubicBezTo>
                    <a:pt x="15897" y="10821"/>
                    <a:pt x="17379" y="12690"/>
                    <a:pt x="19281" y="12690"/>
                  </a:cubicBezTo>
                  <a:cubicBezTo>
                    <a:pt x="19307" y="12691"/>
                    <a:pt x="19332" y="12691"/>
                    <a:pt x="19357" y="12691"/>
                  </a:cubicBezTo>
                  <a:cubicBezTo>
                    <a:pt x="20432" y="12691"/>
                    <a:pt x="21499" y="12002"/>
                    <a:pt x="22183" y="11089"/>
                  </a:cubicBezTo>
                  <a:cubicBezTo>
                    <a:pt x="22884" y="10188"/>
                    <a:pt x="23218" y="9054"/>
                    <a:pt x="23518" y="7920"/>
                  </a:cubicBezTo>
                  <a:cubicBezTo>
                    <a:pt x="23985" y="6019"/>
                    <a:pt x="24152" y="3750"/>
                    <a:pt x="22851" y="2249"/>
                  </a:cubicBezTo>
                  <a:cubicBezTo>
                    <a:pt x="21817" y="1015"/>
                    <a:pt x="20149" y="582"/>
                    <a:pt x="18548" y="348"/>
                  </a:cubicBezTo>
                  <a:cubicBezTo>
                    <a:pt x="17027" y="114"/>
                    <a:pt x="15488" y="1"/>
                    <a:pt x="13946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279;p32">
              <a:extLst>
                <a:ext uri="{FF2B5EF4-FFF2-40B4-BE49-F238E27FC236}">
                  <a16:creationId xmlns:a16="http://schemas.microsoft.com/office/drawing/2014/main" id="{1273FB73-73F0-6D62-857D-2EFC08595553}"/>
                </a:ext>
              </a:extLst>
            </p:cNvPr>
            <p:cNvSpPr/>
            <p:nvPr/>
          </p:nvSpPr>
          <p:spPr>
            <a:xfrm>
              <a:off x="7121071" y="2472508"/>
              <a:ext cx="328102" cy="353572"/>
            </a:xfrm>
            <a:custGeom>
              <a:avLst/>
              <a:gdLst/>
              <a:ahLst/>
              <a:cxnLst/>
              <a:rect l="l" t="t" r="r" b="b"/>
              <a:pathLst>
                <a:path w="11877" h="12799" extrusionOk="0">
                  <a:moveTo>
                    <a:pt x="6939" y="1"/>
                  </a:moveTo>
                  <a:cubicBezTo>
                    <a:pt x="5457" y="1"/>
                    <a:pt x="3976" y="109"/>
                    <a:pt x="2503" y="322"/>
                  </a:cubicBezTo>
                  <a:lnTo>
                    <a:pt x="1" y="12664"/>
                  </a:lnTo>
                  <a:cubicBezTo>
                    <a:pt x="426" y="12749"/>
                    <a:pt x="851" y="12798"/>
                    <a:pt x="1274" y="12798"/>
                  </a:cubicBezTo>
                  <a:cubicBezTo>
                    <a:pt x="1846" y="12798"/>
                    <a:pt x="2413" y="12708"/>
                    <a:pt x="2970" y="12497"/>
                  </a:cubicBezTo>
                  <a:cubicBezTo>
                    <a:pt x="4304" y="11997"/>
                    <a:pt x="5472" y="10863"/>
                    <a:pt x="6906" y="10830"/>
                  </a:cubicBezTo>
                  <a:cubicBezTo>
                    <a:pt x="7473" y="10830"/>
                    <a:pt x="8007" y="10963"/>
                    <a:pt x="8507" y="11196"/>
                  </a:cubicBezTo>
                  <a:lnTo>
                    <a:pt x="11876" y="389"/>
                  </a:lnTo>
                  <a:cubicBezTo>
                    <a:pt x="11776" y="389"/>
                    <a:pt x="11643" y="355"/>
                    <a:pt x="11543" y="355"/>
                  </a:cubicBezTo>
                  <a:cubicBezTo>
                    <a:pt x="10014" y="118"/>
                    <a:pt x="8476" y="1"/>
                    <a:pt x="6939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280;p32">
              <a:extLst>
                <a:ext uri="{FF2B5EF4-FFF2-40B4-BE49-F238E27FC236}">
                  <a16:creationId xmlns:a16="http://schemas.microsoft.com/office/drawing/2014/main" id="{C7B825D6-4C5C-0330-B7E7-B9C85E2EAE13}"/>
                </a:ext>
              </a:extLst>
            </p:cNvPr>
            <p:cNvSpPr/>
            <p:nvPr/>
          </p:nvSpPr>
          <p:spPr>
            <a:xfrm>
              <a:off x="7129386" y="2276423"/>
              <a:ext cx="228542" cy="357965"/>
            </a:xfrm>
            <a:custGeom>
              <a:avLst/>
              <a:gdLst/>
              <a:ahLst/>
              <a:cxnLst/>
              <a:rect l="l" t="t" r="r" b="b"/>
              <a:pathLst>
                <a:path w="8273" h="12958" extrusionOk="0">
                  <a:moveTo>
                    <a:pt x="2153" y="0"/>
                  </a:moveTo>
                  <a:cubicBezTo>
                    <a:pt x="1608" y="0"/>
                    <a:pt x="1191" y="267"/>
                    <a:pt x="1535" y="782"/>
                  </a:cubicBezTo>
                  <a:cubicBezTo>
                    <a:pt x="67" y="3184"/>
                    <a:pt x="0" y="6386"/>
                    <a:pt x="1368" y="8821"/>
                  </a:cubicBezTo>
                  <a:cubicBezTo>
                    <a:pt x="2735" y="11289"/>
                    <a:pt x="5504" y="12924"/>
                    <a:pt x="8273" y="12957"/>
                  </a:cubicBezTo>
                  <a:cubicBezTo>
                    <a:pt x="6004" y="11289"/>
                    <a:pt x="4537" y="8487"/>
                    <a:pt x="4470" y="5619"/>
                  </a:cubicBezTo>
                  <a:cubicBezTo>
                    <a:pt x="4403" y="4651"/>
                    <a:pt x="4537" y="3651"/>
                    <a:pt x="4470" y="2683"/>
                  </a:cubicBezTo>
                  <a:cubicBezTo>
                    <a:pt x="4337" y="1749"/>
                    <a:pt x="3903" y="749"/>
                    <a:pt x="3069" y="248"/>
                  </a:cubicBezTo>
                  <a:cubicBezTo>
                    <a:pt x="2796" y="82"/>
                    <a:pt x="2454" y="0"/>
                    <a:pt x="2153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281;p32">
              <a:extLst>
                <a:ext uri="{FF2B5EF4-FFF2-40B4-BE49-F238E27FC236}">
                  <a16:creationId xmlns:a16="http://schemas.microsoft.com/office/drawing/2014/main" id="{89DAE5AF-ABAE-C106-5E30-27ACCCBC8692}"/>
                </a:ext>
              </a:extLst>
            </p:cNvPr>
            <p:cNvSpPr/>
            <p:nvPr/>
          </p:nvSpPr>
          <p:spPr>
            <a:xfrm>
              <a:off x="7221517" y="2306176"/>
              <a:ext cx="300449" cy="320837"/>
            </a:xfrm>
            <a:custGeom>
              <a:avLst/>
              <a:gdLst/>
              <a:ahLst/>
              <a:cxnLst/>
              <a:rect l="l" t="t" r="r" b="b"/>
              <a:pathLst>
                <a:path w="10876" h="11614" extrusionOk="0">
                  <a:moveTo>
                    <a:pt x="227" y="1"/>
                  </a:moveTo>
                  <a:cubicBezTo>
                    <a:pt x="108" y="1"/>
                    <a:pt x="29" y="44"/>
                    <a:pt x="1" y="139"/>
                  </a:cubicBezTo>
                  <a:cubicBezTo>
                    <a:pt x="635" y="2874"/>
                    <a:pt x="1335" y="5676"/>
                    <a:pt x="3070" y="7944"/>
                  </a:cubicBezTo>
                  <a:cubicBezTo>
                    <a:pt x="4654" y="10006"/>
                    <a:pt x="7229" y="11614"/>
                    <a:pt x="9931" y="11614"/>
                  </a:cubicBezTo>
                  <a:cubicBezTo>
                    <a:pt x="10244" y="11614"/>
                    <a:pt x="10560" y="11592"/>
                    <a:pt x="10875" y="11547"/>
                  </a:cubicBezTo>
                  <a:cubicBezTo>
                    <a:pt x="8874" y="10913"/>
                    <a:pt x="7440" y="9245"/>
                    <a:pt x="6439" y="7544"/>
                  </a:cubicBezTo>
                  <a:cubicBezTo>
                    <a:pt x="5438" y="5843"/>
                    <a:pt x="4738" y="3941"/>
                    <a:pt x="3503" y="2374"/>
                  </a:cubicBezTo>
                  <a:cubicBezTo>
                    <a:pt x="2419" y="1094"/>
                    <a:pt x="824" y="1"/>
                    <a:pt x="227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282;p32">
              <a:extLst>
                <a:ext uri="{FF2B5EF4-FFF2-40B4-BE49-F238E27FC236}">
                  <a16:creationId xmlns:a16="http://schemas.microsoft.com/office/drawing/2014/main" id="{18762BBD-8C02-7798-6005-5E9779328A8D}"/>
                </a:ext>
              </a:extLst>
            </p:cNvPr>
            <p:cNvSpPr/>
            <p:nvPr/>
          </p:nvSpPr>
          <p:spPr>
            <a:xfrm>
              <a:off x="7279585" y="3807444"/>
              <a:ext cx="692973" cy="804468"/>
            </a:xfrm>
            <a:custGeom>
              <a:avLst/>
              <a:gdLst/>
              <a:ahLst/>
              <a:cxnLst/>
              <a:rect l="l" t="t" r="r" b="b"/>
              <a:pathLst>
                <a:path w="25085" h="29121" extrusionOk="0">
                  <a:moveTo>
                    <a:pt x="12576" y="0"/>
                  </a:moveTo>
                  <a:lnTo>
                    <a:pt x="12576" y="33"/>
                  </a:lnTo>
                  <a:lnTo>
                    <a:pt x="12576" y="9840"/>
                  </a:lnTo>
                  <a:lnTo>
                    <a:pt x="0" y="23217"/>
                  </a:lnTo>
                  <a:lnTo>
                    <a:pt x="7005" y="29121"/>
                  </a:lnTo>
                  <a:lnTo>
                    <a:pt x="21082" y="16612"/>
                  </a:lnTo>
                  <a:cubicBezTo>
                    <a:pt x="23617" y="14344"/>
                    <a:pt x="25085" y="11075"/>
                    <a:pt x="25085" y="7672"/>
                  </a:cubicBezTo>
                  <a:lnTo>
                    <a:pt x="2508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283;p32">
              <a:extLst>
                <a:ext uri="{FF2B5EF4-FFF2-40B4-BE49-F238E27FC236}">
                  <a16:creationId xmlns:a16="http://schemas.microsoft.com/office/drawing/2014/main" id="{06671395-A3D9-FB5F-9ABA-A9196C8AEDF0}"/>
                </a:ext>
              </a:extLst>
            </p:cNvPr>
            <p:cNvSpPr/>
            <p:nvPr/>
          </p:nvSpPr>
          <p:spPr>
            <a:xfrm>
              <a:off x="7627002" y="3850733"/>
              <a:ext cx="345561" cy="169590"/>
            </a:xfrm>
            <a:custGeom>
              <a:avLst/>
              <a:gdLst/>
              <a:ahLst/>
              <a:cxnLst/>
              <a:rect l="l" t="t" r="r" b="b"/>
              <a:pathLst>
                <a:path w="12509" h="6139" extrusionOk="0">
                  <a:moveTo>
                    <a:pt x="0" y="1"/>
                  </a:moveTo>
                  <a:lnTo>
                    <a:pt x="0" y="6139"/>
                  </a:lnTo>
                  <a:lnTo>
                    <a:pt x="12509" y="5371"/>
                  </a:lnTo>
                  <a:lnTo>
                    <a:pt x="12509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284;p32">
              <a:extLst>
                <a:ext uri="{FF2B5EF4-FFF2-40B4-BE49-F238E27FC236}">
                  <a16:creationId xmlns:a16="http://schemas.microsoft.com/office/drawing/2014/main" id="{DE1E0A05-D183-C502-E39A-F55BD7F3DAAF}"/>
                </a:ext>
              </a:extLst>
            </p:cNvPr>
            <p:cNvSpPr/>
            <p:nvPr/>
          </p:nvSpPr>
          <p:spPr>
            <a:xfrm>
              <a:off x="7510893" y="3321792"/>
              <a:ext cx="549213" cy="646922"/>
            </a:xfrm>
            <a:custGeom>
              <a:avLst/>
              <a:gdLst/>
              <a:ahLst/>
              <a:cxnLst/>
              <a:rect l="l" t="t" r="r" b="b"/>
              <a:pathLst>
                <a:path w="19881" h="23418" extrusionOk="0">
                  <a:moveTo>
                    <a:pt x="2168" y="1"/>
                  </a:moveTo>
                  <a:lnTo>
                    <a:pt x="0" y="23418"/>
                  </a:lnTo>
                  <a:lnTo>
                    <a:pt x="19881" y="22183"/>
                  </a:lnTo>
                  <a:lnTo>
                    <a:pt x="13176" y="4437"/>
                  </a:lnTo>
                  <a:cubicBezTo>
                    <a:pt x="11942" y="1735"/>
                    <a:pt x="9273" y="1"/>
                    <a:pt x="63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285;p32">
              <a:extLst>
                <a:ext uri="{FF2B5EF4-FFF2-40B4-BE49-F238E27FC236}">
                  <a16:creationId xmlns:a16="http://schemas.microsoft.com/office/drawing/2014/main" id="{59F072CC-2B84-4DA5-8374-A816174331FE}"/>
                </a:ext>
              </a:extLst>
            </p:cNvPr>
            <p:cNvSpPr/>
            <p:nvPr/>
          </p:nvSpPr>
          <p:spPr>
            <a:xfrm>
              <a:off x="7510893" y="3321792"/>
              <a:ext cx="313323" cy="646922"/>
            </a:xfrm>
            <a:custGeom>
              <a:avLst/>
              <a:gdLst/>
              <a:ahLst/>
              <a:cxnLst/>
              <a:rect l="l" t="t" r="r" b="b"/>
              <a:pathLst>
                <a:path w="11342" h="23418" extrusionOk="0">
                  <a:moveTo>
                    <a:pt x="2168" y="1"/>
                  </a:moveTo>
                  <a:lnTo>
                    <a:pt x="0" y="23418"/>
                  </a:lnTo>
                  <a:lnTo>
                    <a:pt x="0" y="23418"/>
                  </a:lnTo>
                  <a:lnTo>
                    <a:pt x="11341" y="22684"/>
                  </a:lnTo>
                  <a:lnTo>
                    <a:pt x="3402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286;p32">
              <a:extLst>
                <a:ext uri="{FF2B5EF4-FFF2-40B4-BE49-F238E27FC236}">
                  <a16:creationId xmlns:a16="http://schemas.microsoft.com/office/drawing/2014/main" id="{F881D5E1-21A2-4BF5-C489-FFD4F5DF6FD7}"/>
                </a:ext>
              </a:extLst>
            </p:cNvPr>
            <p:cNvSpPr/>
            <p:nvPr/>
          </p:nvSpPr>
          <p:spPr>
            <a:xfrm>
              <a:off x="7140436" y="3733713"/>
              <a:ext cx="25829" cy="488410"/>
            </a:xfrm>
            <a:custGeom>
              <a:avLst/>
              <a:gdLst/>
              <a:ahLst/>
              <a:cxnLst/>
              <a:rect l="l" t="t" r="r" b="b"/>
              <a:pathLst>
                <a:path w="935" h="17680" extrusionOk="0">
                  <a:moveTo>
                    <a:pt x="434" y="0"/>
                  </a:moveTo>
                  <a:cubicBezTo>
                    <a:pt x="267" y="34"/>
                    <a:pt x="101" y="201"/>
                    <a:pt x="101" y="401"/>
                  </a:cubicBezTo>
                  <a:lnTo>
                    <a:pt x="0" y="17246"/>
                  </a:lnTo>
                  <a:cubicBezTo>
                    <a:pt x="0" y="17513"/>
                    <a:pt x="167" y="17680"/>
                    <a:pt x="434" y="17680"/>
                  </a:cubicBezTo>
                  <a:cubicBezTo>
                    <a:pt x="668" y="17680"/>
                    <a:pt x="834" y="17513"/>
                    <a:pt x="834" y="17246"/>
                  </a:cubicBezTo>
                  <a:lnTo>
                    <a:pt x="934" y="401"/>
                  </a:lnTo>
                  <a:cubicBezTo>
                    <a:pt x="934" y="267"/>
                    <a:pt x="901" y="201"/>
                    <a:pt x="801" y="101"/>
                  </a:cubicBezTo>
                  <a:lnTo>
                    <a:pt x="501" y="40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287;p32">
              <a:extLst>
                <a:ext uri="{FF2B5EF4-FFF2-40B4-BE49-F238E27FC236}">
                  <a16:creationId xmlns:a16="http://schemas.microsoft.com/office/drawing/2014/main" id="{44C757AA-F98A-63EF-C77F-4C6C5749C6A2}"/>
                </a:ext>
              </a:extLst>
            </p:cNvPr>
            <p:cNvSpPr/>
            <p:nvPr/>
          </p:nvSpPr>
          <p:spPr>
            <a:xfrm>
              <a:off x="6736829" y="2652182"/>
              <a:ext cx="223017" cy="236553"/>
            </a:xfrm>
            <a:custGeom>
              <a:avLst/>
              <a:gdLst/>
              <a:ahLst/>
              <a:cxnLst/>
              <a:rect l="l" t="t" r="r" b="b"/>
              <a:pathLst>
                <a:path w="8073" h="8563" extrusionOk="0">
                  <a:moveTo>
                    <a:pt x="3830" y="0"/>
                  </a:moveTo>
                  <a:cubicBezTo>
                    <a:pt x="2380" y="0"/>
                    <a:pt x="1150" y="1024"/>
                    <a:pt x="701" y="2157"/>
                  </a:cubicBezTo>
                  <a:cubicBezTo>
                    <a:pt x="0" y="3859"/>
                    <a:pt x="600" y="5960"/>
                    <a:pt x="2035" y="7294"/>
                  </a:cubicBezTo>
                  <a:cubicBezTo>
                    <a:pt x="3308" y="8507"/>
                    <a:pt x="5078" y="8562"/>
                    <a:pt x="6968" y="8562"/>
                  </a:cubicBezTo>
                  <a:cubicBezTo>
                    <a:pt x="7157" y="8562"/>
                    <a:pt x="7348" y="8562"/>
                    <a:pt x="7539" y="8562"/>
                  </a:cubicBezTo>
                  <a:cubicBezTo>
                    <a:pt x="7672" y="5293"/>
                    <a:pt x="8072" y="4159"/>
                    <a:pt x="6371" y="1123"/>
                  </a:cubicBezTo>
                  <a:cubicBezTo>
                    <a:pt x="5521" y="321"/>
                    <a:pt x="4641" y="0"/>
                    <a:pt x="3830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288;p32">
              <a:extLst>
                <a:ext uri="{FF2B5EF4-FFF2-40B4-BE49-F238E27FC236}">
                  <a16:creationId xmlns:a16="http://schemas.microsoft.com/office/drawing/2014/main" id="{B86DB2B7-C9DD-22D4-0B86-F4F788C9E389}"/>
                </a:ext>
              </a:extLst>
            </p:cNvPr>
            <p:cNvSpPr/>
            <p:nvPr/>
          </p:nvSpPr>
          <p:spPr>
            <a:xfrm>
              <a:off x="7273121" y="4055326"/>
              <a:ext cx="389816" cy="408242"/>
            </a:xfrm>
            <a:custGeom>
              <a:avLst/>
              <a:gdLst/>
              <a:ahLst/>
              <a:cxnLst/>
              <a:rect l="l" t="t" r="r" b="b"/>
              <a:pathLst>
                <a:path w="14111" h="14778" extrusionOk="0">
                  <a:moveTo>
                    <a:pt x="13761" y="0"/>
                  </a:moveTo>
                  <a:cubicBezTo>
                    <a:pt x="13686" y="0"/>
                    <a:pt x="13611" y="34"/>
                    <a:pt x="13544" y="100"/>
                  </a:cubicBezTo>
                  <a:lnTo>
                    <a:pt x="134" y="14277"/>
                  </a:lnTo>
                  <a:cubicBezTo>
                    <a:pt x="1" y="14410"/>
                    <a:pt x="1" y="14577"/>
                    <a:pt x="134" y="14677"/>
                  </a:cubicBezTo>
                  <a:cubicBezTo>
                    <a:pt x="201" y="14744"/>
                    <a:pt x="268" y="14777"/>
                    <a:pt x="334" y="14777"/>
                  </a:cubicBezTo>
                  <a:cubicBezTo>
                    <a:pt x="435" y="14777"/>
                    <a:pt x="501" y="14744"/>
                    <a:pt x="535" y="14677"/>
                  </a:cubicBezTo>
                  <a:lnTo>
                    <a:pt x="13978" y="501"/>
                  </a:lnTo>
                  <a:cubicBezTo>
                    <a:pt x="14111" y="400"/>
                    <a:pt x="14111" y="234"/>
                    <a:pt x="13978" y="100"/>
                  </a:cubicBezTo>
                  <a:cubicBezTo>
                    <a:pt x="13911" y="34"/>
                    <a:pt x="13836" y="0"/>
                    <a:pt x="13761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289;p32">
              <a:extLst>
                <a:ext uri="{FF2B5EF4-FFF2-40B4-BE49-F238E27FC236}">
                  <a16:creationId xmlns:a16="http://schemas.microsoft.com/office/drawing/2014/main" id="{40F258C1-90BF-2C65-C043-F522B343BEFD}"/>
                </a:ext>
              </a:extLst>
            </p:cNvPr>
            <p:cNvSpPr/>
            <p:nvPr/>
          </p:nvSpPr>
          <p:spPr>
            <a:xfrm>
              <a:off x="6785643" y="2694256"/>
              <a:ext cx="95886" cy="152076"/>
            </a:xfrm>
            <a:custGeom>
              <a:avLst/>
              <a:gdLst/>
              <a:ahLst/>
              <a:cxnLst/>
              <a:rect l="l" t="t" r="r" b="b"/>
              <a:pathLst>
                <a:path w="3471" h="5505" extrusionOk="0">
                  <a:moveTo>
                    <a:pt x="468" y="1"/>
                  </a:moveTo>
                  <a:cubicBezTo>
                    <a:pt x="301" y="1"/>
                    <a:pt x="168" y="101"/>
                    <a:pt x="134" y="267"/>
                  </a:cubicBezTo>
                  <a:cubicBezTo>
                    <a:pt x="134" y="301"/>
                    <a:pt x="1" y="1135"/>
                    <a:pt x="301" y="2169"/>
                  </a:cubicBezTo>
                  <a:cubicBezTo>
                    <a:pt x="601" y="3169"/>
                    <a:pt x="1269" y="4537"/>
                    <a:pt x="3003" y="5471"/>
                  </a:cubicBezTo>
                  <a:cubicBezTo>
                    <a:pt x="3070" y="5504"/>
                    <a:pt x="3103" y="5504"/>
                    <a:pt x="3137" y="5504"/>
                  </a:cubicBezTo>
                  <a:cubicBezTo>
                    <a:pt x="3237" y="5504"/>
                    <a:pt x="3337" y="5471"/>
                    <a:pt x="3403" y="5304"/>
                  </a:cubicBezTo>
                  <a:cubicBezTo>
                    <a:pt x="3470" y="5171"/>
                    <a:pt x="3403" y="5004"/>
                    <a:pt x="3270" y="4904"/>
                  </a:cubicBezTo>
                  <a:cubicBezTo>
                    <a:pt x="635" y="3503"/>
                    <a:pt x="635" y="34"/>
                    <a:pt x="46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290;p32">
              <a:extLst>
                <a:ext uri="{FF2B5EF4-FFF2-40B4-BE49-F238E27FC236}">
                  <a16:creationId xmlns:a16="http://schemas.microsoft.com/office/drawing/2014/main" id="{39995580-4367-55F5-537B-C7E6DEA90030}"/>
                </a:ext>
              </a:extLst>
            </p:cNvPr>
            <p:cNvSpPr/>
            <p:nvPr/>
          </p:nvSpPr>
          <p:spPr>
            <a:xfrm>
              <a:off x="6559888" y="2283523"/>
              <a:ext cx="552003" cy="935079"/>
            </a:xfrm>
            <a:custGeom>
              <a:avLst/>
              <a:gdLst/>
              <a:ahLst/>
              <a:cxnLst/>
              <a:rect l="l" t="t" r="r" b="b"/>
              <a:pathLst>
                <a:path w="19982" h="33849" extrusionOk="0">
                  <a:moveTo>
                    <a:pt x="6839" y="16470"/>
                  </a:moveTo>
                  <a:cubicBezTo>
                    <a:pt x="6805" y="16570"/>
                    <a:pt x="6805" y="16670"/>
                    <a:pt x="6805" y="16803"/>
                  </a:cubicBezTo>
                  <a:cubicBezTo>
                    <a:pt x="5471" y="18705"/>
                    <a:pt x="4404" y="20806"/>
                    <a:pt x="3837" y="23074"/>
                  </a:cubicBezTo>
                  <a:cubicBezTo>
                    <a:pt x="3770" y="23408"/>
                    <a:pt x="3736" y="23708"/>
                    <a:pt x="3670" y="24042"/>
                  </a:cubicBezTo>
                  <a:cubicBezTo>
                    <a:pt x="3436" y="23375"/>
                    <a:pt x="3303" y="22674"/>
                    <a:pt x="3336" y="21974"/>
                  </a:cubicBezTo>
                  <a:cubicBezTo>
                    <a:pt x="3470" y="20139"/>
                    <a:pt x="4470" y="18404"/>
                    <a:pt x="5905" y="17204"/>
                  </a:cubicBezTo>
                  <a:cubicBezTo>
                    <a:pt x="6172" y="16970"/>
                    <a:pt x="6505" y="16703"/>
                    <a:pt x="6839" y="16470"/>
                  </a:cubicBezTo>
                  <a:close/>
                  <a:moveTo>
                    <a:pt x="18955" y="1"/>
                  </a:moveTo>
                  <a:cubicBezTo>
                    <a:pt x="15372" y="1"/>
                    <a:pt x="10577" y="1076"/>
                    <a:pt x="8273" y="3227"/>
                  </a:cubicBezTo>
                  <a:cubicBezTo>
                    <a:pt x="5905" y="5462"/>
                    <a:pt x="5805" y="9164"/>
                    <a:pt x="6739" y="12467"/>
                  </a:cubicBezTo>
                  <a:cubicBezTo>
                    <a:pt x="6005" y="13034"/>
                    <a:pt x="5738" y="14068"/>
                    <a:pt x="6172" y="14969"/>
                  </a:cubicBezTo>
                  <a:lnTo>
                    <a:pt x="6172" y="15002"/>
                  </a:lnTo>
                  <a:cubicBezTo>
                    <a:pt x="6305" y="15235"/>
                    <a:pt x="6505" y="15502"/>
                    <a:pt x="6739" y="15669"/>
                  </a:cubicBezTo>
                  <a:cubicBezTo>
                    <a:pt x="6172" y="15836"/>
                    <a:pt x="5671" y="16036"/>
                    <a:pt x="5137" y="16203"/>
                  </a:cubicBezTo>
                  <a:cubicBezTo>
                    <a:pt x="3269" y="16970"/>
                    <a:pt x="1368" y="18138"/>
                    <a:pt x="634" y="20006"/>
                  </a:cubicBezTo>
                  <a:cubicBezTo>
                    <a:pt x="0" y="21573"/>
                    <a:pt x="267" y="23475"/>
                    <a:pt x="1335" y="24809"/>
                  </a:cubicBezTo>
                  <a:cubicBezTo>
                    <a:pt x="1935" y="25510"/>
                    <a:pt x="2702" y="26043"/>
                    <a:pt x="3603" y="26343"/>
                  </a:cubicBezTo>
                  <a:cubicBezTo>
                    <a:pt x="3703" y="28211"/>
                    <a:pt x="4270" y="30013"/>
                    <a:pt x="5438" y="31480"/>
                  </a:cubicBezTo>
                  <a:cubicBezTo>
                    <a:pt x="6338" y="32581"/>
                    <a:pt x="7606" y="33415"/>
                    <a:pt x="9007" y="33849"/>
                  </a:cubicBezTo>
                  <a:cubicBezTo>
                    <a:pt x="9007" y="33182"/>
                    <a:pt x="9040" y="32481"/>
                    <a:pt x="9107" y="31814"/>
                  </a:cubicBezTo>
                  <a:cubicBezTo>
                    <a:pt x="8640" y="31214"/>
                    <a:pt x="8273" y="30546"/>
                    <a:pt x="8106" y="29879"/>
                  </a:cubicBezTo>
                  <a:cubicBezTo>
                    <a:pt x="7773" y="28745"/>
                    <a:pt x="7706" y="27644"/>
                    <a:pt x="7839" y="26477"/>
                  </a:cubicBezTo>
                  <a:lnTo>
                    <a:pt x="7839" y="26477"/>
                  </a:lnTo>
                  <a:cubicBezTo>
                    <a:pt x="8173" y="27644"/>
                    <a:pt x="8707" y="28712"/>
                    <a:pt x="9441" y="29713"/>
                  </a:cubicBezTo>
                  <a:cubicBezTo>
                    <a:pt x="10008" y="27111"/>
                    <a:pt x="11142" y="24576"/>
                    <a:pt x="13043" y="22174"/>
                  </a:cubicBezTo>
                  <a:cubicBezTo>
                    <a:pt x="18680" y="15202"/>
                    <a:pt x="19981" y="6796"/>
                    <a:pt x="19848" y="25"/>
                  </a:cubicBezTo>
                  <a:cubicBezTo>
                    <a:pt x="19561" y="9"/>
                    <a:pt x="19263" y="1"/>
                    <a:pt x="18955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291;p32">
              <a:extLst>
                <a:ext uri="{FF2B5EF4-FFF2-40B4-BE49-F238E27FC236}">
                  <a16:creationId xmlns:a16="http://schemas.microsoft.com/office/drawing/2014/main" id="{B9EA65C5-18C3-F2CE-B6C0-ADBA2F0938EC}"/>
                </a:ext>
              </a:extLst>
            </p:cNvPr>
            <p:cNvSpPr/>
            <p:nvPr/>
          </p:nvSpPr>
          <p:spPr>
            <a:xfrm>
              <a:off x="6148906" y="3343920"/>
              <a:ext cx="911376" cy="1251413"/>
            </a:xfrm>
            <a:custGeom>
              <a:avLst/>
              <a:gdLst/>
              <a:ahLst/>
              <a:cxnLst/>
              <a:rect l="l" t="t" r="r" b="b"/>
              <a:pathLst>
                <a:path w="32991" h="45300" extrusionOk="0">
                  <a:moveTo>
                    <a:pt x="24318" y="0"/>
                  </a:moveTo>
                  <a:cubicBezTo>
                    <a:pt x="23384" y="467"/>
                    <a:pt x="22516" y="1101"/>
                    <a:pt x="21849" y="1868"/>
                  </a:cubicBezTo>
                  <a:lnTo>
                    <a:pt x="9707" y="16846"/>
                  </a:lnTo>
                  <a:lnTo>
                    <a:pt x="13710" y="18981"/>
                  </a:lnTo>
                  <a:lnTo>
                    <a:pt x="0" y="37961"/>
                  </a:lnTo>
                  <a:lnTo>
                    <a:pt x="10141" y="45299"/>
                  </a:lnTo>
                  <a:lnTo>
                    <a:pt x="23183" y="27187"/>
                  </a:lnTo>
                  <a:lnTo>
                    <a:pt x="24818" y="24952"/>
                  </a:lnTo>
                  <a:lnTo>
                    <a:pt x="24951" y="25018"/>
                  </a:lnTo>
                  <a:cubicBezTo>
                    <a:pt x="25618" y="27020"/>
                    <a:pt x="26386" y="29121"/>
                    <a:pt x="27186" y="30856"/>
                  </a:cubicBezTo>
                  <a:lnTo>
                    <a:pt x="32957" y="17513"/>
                  </a:lnTo>
                  <a:cubicBezTo>
                    <a:pt x="32990" y="17513"/>
                    <a:pt x="26152" y="9507"/>
                    <a:pt x="24318" y="0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292;p32">
              <a:extLst>
                <a:ext uri="{FF2B5EF4-FFF2-40B4-BE49-F238E27FC236}">
                  <a16:creationId xmlns:a16="http://schemas.microsoft.com/office/drawing/2014/main" id="{0386FF37-3FA5-E79C-27C9-FF558AE2E613}"/>
                </a:ext>
              </a:extLst>
            </p:cNvPr>
            <p:cNvSpPr/>
            <p:nvPr/>
          </p:nvSpPr>
          <p:spPr>
            <a:xfrm>
              <a:off x="6205096" y="4708664"/>
              <a:ext cx="810959" cy="130887"/>
            </a:xfrm>
            <a:custGeom>
              <a:avLst/>
              <a:gdLst/>
              <a:ahLst/>
              <a:cxnLst/>
              <a:rect l="l" t="t" r="r" b="b"/>
              <a:pathLst>
                <a:path w="29356" h="4738" extrusionOk="0">
                  <a:moveTo>
                    <a:pt x="1" y="0"/>
                  </a:moveTo>
                  <a:lnTo>
                    <a:pt x="1" y="4737"/>
                  </a:lnTo>
                  <a:lnTo>
                    <a:pt x="27020" y="4737"/>
                  </a:lnTo>
                  <a:cubicBezTo>
                    <a:pt x="28321" y="4737"/>
                    <a:pt x="29355" y="3670"/>
                    <a:pt x="29355" y="2335"/>
                  </a:cubicBezTo>
                  <a:cubicBezTo>
                    <a:pt x="29355" y="1068"/>
                    <a:pt x="28321" y="0"/>
                    <a:pt x="270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293;p32">
              <a:extLst>
                <a:ext uri="{FF2B5EF4-FFF2-40B4-BE49-F238E27FC236}">
                  <a16:creationId xmlns:a16="http://schemas.microsoft.com/office/drawing/2014/main" id="{29C33B95-A803-695A-F65A-5DF54451FF7C}"/>
                </a:ext>
              </a:extLst>
            </p:cNvPr>
            <p:cNvSpPr/>
            <p:nvPr/>
          </p:nvSpPr>
          <p:spPr>
            <a:xfrm>
              <a:off x="5432883" y="4016623"/>
              <a:ext cx="1156493" cy="822921"/>
            </a:xfrm>
            <a:custGeom>
              <a:avLst/>
              <a:gdLst/>
              <a:ahLst/>
              <a:cxnLst/>
              <a:rect l="l" t="t" r="r" b="b"/>
              <a:pathLst>
                <a:path w="41864" h="29789" extrusionOk="0">
                  <a:moveTo>
                    <a:pt x="3703" y="0"/>
                  </a:moveTo>
                  <a:cubicBezTo>
                    <a:pt x="1568" y="0"/>
                    <a:pt x="1" y="2002"/>
                    <a:pt x="434" y="4103"/>
                  </a:cubicBezTo>
                  <a:lnTo>
                    <a:pt x="5671" y="27186"/>
                  </a:lnTo>
                  <a:cubicBezTo>
                    <a:pt x="6005" y="28687"/>
                    <a:pt x="7373" y="29788"/>
                    <a:pt x="8907" y="29788"/>
                  </a:cubicBezTo>
                  <a:lnTo>
                    <a:pt x="38095" y="29788"/>
                  </a:lnTo>
                  <a:cubicBezTo>
                    <a:pt x="40263" y="29788"/>
                    <a:pt x="41864" y="27820"/>
                    <a:pt x="41364" y="25685"/>
                  </a:cubicBezTo>
                  <a:lnTo>
                    <a:pt x="36126" y="2602"/>
                  </a:lnTo>
                  <a:cubicBezTo>
                    <a:pt x="35793" y="1101"/>
                    <a:pt x="34425" y="0"/>
                    <a:pt x="328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294;p32">
              <a:extLst>
                <a:ext uri="{FF2B5EF4-FFF2-40B4-BE49-F238E27FC236}">
                  <a16:creationId xmlns:a16="http://schemas.microsoft.com/office/drawing/2014/main" id="{0CAEE1DB-23CB-43BC-62B6-722BA8665048}"/>
                </a:ext>
              </a:extLst>
            </p:cNvPr>
            <p:cNvSpPr/>
            <p:nvPr/>
          </p:nvSpPr>
          <p:spPr>
            <a:xfrm>
              <a:off x="6342421" y="4017535"/>
              <a:ext cx="339125" cy="822921"/>
            </a:xfrm>
            <a:custGeom>
              <a:avLst/>
              <a:gdLst/>
              <a:ahLst/>
              <a:cxnLst/>
              <a:rect l="l" t="t" r="r" b="b"/>
              <a:pathLst>
                <a:path w="12276" h="29789" extrusionOk="0">
                  <a:moveTo>
                    <a:pt x="0" y="1"/>
                  </a:moveTo>
                  <a:cubicBezTo>
                    <a:pt x="1535" y="1"/>
                    <a:pt x="2936" y="1101"/>
                    <a:pt x="3269" y="2602"/>
                  </a:cubicBezTo>
                  <a:lnTo>
                    <a:pt x="8473" y="25686"/>
                  </a:lnTo>
                  <a:cubicBezTo>
                    <a:pt x="8940" y="27787"/>
                    <a:pt x="7339" y="29788"/>
                    <a:pt x="5204" y="29788"/>
                  </a:cubicBezTo>
                  <a:lnTo>
                    <a:pt x="8540" y="29788"/>
                  </a:lnTo>
                  <a:cubicBezTo>
                    <a:pt x="10674" y="29755"/>
                    <a:pt x="12276" y="27787"/>
                    <a:pt x="11809" y="25686"/>
                  </a:cubicBezTo>
                  <a:lnTo>
                    <a:pt x="6605" y="2602"/>
                  </a:lnTo>
                  <a:cubicBezTo>
                    <a:pt x="6271" y="1068"/>
                    <a:pt x="4870" y="1"/>
                    <a:pt x="33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295;p32">
              <a:extLst>
                <a:ext uri="{FF2B5EF4-FFF2-40B4-BE49-F238E27FC236}">
                  <a16:creationId xmlns:a16="http://schemas.microsoft.com/office/drawing/2014/main" id="{932A5751-E2B2-68DF-FC28-36D8FE5E38C4}"/>
                </a:ext>
              </a:extLst>
            </p:cNvPr>
            <p:cNvSpPr/>
            <p:nvPr/>
          </p:nvSpPr>
          <p:spPr>
            <a:xfrm>
              <a:off x="5429209" y="4017535"/>
              <a:ext cx="1133454" cy="822921"/>
            </a:xfrm>
            <a:custGeom>
              <a:avLst/>
              <a:gdLst/>
              <a:ahLst/>
              <a:cxnLst/>
              <a:rect l="l" t="t" r="r" b="b"/>
              <a:pathLst>
                <a:path w="41030" h="29789" extrusionOk="0">
                  <a:moveTo>
                    <a:pt x="3836" y="1"/>
                  </a:moveTo>
                  <a:cubicBezTo>
                    <a:pt x="1701" y="1"/>
                    <a:pt x="134" y="2002"/>
                    <a:pt x="567" y="4103"/>
                  </a:cubicBezTo>
                  <a:lnTo>
                    <a:pt x="5804" y="27187"/>
                  </a:lnTo>
                  <a:cubicBezTo>
                    <a:pt x="6138" y="28754"/>
                    <a:pt x="7506" y="29788"/>
                    <a:pt x="9040" y="29788"/>
                  </a:cubicBezTo>
                  <a:lnTo>
                    <a:pt x="38228" y="29788"/>
                  </a:lnTo>
                  <a:cubicBezTo>
                    <a:pt x="39395" y="29755"/>
                    <a:pt x="40396" y="29155"/>
                    <a:pt x="41030" y="28287"/>
                  </a:cubicBezTo>
                  <a:cubicBezTo>
                    <a:pt x="0" y="28287"/>
                    <a:pt x="10141" y="2135"/>
                    <a:pt x="11742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296;p32">
              <a:extLst>
                <a:ext uri="{FF2B5EF4-FFF2-40B4-BE49-F238E27FC236}">
                  <a16:creationId xmlns:a16="http://schemas.microsoft.com/office/drawing/2014/main" id="{289F143D-6556-F9EE-4ED2-4E8F9372157A}"/>
                </a:ext>
              </a:extLst>
            </p:cNvPr>
            <p:cNvSpPr/>
            <p:nvPr/>
          </p:nvSpPr>
          <p:spPr>
            <a:xfrm>
              <a:off x="5803339" y="4273704"/>
              <a:ext cx="317936" cy="304124"/>
            </a:xfrm>
            <a:custGeom>
              <a:avLst/>
              <a:gdLst/>
              <a:ahLst/>
              <a:cxnLst/>
              <a:rect l="l" t="t" r="r" b="b"/>
              <a:pathLst>
                <a:path w="11509" h="11009" extrusionOk="0">
                  <a:moveTo>
                    <a:pt x="10341" y="1"/>
                  </a:moveTo>
                  <a:cubicBezTo>
                    <a:pt x="9007" y="1"/>
                    <a:pt x="7706" y="568"/>
                    <a:pt x="6672" y="1569"/>
                  </a:cubicBezTo>
                  <a:cubicBezTo>
                    <a:pt x="6138" y="1368"/>
                    <a:pt x="5504" y="1235"/>
                    <a:pt x="4870" y="1235"/>
                  </a:cubicBezTo>
                  <a:cubicBezTo>
                    <a:pt x="2168" y="1235"/>
                    <a:pt x="0" y="3437"/>
                    <a:pt x="0" y="6139"/>
                  </a:cubicBezTo>
                  <a:cubicBezTo>
                    <a:pt x="0" y="8840"/>
                    <a:pt x="2202" y="11009"/>
                    <a:pt x="4870" y="11009"/>
                  </a:cubicBezTo>
                  <a:cubicBezTo>
                    <a:pt x="7572" y="11009"/>
                    <a:pt x="9741" y="8807"/>
                    <a:pt x="9741" y="6139"/>
                  </a:cubicBezTo>
                  <a:cubicBezTo>
                    <a:pt x="9741" y="5672"/>
                    <a:pt x="9674" y="5238"/>
                    <a:pt x="9574" y="4838"/>
                  </a:cubicBezTo>
                  <a:cubicBezTo>
                    <a:pt x="9707" y="4704"/>
                    <a:pt x="9841" y="4637"/>
                    <a:pt x="9974" y="4504"/>
                  </a:cubicBezTo>
                  <a:cubicBezTo>
                    <a:pt x="11041" y="3403"/>
                    <a:pt x="11508" y="1735"/>
                    <a:pt x="11108" y="301"/>
                  </a:cubicBezTo>
                  <a:cubicBezTo>
                    <a:pt x="11041" y="134"/>
                    <a:pt x="10875" y="1"/>
                    <a:pt x="10708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297;p32">
              <a:extLst>
                <a:ext uri="{FF2B5EF4-FFF2-40B4-BE49-F238E27FC236}">
                  <a16:creationId xmlns:a16="http://schemas.microsoft.com/office/drawing/2014/main" id="{1EF68D0E-D9E0-FA22-C49F-C6AD74D3A897}"/>
                </a:ext>
              </a:extLst>
            </p:cNvPr>
            <p:cNvSpPr/>
            <p:nvPr/>
          </p:nvSpPr>
          <p:spPr>
            <a:xfrm>
              <a:off x="5929588" y="4260803"/>
              <a:ext cx="204591" cy="187104"/>
            </a:xfrm>
            <a:custGeom>
              <a:avLst/>
              <a:gdLst/>
              <a:ahLst/>
              <a:cxnLst/>
              <a:rect l="l" t="t" r="r" b="b"/>
              <a:pathLst>
                <a:path w="7406" h="6773" extrusionOk="0">
                  <a:moveTo>
                    <a:pt x="6138" y="835"/>
                  </a:moveTo>
                  <a:cubicBezTo>
                    <a:pt x="6538" y="2169"/>
                    <a:pt x="6105" y="3637"/>
                    <a:pt x="5137" y="4637"/>
                  </a:cubicBezTo>
                  <a:cubicBezTo>
                    <a:pt x="4303" y="5471"/>
                    <a:pt x="3069" y="5872"/>
                    <a:pt x="1601" y="5872"/>
                  </a:cubicBezTo>
                  <a:cubicBezTo>
                    <a:pt x="1401" y="5872"/>
                    <a:pt x="1168" y="5872"/>
                    <a:pt x="934" y="5838"/>
                  </a:cubicBezTo>
                  <a:cubicBezTo>
                    <a:pt x="801" y="3303"/>
                    <a:pt x="3202" y="835"/>
                    <a:pt x="5771" y="835"/>
                  </a:cubicBezTo>
                  <a:close/>
                  <a:moveTo>
                    <a:pt x="5771" y="1"/>
                  </a:moveTo>
                  <a:cubicBezTo>
                    <a:pt x="4270" y="1"/>
                    <a:pt x="2802" y="668"/>
                    <a:pt x="1668" y="1835"/>
                  </a:cubicBezTo>
                  <a:cubicBezTo>
                    <a:pt x="601" y="3003"/>
                    <a:pt x="0" y="4471"/>
                    <a:pt x="100" y="5938"/>
                  </a:cubicBezTo>
                  <a:cubicBezTo>
                    <a:pt x="134" y="6339"/>
                    <a:pt x="467" y="6672"/>
                    <a:pt x="901" y="6706"/>
                  </a:cubicBezTo>
                  <a:cubicBezTo>
                    <a:pt x="1134" y="6706"/>
                    <a:pt x="1401" y="6772"/>
                    <a:pt x="1635" y="6772"/>
                  </a:cubicBezTo>
                  <a:cubicBezTo>
                    <a:pt x="3336" y="6772"/>
                    <a:pt x="4770" y="6205"/>
                    <a:pt x="5771" y="5271"/>
                  </a:cubicBezTo>
                  <a:cubicBezTo>
                    <a:pt x="6938" y="4104"/>
                    <a:pt x="7405" y="2236"/>
                    <a:pt x="6972" y="668"/>
                  </a:cubicBezTo>
                  <a:cubicBezTo>
                    <a:pt x="6905" y="334"/>
                    <a:pt x="6605" y="101"/>
                    <a:pt x="6238" y="34"/>
                  </a:cubicBezTo>
                  <a:cubicBezTo>
                    <a:pt x="6071" y="1"/>
                    <a:pt x="5904" y="1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298;p32">
              <a:extLst>
                <a:ext uri="{FF2B5EF4-FFF2-40B4-BE49-F238E27FC236}">
                  <a16:creationId xmlns:a16="http://schemas.microsoft.com/office/drawing/2014/main" id="{3269A0C3-E64F-DE6A-4C79-5D257B699363}"/>
                </a:ext>
              </a:extLst>
            </p:cNvPr>
            <p:cNvSpPr/>
            <p:nvPr/>
          </p:nvSpPr>
          <p:spPr>
            <a:xfrm>
              <a:off x="6872276" y="4448793"/>
              <a:ext cx="603606" cy="466476"/>
            </a:xfrm>
            <a:custGeom>
              <a:avLst/>
              <a:gdLst/>
              <a:ahLst/>
              <a:cxnLst/>
              <a:rect l="l" t="t" r="r" b="b"/>
              <a:pathLst>
                <a:path w="21850" h="16886" extrusionOk="0">
                  <a:moveTo>
                    <a:pt x="14778" y="1"/>
                  </a:moveTo>
                  <a:lnTo>
                    <a:pt x="3503" y="5905"/>
                  </a:lnTo>
                  <a:lnTo>
                    <a:pt x="468" y="12076"/>
                  </a:lnTo>
                  <a:cubicBezTo>
                    <a:pt x="1" y="13043"/>
                    <a:pt x="434" y="14211"/>
                    <a:pt x="1435" y="14678"/>
                  </a:cubicBezTo>
                  <a:cubicBezTo>
                    <a:pt x="1679" y="14773"/>
                    <a:pt x="1945" y="14824"/>
                    <a:pt x="2211" y="14824"/>
                  </a:cubicBezTo>
                  <a:cubicBezTo>
                    <a:pt x="2599" y="14824"/>
                    <a:pt x="2986" y="14715"/>
                    <a:pt x="3303" y="14478"/>
                  </a:cubicBezTo>
                  <a:lnTo>
                    <a:pt x="3803" y="14144"/>
                  </a:lnTo>
                  <a:lnTo>
                    <a:pt x="3803" y="14144"/>
                  </a:lnTo>
                  <a:cubicBezTo>
                    <a:pt x="3336" y="15045"/>
                    <a:pt x="3837" y="16146"/>
                    <a:pt x="4837" y="16379"/>
                  </a:cubicBezTo>
                  <a:lnTo>
                    <a:pt x="4937" y="16412"/>
                  </a:lnTo>
                  <a:cubicBezTo>
                    <a:pt x="5082" y="16457"/>
                    <a:pt x="5230" y="16479"/>
                    <a:pt x="5377" y="16479"/>
                  </a:cubicBezTo>
                  <a:cubicBezTo>
                    <a:pt x="5671" y="16479"/>
                    <a:pt x="5960" y="16390"/>
                    <a:pt x="6205" y="16212"/>
                  </a:cubicBezTo>
                  <a:lnTo>
                    <a:pt x="7206" y="15578"/>
                  </a:lnTo>
                  <a:lnTo>
                    <a:pt x="7206" y="15578"/>
                  </a:lnTo>
                  <a:cubicBezTo>
                    <a:pt x="7006" y="16146"/>
                    <a:pt x="7339" y="16713"/>
                    <a:pt x="7940" y="16846"/>
                  </a:cubicBezTo>
                  <a:cubicBezTo>
                    <a:pt x="8095" y="16873"/>
                    <a:pt x="8251" y="16886"/>
                    <a:pt x="8406" y="16886"/>
                  </a:cubicBezTo>
                  <a:cubicBezTo>
                    <a:pt x="9408" y="16886"/>
                    <a:pt x="10350" y="16337"/>
                    <a:pt x="10842" y="15412"/>
                  </a:cubicBezTo>
                  <a:lnTo>
                    <a:pt x="13177" y="11175"/>
                  </a:lnTo>
                  <a:lnTo>
                    <a:pt x="16079" y="9674"/>
                  </a:lnTo>
                  <a:lnTo>
                    <a:pt x="14678" y="14011"/>
                  </a:lnTo>
                  <a:cubicBezTo>
                    <a:pt x="14077" y="14811"/>
                    <a:pt x="14377" y="15912"/>
                    <a:pt x="15211" y="16412"/>
                  </a:cubicBezTo>
                  <a:cubicBezTo>
                    <a:pt x="15481" y="16565"/>
                    <a:pt x="15776" y="16639"/>
                    <a:pt x="16064" y="16639"/>
                  </a:cubicBezTo>
                  <a:cubicBezTo>
                    <a:pt x="16593" y="16639"/>
                    <a:pt x="17099" y="16388"/>
                    <a:pt x="17380" y="15912"/>
                  </a:cubicBezTo>
                  <a:lnTo>
                    <a:pt x="19948" y="12276"/>
                  </a:lnTo>
                  <a:lnTo>
                    <a:pt x="21849" y="5938"/>
                  </a:lnTo>
                  <a:lnTo>
                    <a:pt x="14778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299;p32">
              <a:extLst>
                <a:ext uri="{FF2B5EF4-FFF2-40B4-BE49-F238E27FC236}">
                  <a16:creationId xmlns:a16="http://schemas.microsoft.com/office/drawing/2014/main" id="{E97AD319-47B5-5E32-5985-9D1E27AC7B2A}"/>
                </a:ext>
              </a:extLst>
            </p:cNvPr>
            <p:cNvSpPr/>
            <p:nvPr/>
          </p:nvSpPr>
          <p:spPr>
            <a:xfrm>
              <a:off x="6968109" y="4593715"/>
              <a:ext cx="204591" cy="253183"/>
            </a:xfrm>
            <a:custGeom>
              <a:avLst/>
              <a:gdLst/>
              <a:ahLst/>
              <a:cxnLst/>
              <a:rect l="l" t="t" r="r" b="b"/>
              <a:pathLst>
                <a:path w="7406" h="9165" extrusionOk="0">
                  <a:moveTo>
                    <a:pt x="7114" y="0"/>
                  </a:moveTo>
                  <a:cubicBezTo>
                    <a:pt x="7062" y="0"/>
                    <a:pt x="7012" y="19"/>
                    <a:pt x="6972" y="58"/>
                  </a:cubicBezTo>
                  <a:lnTo>
                    <a:pt x="3903" y="2160"/>
                  </a:lnTo>
                  <a:cubicBezTo>
                    <a:pt x="3870" y="2160"/>
                    <a:pt x="3870" y="2227"/>
                    <a:pt x="3837" y="2260"/>
                  </a:cubicBezTo>
                  <a:lnTo>
                    <a:pt x="67" y="8765"/>
                  </a:lnTo>
                  <a:cubicBezTo>
                    <a:pt x="1" y="8898"/>
                    <a:pt x="34" y="9065"/>
                    <a:pt x="167" y="9132"/>
                  </a:cubicBezTo>
                  <a:cubicBezTo>
                    <a:pt x="201" y="9165"/>
                    <a:pt x="234" y="9165"/>
                    <a:pt x="301" y="9165"/>
                  </a:cubicBezTo>
                  <a:cubicBezTo>
                    <a:pt x="401" y="9165"/>
                    <a:pt x="501" y="9132"/>
                    <a:pt x="534" y="9065"/>
                  </a:cubicBezTo>
                  <a:lnTo>
                    <a:pt x="4237" y="2594"/>
                  </a:lnTo>
                  <a:lnTo>
                    <a:pt x="7239" y="492"/>
                  </a:lnTo>
                  <a:cubicBezTo>
                    <a:pt x="7373" y="425"/>
                    <a:pt x="7406" y="259"/>
                    <a:pt x="7339" y="125"/>
                  </a:cubicBezTo>
                  <a:cubicBezTo>
                    <a:pt x="7279" y="44"/>
                    <a:pt x="7194" y="0"/>
                    <a:pt x="7114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00;p32">
              <a:extLst>
                <a:ext uri="{FF2B5EF4-FFF2-40B4-BE49-F238E27FC236}">
                  <a16:creationId xmlns:a16="http://schemas.microsoft.com/office/drawing/2014/main" id="{3951C75C-8BFE-4CE4-398A-550FFB3B2D5E}"/>
                </a:ext>
              </a:extLst>
            </p:cNvPr>
            <p:cNvSpPr/>
            <p:nvPr/>
          </p:nvSpPr>
          <p:spPr>
            <a:xfrm>
              <a:off x="7061179" y="4656756"/>
              <a:ext cx="181579" cy="230696"/>
            </a:xfrm>
            <a:custGeom>
              <a:avLst/>
              <a:gdLst/>
              <a:ahLst/>
              <a:cxnLst/>
              <a:rect l="l" t="t" r="r" b="b"/>
              <a:pathLst>
                <a:path w="6573" h="8351" extrusionOk="0">
                  <a:moveTo>
                    <a:pt x="6250" y="1"/>
                  </a:moveTo>
                  <a:cubicBezTo>
                    <a:pt x="6188" y="1"/>
                    <a:pt x="6127" y="17"/>
                    <a:pt x="6072" y="45"/>
                  </a:cubicBezTo>
                  <a:lnTo>
                    <a:pt x="2703" y="2980"/>
                  </a:lnTo>
                  <a:cubicBezTo>
                    <a:pt x="2669" y="3014"/>
                    <a:pt x="2636" y="3014"/>
                    <a:pt x="2636" y="3047"/>
                  </a:cubicBezTo>
                  <a:lnTo>
                    <a:pt x="101" y="7950"/>
                  </a:lnTo>
                  <a:cubicBezTo>
                    <a:pt x="1" y="8050"/>
                    <a:pt x="101" y="8217"/>
                    <a:pt x="201" y="8317"/>
                  </a:cubicBezTo>
                  <a:cubicBezTo>
                    <a:pt x="268" y="8351"/>
                    <a:pt x="301" y="8351"/>
                    <a:pt x="334" y="8351"/>
                  </a:cubicBezTo>
                  <a:cubicBezTo>
                    <a:pt x="468" y="8351"/>
                    <a:pt x="534" y="8284"/>
                    <a:pt x="635" y="8217"/>
                  </a:cubicBezTo>
                  <a:lnTo>
                    <a:pt x="3136" y="3380"/>
                  </a:lnTo>
                  <a:lnTo>
                    <a:pt x="6472" y="512"/>
                  </a:lnTo>
                  <a:cubicBezTo>
                    <a:pt x="6572" y="378"/>
                    <a:pt x="6572" y="212"/>
                    <a:pt x="6505" y="111"/>
                  </a:cubicBezTo>
                  <a:cubicBezTo>
                    <a:pt x="6427" y="33"/>
                    <a:pt x="6338" y="1"/>
                    <a:pt x="6250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6" name="TextBox 365">
            <a:extLst>
              <a:ext uri="{FF2B5EF4-FFF2-40B4-BE49-F238E27FC236}">
                <a16:creationId xmlns:a16="http://schemas.microsoft.com/office/drawing/2014/main" id="{58ABF050-C72F-C8DA-B6F7-3778F6DEEA31}"/>
              </a:ext>
            </a:extLst>
          </p:cNvPr>
          <p:cNvSpPr txBox="1"/>
          <p:nvPr/>
        </p:nvSpPr>
        <p:spPr>
          <a:xfrm>
            <a:off x="-598607" y="-5873905"/>
            <a:ext cx="51358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solidFill>
                  <a:schemeClr val="accent1"/>
                </a:solidFill>
              </a:rPr>
              <a:t>PHÁT TRIỂN DỰ ÁN CÔNG NGHỆ THÔNG TIN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CAC8ECE0-76EA-57F5-F58A-773FC48FB179}"/>
              </a:ext>
            </a:extLst>
          </p:cNvPr>
          <p:cNvSpPr txBox="1"/>
          <p:nvPr/>
        </p:nvSpPr>
        <p:spPr>
          <a:xfrm>
            <a:off x="52831" y="-4473146"/>
            <a:ext cx="3833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1"/>
                </a:solidFill>
              </a:rPr>
              <a:t>NHÓM 8: TÌM HIỂU CHUNG CÁC CÔNG CỤ PHỔ BIẾN QUẢN LÝ DỰ ÁN THEO </a:t>
            </a:r>
            <a:r>
              <a:rPr lang="en-US" sz="1800">
                <a:solidFill>
                  <a:srgbClr val="FFFF00"/>
                </a:solidFill>
              </a:rPr>
              <a:t>SCRUM</a:t>
            </a:r>
          </a:p>
        </p:txBody>
      </p:sp>
      <p:graphicFrame>
        <p:nvGraphicFramePr>
          <p:cNvPr id="368" name="Table 367">
            <a:extLst>
              <a:ext uri="{FF2B5EF4-FFF2-40B4-BE49-F238E27FC236}">
                <a16:creationId xmlns:a16="http://schemas.microsoft.com/office/drawing/2014/main" id="{5121BDC6-E193-AC83-FD12-ACDE7D711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365260"/>
              </p:ext>
            </p:extLst>
          </p:nvPr>
        </p:nvGraphicFramePr>
        <p:xfrm>
          <a:off x="52831" y="-3226275"/>
          <a:ext cx="461034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8862">
                  <a:extLst>
                    <a:ext uri="{9D8B030D-6E8A-4147-A177-3AD203B41FA5}">
                      <a16:colId xmlns:a16="http://schemas.microsoft.com/office/drawing/2014/main" val="726600233"/>
                    </a:ext>
                  </a:extLst>
                </a:gridCol>
                <a:gridCol w="2861478">
                  <a:extLst>
                    <a:ext uri="{9D8B030D-6E8A-4147-A177-3AD203B41FA5}">
                      <a16:colId xmlns:a16="http://schemas.microsoft.com/office/drawing/2014/main" val="3100317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GVHD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ThS</a:t>
                      </a:r>
                      <a:r>
                        <a:rPr lang="en-US"/>
                        <a:t>. Nguyễn Đức Lưu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690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Nhóm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thực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hiện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50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Lớp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học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phần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20251IT6071001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25120"/>
                  </a:ext>
                </a:extLst>
              </a:tr>
            </a:tbl>
          </a:graphicData>
        </a:graphic>
      </p:graphicFrame>
      <p:sp>
        <p:nvSpPr>
          <p:cNvPr id="708" name="noidung6">
            <a:extLst>
              <a:ext uri="{FF2B5EF4-FFF2-40B4-BE49-F238E27FC236}">
                <a16:creationId xmlns:a16="http://schemas.microsoft.com/office/drawing/2014/main" id="{E7ACD80C-E0F1-CFC7-DE48-7C91C09B0800}"/>
              </a:ext>
            </a:extLst>
          </p:cNvPr>
          <p:cNvSpPr txBox="1">
            <a:spLocks/>
          </p:cNvSpPr>
          <p:nvPr/>
        </p:nvSpPr>
        <p:spPr>
          <a:xfrm>
            <a:off x="6317173" y="11882663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Củng cố bài học</a:t>
            </a:r>
          </a:p>
        </p:txBody>
      </p:sp>
      <p:sp>
        <p:nvSpPr>
          <p:cNvPr id="709" name="noidung4">
            <a:extLst>
              <a:ext uri="{FF2B5EF4-FFF2-40B4-BE49-F238E27FC236}">
                <a16:creationId xmlns:a16="http://schemas.microsoft.com/office/drawing/2014/main" id="{18AC1AD0-5D05-DDA0-BCE9-BF0607113CA6}"/>
              </a:ext>
            </a:extLst>
          </p:cNvPr>
          <p:cNvSpPr txBox="1">
            <a:spLocks/>
          </p:cNvSpPr>
          <p:nvPr/>
        </p:nvSpPr>
        <p:spPr>
          <a:xfrm>
            <a:off x="685273" y="11882663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So sánh và khuyến nghị</a:t>
            </a:r>
          </a:p>
        </p:txBody>
      </p:sp>
      <p:sp>
        <p:nvSpPr>
          <p:cNvPr id="710" name="noidung5">
            <a:extLst>
              <a:ext uri="{FF2B5EF4-FFF2-40B4-BE49-F238E27FC236}">
                <a16:creationId xmlns:a16="http://schemas.microsoft.com/office/drawing/2014/main" id="{1CCDA0A2-BAC6-F0D2-EA85-E74BEBE8C251}"/>
              </a:ext>
            </a:extLst>
          </p:cNvPr>
          <p:cNvSpPr txBox="1">
            <a:spLocks/>
          </p:cNvSpPr>
          <p:nvPr/>
        </p:nvSpPr>
        <p:spPr>
          <a:xfrm>
            <a:off x="3501223" y="11882663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Tổng kết</a:t>
            </a:r>
          </a:p>
        </p:txBody>
      </p:sp>
      <p:sp>
        <p:nvSpPr>
          <p:cNvPr id="711" name="chitiet1">
            <a:extLst>
              <a:ext uri="{FF2B5EF4-FFF2-40B4-BE49-F238E27FC236}">
                <a16:creationId xmlns:a16="http://schemas.microsoft.com/office/drawing/2014/main" id="{31AEA98B-F363-D76B-5489-F49AF9D5E17C}"/>
              </a:ext>
            </a:extLst>
          </p:cNvPr>
          <p:cNvSpPr txBox="1">
            <a:spLocks/>
          </p:cNvSpPr>
          <p:nvPr/>
        </p:nvSpPr>
        <p:spPr>
          <a:xfrm>
            <a:off x="685273" y="10666952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Nền tảng visualize</a:t>
            </a:r>
          </a:p>
        </p:txBody>
      </p:sp>
      <p:sp>
        <p:nvSpPr>
          <p:cNvPr id="712" name="noidung2">
            <a:extLst>
              <a:ext uri="{FF2B5EF4-FFF2-40B4-BE49-F238E27FC236}">
                <a16:creationId xmlns:a16="http://schemas.microsoft.com/office/drawing/2014/main" id="{CBF64955-F9E7-E4CC-1772-DFECD4C0D507}"/>
              </a:ext>
            </a:extLst>
          </p:cNvPr>
          <p:cNvSpPr txBox="1">
            <a:spLocks/>
          </p:cNvSpPr>
          <p:nvPr/>
        </p:nvSpPr>
        <p:spPr>
          <a:xfrm>
            <a:off x="3468598" y="9964617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Trello</a:t>
            </a:r>
          </a:p>
        </p:txBody>
      </p:sp>
      <p:sp>
        <p:nvSpPr>
          <p:cNvPr id="713" name="chitiet2">
            <a:extLst>
              <a:ext uri="{FF2B5EF4-FFF2-40B4-BE49-F238E27FC236}">
                <a16:creationId xmlns:a16="http://schemas.microsoft.com/office/drawing/2014/main" id="{C51C55C6-61AA-C6F0-9A9C-1BA5D0C54EBC}"/>
              </a:ext>
            </a:extLst>
          </p:cNvPr>
          <p:cNvSpPr txBox="1">
            <a:spLocks/>
          </p:cNvSpPr>
          <p:nvPr/>
        </p:nvSpPr>
        <p:spPr>
          <a:xfrm>
            <a:off x="3501223" y="10589394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/>
              <a:t>Công cụ đơn giản cho team nhỏ</a:t>
            </a:r>
          </a:p>
        </p:txBody>
      </p:sp>
      <p:sp>
        <p:nvSpPr>
          <p:cNvPr id="714" name="noidung3">
            <a:extLst>
              <a:ext uri="{FF2B5EF4-FFF2-40B4-BE49-F238E27FC236}">
                <a16:creationId xmlns:a16="http://schemas.microsoft.com/office/drawing/2014/main" id="{71FDA04D-78C6-62E6-841A-514AC5E82ECF}"/>
              </a:ext>
            </a:extLst>
          </p:cNvPr>
          <p:cNvSpPr txBox="1">
            <a:spLocks/>
          </p:cNvSpPr>
          <p:nvPr/>
        </p:nvSpPr>
        <p:spPr>
          <a:xfrm>
            <a:off x="6284548" y="9964617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Jira</a:t>
            </a:r>
          </a:p>
        </p:txBody>
      </p:sp>
      <p:sp>
        <p:nvSpPr>
          <p:cNvPr id="715" name="2">
            <a:extLst>
              <a:ext uri="{FF2B5EF4-FFF2-40B4-BE49-F238E27FC236}">
                <a16:creationId xmlns:a16="http://schemas.microsoft.com/office/drawing/2014/main" id="{5DB7C501-A61D-F02F-ED08-7EA0A3DE7A5B}"/>
              </a:ext>
            </a:extLst>
          </p:cNvPr>
          <p:cNvSpPr txBox="1">
            <a:spLocks/>
          </p:cNvSpPr>
          <p:nvPr/>
        </p:nvSpPr>
        <p:spPr>
          <a:xfrm>
            <a:off x="4057648" y="9489914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02.</a:t>
            </a:r>
          </a:p>
        </p:txBody>
      </p:sp>
      <p:sp>
        <p:nvSpPr>
          <p:cNvPr id="716" name="3">
            <a:extLst>
              <a:ext uri="{FF2B5EF4-FFF2-40B4-BE49-F238E27FC236}">
                <a16:creationId xmlns:a16="http://schemas.microsoft.com/office/drawing/2014/main" id="{5E16001E-C4DC-8458-1FEF-E708E6F29715}"/>
              </a:ext>
            </a:extLst>
          </p:cNvPr>
          <p:cNvSpPr txBox="1">
            <a:spLocks/>
          </p:cNvSpPr>
          <p:nvPr/>
        </p:nvSpPr>
        <p:spPr>
          <a:xfrm>
            <a:off x="6873598" y="9489914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03.</a:t>
            </a:r>
          </a:p>
        </p:txBody>
      </p:sp>
      <p:sp>
        <p:nvSpPr>
          <p:cNvPr id="717" name="chitiet3">
            <a:extLst>
              <a:ext uri="{FF2B5EF4-FFF2-40B4-BE49-F238E27FC236}">
                <a16:creationId xmlns:a16="http://schemas.microsoft.com/office/drawing/2014/main" id="{ACCDB260-0604-5FFA-822B-809C05ED17CA}"/>
              </a:ext>
            </a:extLst>
          </p:cNvPr>
          <p:cNvSpPr txBox="1">
            <a:spLocks/>
          </p:cNvSpPr>
          <p:nvPr/>
        </p:nvSpPr>
        <p:spPr>
          <a:xfrm>
            <a:off x="6317173" y="10616042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Công cụ chuyên nghiệp cho enterprise</a:t>
            </a:r>
          </a:p>
        </p:txBody>
      </p:sp>
      <p:sp>
        <p:nvSpPr>
          <p:cNvPr id="718" name="4">
            <a:extLst>
              <a:ext uri="{FF2B5EF4-FFF2-40B4-BE49-F238E27FC236}">
                <a16:creationId xmlns:a16="http://schemas.microsoft.com/office/drawing/2014/main" id="{C3E3A005-19A6-AC68-50F8-51DEC1C60AA8}"/>
              </a:ext>
            </a:extLst>
          </p:cNvPr>
          <p:cNvSpPr txBox="1">
            <a:spLocks/>
          </p:cNvSpPr>
          <p:nvPr/>
        </p:nvSpPr>
        <p:spPr>
          <a:xfrm>
            <a:off x="1274323" y="11491117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04.</a:t>
            </a:r>
          </a:p>
        </p:txBody>
      </p:sp>
      <p:sp>
        <p:nvSpPr>
          <p:cNvPr id="719" name="5">
            <a:extLst>
              <a:ext uri="{FF2B5EF4-FFF2-40B4-BE49-F238E27FC236}">
                <a16:creationId xmlns:a16="http://schemas.microsoft.com/office/drawing/2014/main" id="{AF3A1502-964D-4D06-7F2B-25F20E7AD639}"/>
              </a:ext>
            </a:extLst>
          </p:cNvPr>
          <p:cNvSpPr txBox="1">
            <a:spLocks/>
          </p:cNvSpPr>
          <p:nvPr/>
        </p:nvSpPr>
        <p:spPr>
          <a:xfrm>
            <a:off x="4057648" y="11491117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05.</a:t>
            </a:r>
          </a:p>
        </p:txBody>
      </p:sp>
      <p:sp>
        <p:nvSpPr>
          <p:cNvPr id="720" name="6">
            <a:extLst>
              <a:ext uri="{FF2B5EF4-FFF2-40B4-BE49-F238E27FC236}">
                <a16:creationId xmlns:a16="http://schemas.microsoft.com/office/drawing/2014/main" id="{C6376200-EA32-B91B-61AF-C7ED6F7414BD}"/>
              </a:ext>
            </a:extLst>
          </p:cNvPr>
          <p:cNvSpPr txBox="1">
            <a:spLocks/>
          </p:cNvSpPr>
          <p:nvPr/>
        </p:nvSpPr>
        <p:spPr>
          <a:xfrm>
            <a:off x="6873598" y="11491117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06.</a:t>
            </a:r>
          </a:p>
        </p:txBody>
      </p:sp>
      <p:sp>
        <p:nvSpPr>
          <p:cNvPr id="721" name="Nội dung chính">
            <a:extLst>
              <a:ext uri="{FF2B5EF4-FFF2-40B4-BE49-F238E27FC236}">
                <a16:creationId xmlns:a16="http://schemas.microsoft.com/office/drawing/2014/main" id="{0FEC1940-1638-E9B8-34EE-E0168E22BCDF}"/>
              </a:ext>
            </a:extLst>
          </p:cNvPr>
          <p:cNvSpPr txBox="1">
            <a:spLocks/>
          </p:cNvSpPr>
          <p:nvPr/>
        </p:nvSpPr>
        <p:spPr>
          <a:xfrm>
            <a:off x="685273" y="8592019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Nội dung chính</a:t>
            </a:r>
          </a:p>
        </p:txBody>
      </p:sp>
      <p:sp>
        <p:nvSpPr>
          <p:cNvPr id="722" name="noidung1">
            <a:extLst>
              <a:ext uri="{FF2B5EF4-FFF2-40B4-BE49-F238E27FC236}">
                <a16:creationId xmlns:a16="http://schemas.microsoft.com/office/drawing/2014/main" id="{540766DF-5033-885F-7BE8-EADBFF2191EA}"/>
              </a:ext>
            </a:extLst>
          </p:cNvPr>
          <p:cNvSpPr txBox="1">
            <a:spLocks/>
          </p:cNvSpPr>
          <p:nvPr/>
        </p:nvSpPr>
        <p:spPr>
          <a:xfrm>
            <a:off x="717898" y="10040741"/>
            <a:ext cx="193220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Phương pháp Kanban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723" name="1">
            <a:extLst>
              <a:ext uri="{FF2B5EF4-FFF2-40B4-BE49-F238E27FC236}">
                <a16:creationId xmlns:a16="http://schemas.microsoft.com/office/drawing/2014/main" id="{45FE4651-66C1-5611-C2C6-8EB0DE6F4C1F}"/>
              </a:ext>
            </a:extLst>
          </p:cNvPr>
          <p:cNvSpPr txBox="1">
            <a:spLocks/>
          </p:cNvSpPr>
          <p:nvPr/>
        </p:nvSpPr>
        <p:spPr>
          <a:xfrm>
            <a:off x="1237001" y="9452364"/>
            <a:ext cx="894000" cy="44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01.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6E955C-E323-1700-F459-1F78BF090D23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02/26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noidung6"/>
          <p:cNvSpPr txBox="1">
            <a:spLocks noGrp="1"/>
          </p:cNvSpPr>
          <p:nvPr>
            <p:ph type="title" idx="18"/>
          </p:nvPr>
        </p:nvSpPr>
        <p:spPr>
          <a:xfrm>
            <a:off x="6351900" y="3830044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chivo Light" panose="020B0604020202020204" charset="0"/>
                <a:cs typeface="Archivo Light" panose="020B0604020202020204" charset="0"/>
              </a:rPr>
              <a:t>Củng cố bài học</a:t>
            </a:r>
            <a:endParaRPr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16" name="noidung4"/>
          <p:cNvSpPr txBox="1">
            <a:spLocks noGrp="1"/>
          </p:cNvSpPr>
          <p:nvPr>
            <p:ph type="title" idx="9"/>
          </p:nvPr>
        </p:nvSpPr>
        <p:spPr>
          <a:xfrm>
            <a:off x="720000" y="3830044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chivo Light" panose="020B0604020202020204" charset="0"/>
                <a:cs typeface="Archivo Light" panose="020B0604020202020204" charset="0"/>
              </a:rPr>
              <a:t>So sánh và khuyến nghị</a:t>
            </a:r>
            <a:endParaRPr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18" name="noidung5"/>
          <p:cNvSpPr txBox="1">
            <a:spLocks noGrp="1"/>
          </p:cNvSpPr>
          <p:nvPr>
            <p:ph type="title" idx="15"/>
          </p:nvPr>
        </p:nvSpPr>
        <p:spPr>
          <a:xfrm>
            <a:off x="3535950" y="3830044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chivo Light" panose="020B0604020202020204" charset="0"/>
                <a:cs typeface="Archivo Light" panose="020B0604020202020204" charset="0"/>
              </a:rPr>
              <a:t>Tổng kết</a:t>
            </a:r>
            <a:endParaRPr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21" name="chitiet1"/>
          <p:cNvSpPr txBox="1">
            <a:spLocks noGrp="1"/>
          </p:cNvSpPr>
          <p:nvPr>
            <p:ph type="subTitle" idx="1"/>
          </p:nvPr>
        </p:nvSpPr>
        <p:spPr>
          <a:xfrm>
            <a:off x="720000" y="2614333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/>
              <a:t>N</a:t>
            </a:r>
            <a:r>
              <a:rPr lang="vi-VN"/>
              <a:t>ền tảng visualize</a:t>
            </a:r>
            <a:endParaRPr/>
          </a:p>
        </p:txBody>
      </p:sp>
      <p:sp>
        <p:nvSpPr>
          <p:cNvPr id="322" name="noidung2"/>
          <p:cNvSpPr txBox="1">
            <a:spLocks noGrp="1"/>
          </p:cNvSpPr>
          <p:nvPr>
            <p:ph type="title" idx="3"/>
          </p:nvPr>
        </p:nvSpPr>
        <p:spPr>
          <a:xfrm>
            <a:off x="3503325" y="1911998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chivo Light" panose="020B0604020202020204" charset="0"/>
                <a:cs typeface="Archivo Light" panose="020B0604020202020204" charset="0"/>
              </a:rPr>
              <a:t>Trello</a:t>
            </a:r>
            <a:endParaRPr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23" name="chitiet2"/>
          <p:cNvSpPr txBox="1">
            <a:spLocks noGrp="1"/>
          </p:cNvSpPr>
          <p:nvPr>
            <p:ph type="subTitle" idx="5"/>
          </p:nvPr>
        </p:nvSpPr>
        <p:spPr>
          <a:xfrm>
            <a:off x="3535950" y="2536775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/>
              <a:t>C</a:t>
            </a:r>
            <a:r>
              <a:rPr lang="vi-VN"/>
              <a:t>ông cụ đơn giản cho team nhỏ</a:t>
            </a:r>
            <a:endParaRPr/>
          </a:p>
        </p:txBody>
      </p:sp>
      <p:sp>
        <p:nvSpPr>
          <p:cNvPr id="324" name="noidung3"/>
          <p:cNvSpPr txBox="1">
            <a:spLocks noGrp="1"/>
          </p:cNvSpPr>
          <p:nvPr>
            <p:ph type="title" idx="6"/>
          </p:nvPr>
        </p:nvSpPr>
        <p:spPr>
          <a:xfrm>
            <a:off x="6319275" y="1911998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chivo Light" panose="020B0604020202020204" charset="0"/>
                <a:cs typeface="Archivo Light" panose="020B0604020202020204" charset="0"/>
              </a:rPr>
              <a:t>Jira</a:t>
            </a:r>
            <a:endParaRPr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25" name="2"/>
          <p:cNvSpPr txBox="1">
            <a:spLocks noGrp="1"/>
          </p:cNvSpPr>
          <p:nvPr>
            <p:ph type="title" idx="4"/>
          </p:nvPr>
        </p:nvSpPr>
        <p:spPr>
          <a:xfrm>
            <a:off x="4092375" y="143729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326" name="3"/>
          <p:cNvSpPr txBox="1">
            <a:spLocks noGrp="1"/>
          </p:cNvSpPr>
          <p:nvPr>
            <p:ph type="title" idx="7"/>
          </p:nvPr>
        </p:nvSpPr>
        <p:spPr>
          <a:xfrm>
            <a:off x="6908325" y="143729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327" name="chitiet3"/>
          <p:cNvSpPr txBox="1">
            <a:spLocks noGrp="1"/>
          </p:cNvSpPr>
          <p:nvPr>
            <p:ph type="subTitle" idx="8"/>
          </p:nvPr>
        </p:nvSpPr>
        <p:spPr>
          <a:xfrm>
            <a:off x="6351900" y="2563423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Công </a:t>
            </a:r>
            <a:r>
              <a:rPr lang="en-US" err="1"/>
              <a:t>cụ</a:t>
            </a:r>
            <a:r>
              <a:rPr lang="en-US"/>
              <a:t> </a:t>
            </a:r>
            <a:r>
              <a:rPr lang="en-US" err="1"/>
              <a:t>chuyên</a:t>
            </a:r>
            <a:r>
              <a:rPr lang="en-US"/>
              <a:t> </a:t>
            </a:r>
            <a:r>
              <a:rPr lang="en-US" err="1"/>
              <a:t>nghiệp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enterprise</a:t>
            </a:r>
          </a:p>
        </p:txBody>
      </p:sp>
      <p:sp>
        <p:nvSpPr>
          <p:cNvPr id="328" name="4"/>
          <p:cNvSpPr txBox="1">
            <a:spLocks noGrp="1"/>
          </p:cNvSpPr>
          <p:nvPr>
            <p:ph type="title" idx="13"/>
          </p:nvPr>
        </p:nvSpPr>
        <p:spPr>
          <a:xfrm>
            <a:off x="1309050" y="3438498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329" name="5"/>
          <p:cNvSpPr txBox="1">
            <a:spLocks noGrp="1"/>
          </p:cNvSpPr>
          <p:nvPr>
            <p:ph type="title" idx="16"/>
          </p:nvPr>
        </p:nvSpPr>
        <p:spPr>
          <a:xfrm>
            <a:off x="4092375" y="3438498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sp>
        <p:nvSpPr>
          <p:cNvPr id="330" name="6"/>
          <p:cNvSpPr txBox="1">
            <a:spLocks noGrp="1"/>
          </p:cNvSpPr>
          <p:nvPr>
            <p:ph type="title" idx="19"/>
          </p:nvPr>
        </p:nvSpPr>
        <p:spPr>
          <a:xfrm>
            <a:off x="6908325" y="3438498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</a:t>
            </a:r>
            <a:endParaRPr/>
          </a:p>
        </p:txBody>
      </p:sp>
      <p:sp>
        <p:nvSpPr>
          <p:cNvPr id="332" name="Nội dung chính"/>
          <p:cNvSpPr txBox="1">
            <a:spLocks noGrp="1"/>
          </p:cNvSpPr>
          <p:nvPr>
            <p:ph type="title" idx="21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chivo Light" panose="020B0604020202020204" charset="0"/>
                <a:cs typeface="Archivo Light" panose="020B0604020202020204" charset="0"/>
              </a:rPr>
              <a:t>Nội dung chính</a:t>
            </a:r>
            <a:endParaRPr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69" name="Google Shape;315;p34">
            <a:extLst>
              <a:ext uri="{FF2B5EF4-FFF2-40B4-BE49-F238E27FC236}">
                <a16:creationId xmlns:a16="http://schemas.microsoft.com/office/drawing/2014/main" id="{911698C7-1A4E-9504-1543-895F0B467576}"/>
              </a:ext>
            </a:extLst>
          </p:cNvPr>
          <p:cNvSpPr txBox="1">
            <a:spLocks/>
          </p:cNvSpPr>
          <p:nvPr/>
        </p:nvSpPr>
        <p:spPr>
          <a:xfrm>
            <a:off x="-3496480" y="834995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vi-VN" sz="1800">
                <a:latin typeface="Archivo Light" panose="020B0604020202020204" charset="0"/>
                <a:cs typeface="Archivo Light" panose="020B0604020202020204" charset="0"/>
              </a:rPr>
              <a:t>Scrum – Điểm qua nhanh</a:t>
            </a:r>
          </a:p>
        </p:txBody>
      </p:sp>
      <p:sp>
        <p:nvSpPr>
          <p:cNvPr id="370" name="Google Shape;320;p34">
            <a:extLst>
              <a:ext uri="{FF2B5EF4-FFF2-40B4-BE49-F238E27FC236}">
                <a16:creationId xmlns:a16="http://schemas.microsoft.com/office/drawing/2014/main" id="{34D4A12F-361C-076E-0B6D-E929E73DC738}"/>
              </a:ext>
            </a:extLst>
          </p:cNvPr>
          <p:cNvSpPr txBox="1">
            <a:spLocks/>
          </p:cNvSpPr>
          <p:nvPr/>
        </p:nvSpPr>
        <p:spPr>
          <a:xfrm>
            <a:off x="-4123780" y="87232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1.1</a:t>
            </a:r>
          </a:p>
        </p:txBody>
      </p:sp>
      <p:sp>
        <p:nvSpPr>
          <p:cNvPr id="371" name="noidung1">
            <a:extLst>
              <a:ext uri="{FF2B5EF4-FFF2-40B4-BE49-F238E27FC236}">
                <a16:creationId xmlns:a16="http://schemas.microsoft.com/office/drawing/2014/main" id="{6F718176-2D5D-8E3B-7ACA-ADCB1672394A}"/>
              </a:ext>
            </a:extLst>
          </p:cNvPr>
          <p:cNvSpPr txBox="1">
            <a:spLocks/>
          </p:cNvSpPr>
          <p:nvPr/>
        </p:nvSpPr>
        <p:spPr>
          <a:xfrm>
            <a:off x="752625" y="1988122"/>
            <a:ext cx="193220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Phương pháp Kanban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72" name="1">
            <a:extLst>
              <a:ext uri="{FF2B5EF4-FFF2-40B4-BE49-F238E27FC236}">
                <a16:creationId xmlns:a16="http://schemas.microsoft.com/office/drawing/2014/main" id="{F7D93E5C-E68F-D06B-6B07-26BB4F09CDF1}"/>
              </a:ext>
            </a:extLst>
          </p:cNvPr>
          <p:cNvSpPr txBox="1">
            <a:spLocks/>
          </p:cNvSpPr>
          <p:nvPr/>
        </p:nvSpPr>
        <p:spPr>
          <a:xfrm>
            <a:off x="1271728" y="1399745"/>
            <a:ext cx="894000" cy="44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01.</a:t>
            </a:r>
          </a:p>
        </p:txBody>
      </p:sp>
      <p:sp>
        <p:nvSpPr>
          <p:cNvPr id="377" name="noidung1">
            <a:extLst>
              <a:ext uri="{FF2B5EF4-FFF2-40B4-BE49-F238E27FC236}">
                <a16:creationId xmlns:a16="http://schemas.microsoft.com/office/drawing/2014/main" id="{E11CC523-4DCD-D1CE-8FFD-E82DE7715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897800" y="0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/>
            <a:r>
              <a:rPr lang="vi-VN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PHƯƠNG PHÁP KANBAN</a:t>
            </a:r>
          </a:p>
        </p:txBody>
      </p:sp>
      <p:sp>
        <p:nvSpPr>
          <p:cNvPr id="378" name="1">
            <a:extLst>
              <a:ext uri="{FF2B5EF4-FFF2-40B4-BE49-F238E27FC236}">
                <a16:creationId xmlns:a16="http://schemas.microsoft.com/office/drawing/2014/main" id="{5797A2EB-B335-EA56-E219-BEBE085D103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4707980" y="94950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379" name="Title 2">
            <a:extLst>
              <a:ext uri="{FF2B5EF4-FFF2-40B4-BE49-F238E27FC236}">
                <a16:creationId xmlns:a16="http://schemas.microsoft.com/office/drawing/2014/main" id="{DD3070E5-DC7D-DE55-4560-A08392F3847A}"/>
              </a:ext>
            </a:extLst>
          </p:cNvPr>
          <p:cNvSpPr txBox="1">
            <a:spLocks/>
          </p:cNvSpPr>
          <p:nvPr/>
        </p:nvSpPr>
        <p:spPr>
          <a:xfrm>
            <a:off x="1003425" y="-6406811"/>
            <a:ext cx="6798900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solidFill>
                  <a:srgbClr val="FFFF00"/>
                </a:solidFill>
              </a:rPr>
              <a:t>Member</a:t>
            </a:r>
          </a:p>
        </p:txBody>
      </p:sp>
      <p:sp>
        <p:nvSpPr>
          <p:cNvPr id="380" name="Rectangle: Rounded Corners 379">
            <a:extLst>
              <a:ext uri="{FF2B5EF4-FFF2-40B4-BE49-F238E27FC236}">
                <a16:creationId xmlns:a16="http://schemas.microsoft.com/office/drawing/2014/main" id="{225AB3D7-1239-8BD7-0A80-E0EAB87329BF}"/>
              </a:ext>
            </a:extLst>
          </p:cNvPr>
          <p:cNvSpPr/>
          <p:nvPr/>
        </p:nvSpPr>
        <p:spPr>
          <a:xfrm>
            <a:off x="249975" y="-5530811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Nguyễn Công Long</a:t>
            </a:r>
          </a:p>
        </p:txBody>
      </p:sp>
      <p:sp>
        <p:nvSpPr>
          <p:cNvPr id="381" name="Rectangle: Rounded Corners 380">
            <a:extLst>
              <a:ext uri="{FF2B5EF4-FFF2-40B4-BE49-F238E27FC236}">
                <a16:creationId xmlns:a16="http://schemas.microsoft.com/office/drawing/2014/main" id="{22F183FC-41A1-BE2D-69D1-06BED0D801A3}"/>
              </a:ext>
            </a:extLst>
          </p:cNvPr>
          <p:cNvSpPr/>
          <p:nvPr/>
        </p:nvSpPr>
        <p:spPr>
          <a:xfrm>
            <a:off x="249975" y="-4166361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Nguyễn Hải Việt</a:t>
            </a:r>
          </a:p>
        </p:txBody>
      </p:sp>
      <p:sp>
        <p:nvSpPr>
          <p:cNvPr id="382" name="Rectangle: Rounded Corners 381">
            <a:extLst>
              <a:ext uri="{FF2B5EF4-FFF2-40B4-BE49-F238E27FC236}">
                <a16:creationId xmlns:a16="http://schemas.microsoft.com/office/drawing/2014/main" id="{D407F158-B686-2E4E-2CB0-EC9CC94FBD27}"/>
              </a:ext>
            </a:extLst>
          </p:cNvPr>
          <p:cNvSpPr/>
          <p:nvPr/>
        </p:nvSpPr>
        <p:spPr>
          <a:xfrm>
            <a:off x="3247175" y="-2614486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Phương Minh Tuấn</a:t>
            </a:r>
          </a:p>
        </p:txBody>
      </p:sp>
      <p:sp>
        <p:nvSpPr>
          <p:cNvPr id="383" name="Rectangle: Rounded Corners 382">
            <a:extLst>
              <a:ext uri="{FF2B5EF4-FFF2-40B4-BE49-F238E27FC236}">
                <a16:creationId xmlns:a16="http://schemas.microsoft.com/office/drawing/2014/main" id="{F17574E6-7523-7812-48DC-680BB0131152}"/>
              </a:ext>
            </a:extLst>
          </p:cNvPr>
          <p:cNvSpPr/>
          <p:nvPr/>
        </p:nvSpPr>
        <p:spPr>
          <a:xfrm>
            <a:off x="6193575" y="-5530811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Nguyễn Xuân Nhiên</a:t>
            </a:r>
          </a:p>
        </p:txBody>
      </p:sp>
      <p:sp>
        <p:nvSpPr>
          <p:cNvPr id="384" name="Rectangle: Rounded Corners 383">
            <a:extLst>
              <a:ext uri="{FF2B5EF4-FFF2-40B4-BE49-F238E27FC236}">
                <a16:creationId xmlns:a16="http://schemas.microsoft.com/office/drawing/2014/main" id="{D6F955A2-479A-4CC7-7A17-E87F4AD9986D}"/>
              </a:ext>
            </a:extLst>
          </p:cNvPr>
          <p:cNvSpPr/>
          <p:nvPr/>
        </p:nvSpPr>
        <p:spPr>
          <a:xfrm>
            <a:off x="6193575" y="-4216811"/>
            <a:ext cx="2552700" cy="8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Trần Mạnh Cầm</a:t>
            </a:r>
          </a:p>
        </p:txBody>
      </p:sp>
      <p:pic>
        <p:nvPicPr>
          <p:cNvPr id="385" name="Picture 2" descr="Scrum metrics">
            <a:extLst>
              <a:ext uri="{FF2B5EF4-FFF2-40B4-BE49-F238E27FC236}">
                <a16:creationId xmlns:a16="http://schemas.microsoft.com/office/drawing/2014/main" id="{32CC73AD-71C6-C3B6-1D02-583170EDB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3780" y="3911599"/>
            <a:ext cx="2522485" cy="12319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BAE9ED-02E9-7936-FE36-CD360D08978E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03/26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noidung1">
            <a:extLst>
              <a:ext uri="{FF2B5EF4-FFF2-40B4-BE49-F238E27FC236}">
                <a16:creationId xmlns:a16="http://schemas.microsoft.com/office/drawing/2014/main" id="{3F38D4A1-2B9F-B583-40C9-71EC3EE583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000" y="11042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/>
            <a:r>
              <a:rPr lang="vi-VN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PHƯƠNG PHÁP KANBAN</a:t>
            </a:r>
          </a:p>
        </p:txBody>
      </p:sp>
      <p:sp>
        <p:nvSpPr>
          <p:cNvPr id="22" name="1">
            <a:extLst>
              <a:ext uri="{FF2B5EF4-FFF2-40B4-BE49-F238E27FC236}">
                <a16:creationId xmlns:a16="http://schemas.microsoft.com/office/drawing/2014/main" id="{132E9778-EBF0-D7E7-8E2A-404CFD41788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22820" y="20537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506B2CCD-D9CB-D804-7727-311BE2FBDDC7}"/>
              </a:ext>
            </a:extLst>
          </p:cNvPr>
          <p:cNvSpPr txBox="1">
            <a:spLocks/>
          </p:cNvSpPr>
          <p:nvPr/>
        </p:nvSpPr>
        <p:spPr>
          <a:xfrm>
            <a:off x="1050120" y="605295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vi-VN" sz="1800">
                <a:latin typeface="Archivo Light" panose="020B0604020202020204" charset="0"/>
                <a:cs typeface="Archivo Light" panose="020B0604020202020204" charset="0"/>
              </a:rPr>
              <a:t>Scrum – Điểm qua nhanh</a:t>
            </a: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7A8A760E-FB0A-FE85-A10D-15A3E1396EA5}"/>
              </a:ext>
            </a:extLst>
          </p:cNvPr>
          <p:cNvSpPr txBox="1">
            <a:spLocks/>
          </p:cNvSpPr>
          <p:nvPr/>
        </p:nvSpPr>
        <p:spPr>
          <a:xfrm>
            <a:off x="422820" y="64262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1.1</a:t>
            </a:r>
          </a:p>
        </p:txBody>
      </p:sp>
      <p:sp>
        <p:nvSpPr>
          <p:cNvPr id="27" name="Google Shape;315;p34">
            <a:extLst>
              <a:ext uri="{FF2B5EF4-FFF2-40B4-BE49-F238E27FC236}">
                <a16:creationId xmlns:a16="http://schemas.microsoft.com/office/drawing/2014/main" id="{59A6AFD6-63CB-4442-484F-4588DD59FA80}"/>
              </a:ext>
            </a:extLst>
          </p:cNvPr>
          <p:cNvSpPr txBox="1">
            <a:spLocks/>
          </p:cNvSpPr>
          <p:nvPr/>
        </p:nvSpPr>
        <p:spPr>
          <a:xfrm>
            <a:off x="1429665" y="1291192"/>
            <a:ext cx="194310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Scrum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là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gì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8" name="Google Shape;315;p34">
            <a:extLst>
              <a:ext uri="{FF2B5EF4-FFF2-40B4-BE49-F238E27FC236}">
                <a16:creationId xmlns:a16="http://schemas.microsoft.com/office/drawing/2014/main" id="{B700954F-A76E-EF1E-C630-0FD4BBA33045}"/>
              </a:ext>
            </a:extLst>
          </p:cNvPr>
          <p:cNvSpPr txBox="1">
            <a:spLocks/>
          </p:cNvSpPr>
          <p:nvPr/>
        </p:nvSpPr>
        <p:spPr>
          <a:xfrm>
            <a:off x="1139974" y="1858189"/>
            <a:ext cx="290146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Framework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Agile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lý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dự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án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9" name="Google Shape;315;p34">
            <a:extLst>
              <a:ext uri="{FF2B5EF4-FFF2-40B4-BE49-F238E27FC236}">
                <a16:creationId xmlns:a16="http://schemas.microsoft.com/office/drawing/2014/main" id="{10D2AAC8-6CD5-BAB9-2416-64E780118CFA}"/>
              </a:ext>
            </a:extLst>
          </p:cNvPr>
          <p:cNvSpPr txBox="1">
            <a:spLocks/>
          </p:cNvSpPr>
          <p:nvPr/>
        </p:nvSpPr>
        <p:spPr>
          <a:xfrm>
            <a:off x="1139974" y="2473848"/>
            <a:ext cx="290146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Làm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việc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theo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 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Sprint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 (2-4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tuần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)</a:t>
            </a:r>
          </a:p>
        </p:txBody>
      </p:sp>
      <p:sp>
        <p:nvSpPr>
          <p:cNvPr id="30" name="Google Shape;315;p34">
            <a:extLst>
              <a:ext uri="{FF2B5EF4-FFF2-40B4-BE49-F238E27FC236}">
                <a16:creationId xmlns:a16="http://schemas.microsoft.com/office/drawing/2014/main" id="{3B41044E-6798-E2FD-0D2D-887B0FA67928}"/>
              </a:ext>
            </a:extLst>
          </p:cNvPr>
          <p:cNvSpPr txBox="1">
            <a:spLocks/>
          </p:cNvSpPr>
          <p:nvPr/>
        </p:nvSpPr>
        <p:spPr>
          <a:xfrm>
            <a:off x="422820" y="3133114"/>
            <a:ext cx="433578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3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vai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trò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: 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Product Owner, Scrum Master, Dev Team</a:t>
            </a:r>
          </a:p>
        </p:txBody>
      </p:sp>
      <p:sp>
        <p:nvSpPr>
          <p:cNvPr id="35" name="Google Shape;315;p34">
            <a:extLst>
              <a:ext uri="{FF2B5EF4-FFF2-40B4-BE49-F238E27FC236}">
                <a16:creationId xmlns:a16="http://schemas.microsoft.com/office/drawing/2014/main" id="{271E09AD-787C-966D-E2F8-AB9627E291F3}"/>
              </a:ext>
            </a:extLst>
          </p:cNvPr>
          <p:cNvSpPr txBox="1">
            <a:spLocks/>
          </p:cNvSpPr>
          <p:nvPr/>
        </p:nvSpPr>
        <p:spPr>
          <a:xfrm>
            <a:off x="4758600" y="1311404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Scrum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cần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công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cụ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để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làm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gì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6" name="Google Shape;315;p34">
            <a:extLst>
              <a:ext uri="{FF2B5EF4-FFF2-40B4-BE49-F238E27FC236}">
                <a16:creationId xmlns:a16="http://schemas.microsoft.com/office/drawing/2014/main" id="{B6D2F8AB-0EE2-8078-3826-D057485C32B9}"/>
              </a:ext>
            </a:extLst>
          </p:cNvPr>
          <p:cNvSpPr txBox="1">
            <a:spLocks/>
          </p:cNvSpPr>
          <p:nvPr/>
        </p:nvSpPr>
        <p:spPr>
          <a:xfrm>
            <a:off x="4923175" y="1886744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Quản </a:t>
            </a:r>
            <a:r>
              <a:rPr lang="en-US" sz="1400" err="1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lý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Product Backlog &amp; Sprint Backlog</a:t>
            </a:r>
          </a:p>
        </p:txBody>
      </p:sp>
      <p:sp>
        <p:nvSpPr>
          <p:cNvPr id="37" name="Google Shape;315;p34">
            <a:extLst>
              <a:ext uri="{FF2B5EF4-FFF2-40B4-BE49-F238E27FC236}">
                <a16:creationId xmlns:a16="http://schemas.microsoft.com/office/drawing/2014/main" id="{5547682E-048D-AFA0-2F06-E46AAA151AEB}"/>
              </a:ext>
            </a:extLst>
          </p:cNvPr>
          <p:cNvSpPr txBox="1">
            <a:spLocks/>
          </p:cNvSpPr>
          <p:nvPr/>
        </p:nvSpPr>
        <p:spPr>
          <a:xfrm>
            <a:off x="4855663" y="2465207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Visualize </a:t>
            </a:r>
            <a:r>
              <a:rPr lang="en-US" sz="1400" err="1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công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việc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(ai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làm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gì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,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trạng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thái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nào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)</a:t>
            </a:r>
          </a:p>
        </p:txBody>
      </p:sp>
      <p:sp>
        <p:nvSpPr>
          <p:cNvPr id="38" name="Google Shape;315;p34">
            <a:extLst>
              <a:ext uri="{FF2B5EF4-FFF2-40B4-BE49-F238E27FC236}">
                <a16:creationId xmlns:a16="http://schemas.microsoft.com/office/drawing/2014/main" id="{0D58DDBA-044F-D7CA-3669-C8702061B679}"/>
              </a:ext>
            </a:extLst>
          </p:cNvPr>
          <p:cNvSpPr txBox="1">
            <a:spLocks/>
          </p:cNvSpPr>
          <p:nvPr/>
        </p:nvSpPr>
        <p:spPr>
          <a:xfrm>
            <a:off x="5192154" y="3012575"/>
            <a:ext cx="3529026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Theo </a:t>
            </a:r>
            <a:r>
              <a:rPr lang="en-US" sz="1400" err="1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dõi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tiến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độ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(Burndown chart)</a:t>
            </a:r>
          </a:p>
        </p:txBody>
      </p:sp>
      <p:sp>
        <p:nvSpPr>
          <p:cNvPr id="39" name="Google Shape;315;p34">
            <a:extLst>
              <a:ext uri="{FF2B5EF4-FFF2-40B4-BE49-F238E27FC236}">
                <a16:creationId xmlns:a16="http://schemas.microsoft.com/office/drawing/2014/main" id="{7C95D9BE-2053-2D85-B792-2D1B6D5FF9CE}"/>
              </a:ext>
            </a:extLst>
          </p:cNvPr>
          <p:cNvSpPr txBox="1">
            <a:spLocks/>
          </p:cNvSpPr>
          <p:nvPr/>
        </p:nvSpPr>
        <p:spPr>
          <a:xfrm>
            <a:off x="5238967" y="3660814"/>
            <a:ext cx="30632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Collaboration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giữa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các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thành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viên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44" name="noidung6">
            <a:extLst>
              <a:ext uri="{FF2B5EF4-FFF2-40B4-BE49-F238E27FC236}">
                <a16:creationId xmlns:a16="http://schemas.microsoft.com/office/drawing/2014/main" id="{5AECFFBD-7ED4-F27E-069D-70A25F19F28A}"/>
              </a:ext>
            </a:extLst>
          </p:cNvPr>
          <p:cNvSpPr txBox="1">
            <a:spLocks/>
          </p:cNvSpPr>
          <p:nvPr/>
        </p:nvSpPr>
        <p:spPr>
          <a:xfrm>
            <a:off x="15339515" y="3660814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Củng cố bài học</a:t>
            </a:r>
          </a:p>
        </p:txBody>
      </p:sp>
      <p:sp>
        <p:nvSpPr>
          <p:cNvPr id="45" name="noidung4">
            <a:extLst>
              <a:ext uri="{FF2B5EF4-FFF2-40B4-BE49-F238E27FC236}">
                <a16:creationId xmlns:a16="http://schemas.microsoft.com/office/drawing/2014/main" id="{936059B1-46AC-3739-AED5-405BF48684D7}"/>
              </a:ext>
            </a:extLst>
          </p:cNvPr>
          <p:cNvSpPr txBox="1">
            <a:spLocks/>
          </p:cNvSpPr>
          <p:nvPr/>
        </p:nvSpPr>
        <p:spPr>
          <a:xfrm>
            <a:off x="9707615" y="3660814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So sánh và khuyến nghị</a:t>
            </a:r>
          </a:p>
        </p:txBody>
      </p:sp>
      <p:sp>
        <p:nvSpPr>
          <p:cNvPr id="46" name="noidung5">
            <a:extLst>
              <a:ext uri="{FF2B5EF4-FFF2-40B4-BE49-F238E27FC236}">
                <a16:creationId xmlns:a16="http://schemas.microsoft.com/office/drawing/2014/main" id="{B44DE2FC-6FAB-0B06-76E9-A2FF35C9F64B}"/>
              </a:ext>
            </a:extLst>
          </p:cNvPr>
          <p:cNvSpPr txBox="1">
            <a:spLocks/>
          </p:cNvSpPr>
          <p:nvPr/>
        </p:nvSpPr>
        <p:spPr>
          <a:xfrm>
            <a:off x="12523565" y="3660814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Tổng kết</a:t>
            </a:r>
          </a:p>
        </p:txBody>
      </p:sp>
      <p:sp>
        <p:nvSpPr>
          <p:cNvPr id="47" name="chitiet1">
            <a:extLst>
              <a:ext uri="{FF2B5EF4-FFF2-40B4-BE49-F238E27FC236}">
                <a16:creationId xmlns:a16="http://schemas.microsoft.com/office/drawing/2014/main" id="{1F67879F-DECA-0EBE-89F5-03749C79AF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707615" y="2445103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/>
              <a:t>N</a:t>
            </a:r>
            <a:r>
              <a:rPr lang="vi-VN"/>
              <a:t>ền tảng visualize</a:t>
            </a:r>
            <a:endParaRPr/>
          </a:p>
        </p:txBody>
      </p:sp>
      <p:sp>
        <p:nvSpPr>
          <p:cNvPr id="48" name="noidung2">
            <a:extLst>
              <a:ext uri="{FF2B5EF4-FFF2-40B4-BE49-F238E27FC236}">
                <a16:creationId xmlns:a16="http://schemas.microsoft.com/office/drawing/2014/main" id="{BC6EA619-4593-9432-B406-D4FE52D43262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2490940" y="1742768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chivo Light" panose="020B0604020202020204" charset="0"/>
                <a:cs typeface="Archivo Light" panose="020B0604020202020204" charset="0"/>
              </a:rPr>
              <a:t>Trello</a:t>
            </a:r>
            <a:endParaRPr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49" name="chitiet2">
            <a:extLst>
              <a:ext uri="{FF2B5EF4-FFF2-40B4-BE49-F238E27FC236}">
                <a16:creationId xmlns:a16="http://schemas.microsoft.com/office/drawing/2014/main" id="{A458A5C4-AC8B-00D5-7F26-B51DE2EFA3A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2523565" y="2367545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/>
              <a:t>C</a:t>
            </a:r>
            <a:r>
              <a:rPr lang="vi-VN"/>
              <a:t>ông cụ đơn giản cho team nhỏ</a:t>
            </a:r>
            <a:endParaRPr/>
          </a:p>
        </p:txBody>
      </p:sp>
      <p:sp>
        <p:nvSpPr>
          <p:cNvPr id="50" name="noidung3">
            <a:extLst>
              <a:ext uri="{FF2B5EF4-FFF2-40B4-BE49-F238E27FC236}">
                <a16:creationId xmlns:a16="http://schemas.microsoft.com/office/drawing/2014/main" id="{4C8E2E9F-BCCA-2E40-E56E-75407743D1AB}"/>
              </a:ext>
            </a:extLst>
          </p:cNvPr>
          <p:cNvSpPr txBox="1">
            <a:spLocks/>
          </p:cNvSpPr>
          <p:nvPr/>
        </p:nvSpPr>
        <p:spPr>
          <a:xfrm>
            <a:off x="15306890" y="1742768"/>
            <a:ext cx="207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Jira</a:t>
            </a:r>
          </a:p>
        </p:txBody>
      </p:sp>
      <p:sp>
        <p:nvSpPr>
          <p:cNvPr id="51" name="2">
            <a:extLst>
              <a:ext uri="{FF2B5EF4-FFF2-40B4-BE49-F238E27FC236}">
                <a16:creationId xmlns:a16="http://schemas.microsoft.com/office/drawing/2014/main" id="{34208AD2-2F15-0D5D-36EE-AD52815BDEE4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3079990" y="126806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52" name="3">
            <a:extLst>
              <a:ext uri="{FF2B5EF4-FFF2-40B4-BE49-F238E27FC236}">
                <a16:creationId xmlns:a16="http://schemas.microsoft.com/office/drawing/2014/main" id="{D940F5E8-5DDF-A11C-659E-B498A8A8EC83}"/>
              </a:ext>
            </a:extLst>
          </p:cNvPr>
          <p:cNvSpPr txBox="1">
            <a:spLocks/>
          </p:cNvSpPr>
          <p:nvPr/>
        </p:nvSpPr>
        <p:spPr>
          <a:xfrm>
            <a:off x="15895940" y="1268065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03.</a:t>
            </a:r>
          </a:p>
        </p:txBody>
      </p:sp>
      <p:sp>
        <p:nvSpPr>
          <p:cNvPr id="53" name="chitiet3">
            <a:extLst>
              <a:ext uri="{FF2B5EF4-FFF2-40B4-BE49-F238E27FC236}">
                <a16:creationId xmlns:a16="http://schemas.microsoft.com/office/drawing/2014/main" id="{6E972D26-DB07-2044-15FB-3417A28352E5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5339515" y="2394193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Công </a:t>
            </a:r>
            <a:r>
              <a:rPr lang="en-US" err="1"/>
              <a:t>cụ</a:t>
            </a:r>
            <a:r>
              <a:rPr lang="en-US"/>
              <a:t> </a:t>
            </a:r>
            <a:r>
              <a:rPr lang="en-US" err="1"/>
              <a:t>chuyên</a:t>
            </a:r>
            <a:r>
              <a:rPr lang="en-US"/>
              <a:t> </a:t>
            </a:r>
            <a:r>
              <a:rPr lang="en-US" err="1"/>
              <a:t>nghiệp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enterprise</a:t>
            </a:r>
          </a:p>
        </p:txBody>
      </p:sp>
      <p:sp>
        <p:nvSpPr>
          <p:cNvPr id="54" name="4">
            <a:extLst>
              <a:ext uri="{FF2B5EF4-FFF2-40B4-BE49-F238E27FC236}">
                <a16:creationId xmlns:a16="http://schemas.microsoft.com/office/drawing/2014/main" id="{F8F1AE62-E75A-6436-B82C-43AF91076A99}"/>
              </a:ext>
            </a:extLst>
          </p:cNvPr>
          <p:cNvSpPr txBox="1">
            <a:spLocks/>
          </p:cNvSpPr>
          <p:nvPr/>
        </p:nvSpPr>
        <p:spPr>
          <a:xfrm>
            <a:off x="10296665" y="326926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04.</a:t>
            </a:r>
          </a:p>
        </p:txBody>
      </p:sp>
      <p:sp>
        <p:nvSpPr>
          <p:cNvPr id="55" name="5">
            <a:extLst>
              <a:ext uri="{FF2B5EF4-FFF2-40B4-BE49-F238E27FC236}">
                <a16:creationId xmlns:a16="http://schemas.microsoft.com/office/drawing/2014/main" id="{585E6DEB-6228-C90F-3987-5D0855AD9189}"/>
              </a:ext>
            </a:extLst>
          </p:cNvPr>
          <p:cNvSpPr txBox="1">
            <a:spLocks/>
          </p:cNvSpPr>
          <p:nvPr/>
        </p:nvSpPr>
        <p:spPr>
          <a:xfrm>
            <a:off x="13079990" y="326926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05.</a:t>
            </a:r>
          </a:p>
        </p:txBody>
      </p:sp>
      <p:sp>
        <p:nvSpPr>
          <p:cNvPr id="56" name="6">
            <a:extLst>
              <a:ext uri="{FF2B5EF4-FFF2-40B4-BE49-F238E27FC236}">
                <a16:creationId xmlns:a16="http://schemas.microsoft.com/office/drawing/2014/main" id="{72E66867-F912-6847-2B36-74D6233E2C66}"/>
              </a:ext>
            </a:extLst>
          </p:cNvPr>
          <p:cNvSpPr txBox="1">
            <a:spLocks/>
          </p:cNvSpPr>
          <p:nvPr/>
        </p:nvSpPr>
        <p:spPr>
          <a:xfrm>
            <a:off x="15895940" y="326926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06.</a:t>
            </a:r>
          </a:p>
        </p:txBody>
      </p:sp>
      <p:sp>
        <p:nvSpPr>
          <p:cNvPr id="57" name="Nội dung chính">
            <a:extLst>
              <a:ext uri="{FF2B5EF4-FFF2-40B4-BE49-F238E27FC236}">
                <a16:creationId xmlns:a16="http://schemas.microsoft.com/office/drawing/2014/main" id="{22A33BCD-F631-9F8F-11B7-66B1D0DA52D2}"/>
              </a:ext>
            </a:extLst>
          </p:cNvPr>
          <p:cNvSpPr txBox="1">
            <a:spLocks/>
          </p:cNvSpPr>
          <p:nvPr/>
        </p:nvSpPr>
        <p:spPr>
          <a:xfrm>
            <a:off x="9707615" y="370170"/>
            <a:ext cx="770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uprum"/>
              <a:buNone/>
              <a:defRPr sz="2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Nội dung chính</a:t>
            </a:r>
          </a:p>
        </p:txBody>
      </p:sp>
      <p:sp>
        <p:nvSpPr>
          <p:cNvPr id="58" name="noidung1">
            <a:extLst>
              <a:ext uri="{FF2B5EF4-FFF2-40B4-BE49-F238E27FC236}">
                <a16:creationId xmlns:a16="http://schemas.microsoft.com/office/drawing/2014/main" id="{2AE35269-789A-C349-E6E4-C21CF3E34829}"/>
              </a:ext>
            </a:extLst>
          </p:cNvPr>
          <p:cNvSpPr txBox="1">
            <a:spLocks/>
          </p:cNvSpPr>
          <p:nvPr/>
        </p:nvSpPr>
        <p:spPr>
          <a:xfrm>
            <a:off x="9740240" y="1818892"/>
            <a:ext cx="193220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Phương pháp Kanban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59" name="1">
            <a:extLst>
              <a:ext uri="{FF2B5EF4-FFF2-40B4-BE49-F238E27FC236}">
                <a16:creationId xmlns:a16="http://schemas.microsoft.com/office/drawing/2014/main" id="{CCA0F2CB-ED96-74AC-7EA3-14067456CE95}"/>
              </a:ext>
            </a:extLst>
          </p:cNvPr>
          <p:cNvSpPr txBox="1">
            <a:spLocks/>
          </p:cNvSpPr>
          <p:nvPr/>
        </p:nvSpPr>
        <p:spPr>
          <a:xfrm>
            <a:off x="10259343" y="1230515"/>
            <a:ext cx="894000" cy="44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01.</a:t>
            </a:r>
          </a:p>
        </p:txBody>
      </p:sp>
      <p:sp>
        <p:nvSpPr>
          <p:cNvPr id="60" name="Google Shape;315;p34">
            <a:extLst>
              <a:ext uri="{FF2B5EF4-FFF2-40B4-BE49-F238E27FC236}">
                <a16:creationId xmlns:a16="http://schemas.microsoft.com/office/drawing/2014/main" id="{355A5C69-C0C9-A234-A366-9FE99037C5BB}"/>
              </a:ext>
            </a:extLst>
          </p:cNvPr>
          <p:cNvSpPr txBox="1">
            <a:spLocks/>
          </p:cNvSpPr>
          <p:nvPr/>
        </p:nvSpPr>
        <p:spPr>
          <a:xfrm>
            <a:off x="1149443" y="-140091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Kanban – Nền tảng lý thuyết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61" name="Google Shape;320;p34">
            <a:extLst>
              <a:ext uri="{FF2B5EF4-FFF2-40B4-BE49-F238E27FC236}">
                <a16:creationId xmlns:a16="http://schemas.microsoft.com/office/drawing/2014/main" id="{DAB178CC-00B5-3D18-8CAA-2895E33EB63F}"/>
              </a:ext>
            </a:extLst>
          </p:cNvPr>
          <p:cNvSpPr txBox="1">
            <a:spLocks/>
          </p:cNvSpPr>
          <p:nvPr/>
        </p:nvSpPr>
        <p:spPr>
          <a:xfrm>
            <a:off x="422820" y="-1329841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1.2</a:t>
            </a:r>
          </a:p>
        </p:txBody>
      </p:sp>
      <p:pic>
        <p:nvPicPr>
          <p:cNvPr id="4098" name="Picture 2" descr="Scrum metrics">
            <a:extLst>
              <a:ext uri="{FF2B5EF4-FFF2-40B4-BE49-F238E27FC236}">
                <a16:creationId xmlns:a16="http://schemas.microsoft.com/office/drawing/2014/main" id="{B43B207D-D7E3-D452-0C4D-29BF70449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974" y="3827113"/>
            <a:ext cx="2522485" cy="12319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4" descr="Kanban Project Management Explained in 3 Mins! | Everything You Need To  Know - YouTube">
            <a:extLst>
              <a:ext uri="{FF2B5EF4-FFF2-40B4-BE49-F238E27FC236}">
                <a16:creationId xmlns:a16="http://schemas.microsoft.com/office/drawing/2014/main" id="{C35FF77A-EDDA-E32C-FE18-B6C728AA9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042" y="-5630380"/>
            <a:ext cx="3641484" cy="22229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1" name="Picture 6" descr="KANBAN : A Japanese word">
            <a:extLst>
              <a:ext uri="{FF2B5EF4-FFF2-40B4-BE49-F238E27FC236}">
                <a16:creationId xmlns:a16="http://schemas.microsoft.com/office/drawing/2014/main" id="{B3D98E4E-B01E-6B18-6619-EFB69CE7E3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3" t="13909" r="24367" b="5488"/>
          <a:stretch>
            <a:fillRect/>
          </a:stretch>
        </p:blipFill>
        <p:spPr bwMode="auto">
          <a:xfrm>
            <a:off x="5614974" y="-3040678"/>
            <a:ext cx="3529026" cy="216746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EFB10E-6E63-ED12-E848-0EA2B0370710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04/26</a:t>
            </a:r>
          </a:p>
        </p:txBody>
      </p:sp>
    </p:spTree>
    <p:extLst>
      <p:ext uri="{BB962C8B-B14F-4D97-AF65-F5344CB8AC3E}">
        <p14:creationId xmlns:p14="http://schemas.microsoft.com/office/powerpoint/2010/main" val="24994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5" grpId="0"/>
      <p:bldP spid="36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54779-68C9-0132-592B-132F8C6C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28DB69C6-A53A-5FC0-D3CF-46A535B9FF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000" y="11042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/>
            <a:r>
              <a:rPr lang="vi-VN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PHƯƠNG PHÁP KANBAN</a:t>
            </a: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27DAE290-4CBC-8637-FF0C-FF7C708A003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22820" y="20537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B4E97A91-B787-0BE0-2F57-C66516420B8C}"/>
              </a:ext>
            </a:extLst>
          </p:cNvPr>
          <p:cNvSpPr txBox="1">
            <a:spLocks/>
          </p:cNvSpPr>
          <p:nvPr/>
        </p:nvSpPr>
        <p:spPr>
          <a:xfrm>
            <a:off x="1149443" y="571557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Kanban – Nền tảng lý thuyết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D211DAB1-0CF1-9C45-4E61-DD061EF6CD13}"/>
              </a:ext>
            </a:extLst>
          </p:cNvPr>
          <p:cNvSpPr txBox="1">
            <a:spLocks/>
          </p:cNvSpPr>
          <p:nvPr/>
        </p:nvSpPr>
        <p:spPr>
          <a:xfrm>
            <a:off x="422820" y="64262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1.2</a:t>
            </a:r>
          </a:p>
        </p:txBody>
      </p:sp>
      <p:sp>
        <p:nvSpPr>
          <p:cNvPr id="27" name="Google Shape;315;p34">
            <a:extLst>
              <a:ext uri="{FF2B5EF4-FFF2-40B4-BE49-F238E27FC236}">
                <a16:creationId xmlns:a16="http://schemas.microsoft.com/office/drawing/2014/main" id="{C8BC4A23-6445-9267-D343-D8AFFF627A59}"/>
              </a:ext>
            </a:extLst>
          </p:cNvPr>
          <p:cNvSpPr txBox="1">
            <a:spLocks/>
          </p:cNvSpPr>
          <p:nvPr/>
        </p:nvSpPr>
        <p:spPr>
          <a:xfrm>
            <a:off x="452581" y="1032685"/>
            <a:ext cx="194310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Kanban là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gì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8" name="Google Shape;315;p34">
            <a:extLst>
              <a:ext uri="{FF2B5EF4-FFF2-40B4-BE49-F238E27FC236}">
                <a16:creationId xmlns:a16="http://schemas.microsoft.com/office/drawing/2014/main" id="{D7B31001-EBDE-B725-D100-DDC0B6997564}"/>
              </a:ext>
            </a:extLst>
          </p:cNvPr>
          <p:cNvSpPr txBox="1">
            <a:spLocks/>
          </p:cNvSpPr>
          <p:nvPr/>
        </p:nvSpPr>
        <p:spPr>
          <a:xfrm>
            <a:off x="656460" y="1497880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PHƯƠNG PHÁP 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trực quan hóa công việc</a:t>
            </a:r>
          </a:p>
        </p:txBody>
      </p:sp>
      <p:sp>
        <p:nvSpPr>
          <p:cNvPr id="29" name="Google Shape;315;p34">
            <a:extLst>
              <a:ext uri="{FF2B5EF4-FFF2-40B4-BE49-F238E27FC236}">
                <a16:creationId xmlns:a16="http://schemas.microsoft.com/office/drawing/2014/main" id="{DC7877C2-25A2-ADC8-A5AA-4638E7D5D824}"/>
              </a:ext>
            </a:extLst>
          </p:cNvPr>
          <p:cNvSpPr txBox="1">
            <a:spLocks/>
          </p:cNvSpPr>
          <p:nvPr/>
        </p:nvSpPr>
        <p:spPr>
          <a:xfrm>
            <a:off x="656460" y="186118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Visualize workflow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bằng board với các cột trạng thái</a:t>
            </a:r>
          </a:p>
        </p:txBody>
      </p:sp>
      <p:sp>
        <p:nvSpPr>
          <p:cNvPr id="35" name="Google Shape;315;p34">
            <a:extLst>
              <a:ext uri="{FF2B5EF4-FFF2-40B4-BE49-F238E27FC236}">
                <a16:creationId xmlns:a16="http://schemas.microsoft.com/office/drawing/2014/main" id="{413392EC-942B-11F7-0412-24DA6C3A0A72}"/>
              </a:ext>
            </a:extLst>
          </p:cNvPr>
          <p:cNvSpPr txBox="1">
            <a:spLocks/>
          </p:cNvSpPr>
          <p:nvPr/>
        </p:nvSpPr>
        <p:spPr>
          <a:xfrm>
            <a:off x="-85262" y="2314994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Nguyên tắc cốt lõi: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6" name="Google Shape;315;p34">
            <a:extLst>
              <a:ext uri="{FF2B5EF4-FFF2-40B4-BE49-F238E27FC236}">
                <a16:creationId xmlns:a16="http://schemas.microsoft.com/office/drawing/2014/main" id="{85746F0B-0A08-5C86-0E18-F4480BEFE627}"/>
              </a:ext>
            </a:extLst>
          </p:cNvPr>
          <p:cNvSpPr txBox="1">
            <a:spLocks/>
          </p:cNvSpPr>
          <p:nvPr/>
        </p:nvSpPr>
        <p:spPr>
          <a:xfrm>
            <a:off x="656460" y="2842694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1. Visualize Work 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- Nhìn thấy toàn bộ công việc</a:t>
            </a:r>
          </a:p>
        </p:txBody>
      </p:sp>
      <p:sp>
        <p:nvSpPr>
          <p:cNvPr id="37" name="Google Shape;315;p34">
            <a:extLst>
              <a:ext uri="{FF2B5EF4-FFF2-40B4-BE49-F238E27FC236}">
                <a16:creationId xmlns:a16="http://schemas.microsoft.com/office/drawing/2014/main" id="{BCB4D9DE-C850-4C6D-D95D-8F17761F8533}"/>
              </a:ext>
            </a:extLst>
          </p:cNvPr>
          <p:cNvSpPr txBox="1">
            <a:spLocks/>
          </p:cNvSpPr>
          <p:nvPr/>
        </p:nvSpPr>
        <p:spPr>
          <a:xfrm>
            <a:off x="656460" y="3346021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2. </a:t>
            </a:r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Limit WIP 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- Giới hạn số task đang làm (VD: ≤3 task/người)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8" name="Google Shape;315;p34">
            <a:extLst>
              <a:ext uri="{FF2B5EF4-FFF2-40B4-BE49-F238E27FC236}">
                <a16:creationId xmlns:a16="http://schemas.microsoft.com/office/drawing/2014/main" id="{DDAD656E-52B1-055E-6CEC-64E98362BE32}"/>
              </a:ext>
            </a:extLst>
          </p:cNvPr>
          <p:cNvSpPr txBox="1">
            <a:spLocks/>
          </p:cNvSpPr>
          <p:nvPr/>
        </p:nvSpPr>
        <p:spPr>
          <a:xfrm>
            <a:off x="672868" y="3845976"/>
            <a:ext cx="635207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3. </a:t>
            </a:r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Manage Flow 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- Tối ưu luồng công việc từ trái → phải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9" name="Google Shape;315;p34">
            <a:extLst>
              <a:ext uri="{FF2B5EF4-FFF2-40B4-BE49-F238E27FC236}">
                <a16:creationId xmlns:a16="http://schemas.microsoft.com/office/drawing/2014/main" id="{B9343153-B5CC-3024-D455-03802EE4DABC}"/>
              </a:ext>
            </a:extLst>
          </p:cNvPr>
          <p:cNvSpPr txBox="1">
            <a:spLocks/>
          </p:cNvSpPr>
          <p:nvPr/>
        </p:nvSpPr>
        <p:spPr>
          <a:xfrm>
            <a:off x="656460" y="4373676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4. Continuous Improvement </a:t>
            </a:r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- Cải tiến liên tục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2FC1436D-314A-5775-C23C-FF60220007BC}"/>
              </a:ext>
            </a:extLst>
          </p:cNvPr>
          <p:cNvSpPr txBox="1">
            <a:spLocks/>
          </p:cNvSpPr>
          <p:nvPr/>
        </p:nvSpPr>
        <p:spPr>
          <a:xfrm>
            <a:off x="917957" y="6829114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vi-VN" sz="1800">
                <a:latin typeface="Archivo Light" panose="020B0604020202020204" charset="0"/>
                <a:cs typeface="Archivo Light" panose="020B0604020202020204" charset="0"/>
              </a:rPr>
              <a:t>Scrum – Điểm qua nhanh</a:t>
            </a:r>
          </a:p>
        </p:txBody>
      </p:sp>
      <p:sp>
        <p:nvSpPr>
          <p:cNvPr id="3" name="Google Shape;320;p34">
            <a:extLst>
              <a:ext uri="{FF2B5EF4-FFF2-40B4-BE49-F238E27FC236}">
                <a16:creationId xmlns:a16="http://schemas.microsoft.com/office/drawing/2014/main" id="{C3B0A411-9874-0AF5-C87B-A30234593910}"/>
              </a:ext>
            </a:extLst>
          </p:cNvPr>
          <p:cNvSpPr txBox="1">
            <a:spLocks/>
          </p:cNvSpPr>
          <p:nvPr/>
        </p:nvSpPr>
        <p:spPr>
          <a:xfrm>
            <a:off x="290657" y="686644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1.1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425DBD0A-6FF4-17E1-5C2C-2803AB0D8B4E}"/>
              </a:ext>
            </a:extLst>
          </p:cNvPr>
          <p:cNvSpPr txBox="1">
            <a:spLocks/>
          </p:cNvSpPr>
          <p:nvPr/>
        </p:nvSpPr>
        <p:spPr>
          <a:xfrm>
            <a:off x="1414695" y="7535223"/>
            <a:ext cx="194310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Scrum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là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gì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FCE8D828-9F32-F3BE-09BE-A3BA6DDF675D}"/>
              </a:ext>
            </a:extLst>
          </p:cNvPr>
          <p:cNvSpPr txBox="1">
            <a:spLocks/>
          </p:cNvSpPr>
          <p:nvPr/>
        </p:nvSpPr>
        <p:spPr>
          <a:xfrm>
            <a:off x="1007811" y="8082008"/>
            <a:ext cx="290146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Framework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Agile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lý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dự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án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B28B0577-CA0A-8C2A-3F29-AD3524B41F0C}"/>
              </a:ext>
            </a:extLst>
          </p:cNvPr>
          <p:cNvSpPr txBox="1">
            <a:spLocks/>
          </p:cNvSpPr>
          <p:nvPr/>
        </p:nvSpPr>
        <p:spPr>
          <a:xfrm>
            <a:off x="1007812" y="8755014"/>
            <a:ext cx="290146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Làm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việc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theo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 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Sprint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 (2-4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tuần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)</a:t>
            </a: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855AE46C-A0E4-4AF8-C4FB-DC7892B944CB}"/>
              </a:ext>
            </a:extLst>
          </p:cNvPr>
          <p:cNvSpPr txBox="1">
            <a:spLocks/>
          </p:cNvSpPr>
          <p:nvPr/>
        </p:nvSpPr>
        <p:spPr>
          <a:xfrm>
            <a:off x="290657" y="9356933"/>
            <a:ext cx="433578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3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vai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trò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: 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Product Owner, Scrum Master, Dev Team</a:t>
            </a:r>
          </a:p>
        </p:txBody>
      </p:sp>
      <p:sp>
        <p:nvSpPr>
          <p:cNvPr id="8" name="Google Shape;315;p34">
            <a:extLst>
              <a:ext uri="{FF2B5EF4-FFF2-40B4-BE49-F238E27FC236}">
                <a16:creationId xmlns:a16="http://schemas.microsoft.com/office/drawing/2014/main" id="{85D93F1A-5373-1F57-814E-EA59513DDC40}"/>
              </a:ext>
            </a:extLst>
          </p:cNvPr>
          <p:cNvSpPr txBox="1">
            <a:spLocks/>
          </p:cNvSpPr>
          <p:nvPr/>
        </p:nvSpPr>
        <p:spPr>
          <a:xfrm>
            <a:off x="4626437" y="7535223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Scrum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cần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công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cụ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để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làm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gì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DD6E219A-7BD1-3AB6-D843-693E2F8560BF}"/>
              </a:ext>
            </a:extLst>
          </p:cNvPr>
          <p:cNvSpPr txBox="1">
            <a:spLocks/>
          </p:cNvSpPr>
          <p:nvPr/>
        </p:nvSpPr>
        <p:spPr>
          <a:xfrm>
            <a:off x="4791012" y="8110563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lý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Product Backlog &amp; Sprint Backlog</a:t>
            </a: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54D543FB-834C-7989-E066-E90CDE707778}"/>
              </a:ext>
            </a:extLst>
          </p:cNvPr>
          <p:cNvSpPr txBox="1">
            <a:spLocks/>
          </p:cNvSpPr>
          <p:nvPr/>
        </p:nvSpPr>
        <p:spPr>
          <a:xfrm>
            <a:off x="4708113" y="8613171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Visualize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công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việc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(ai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làm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gì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,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trạng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thái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nào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)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C1E1BD7D-EE1F-EA29-97B4-6CFC86C9F69D}"/>
              </a:ext>
            </a:extLst>
          </p:cNvPr>
          <p:cNvSpPr txBox="1">
            <a:spLocks/>
          </p:cNvSpPr>
          <p:nvPr/>
        </p:nvSpPr>
        <p:spPr>
          <a:xfrm>
            <a:off x="5216812" y="9188511"/>
            <a:ext cx="3529026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Theo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dõi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tiến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độ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(Burndown chart)</a:t>
            </a:r>
          </a:p>
        </p:txBody>
      </p:sp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89161A11-3E67-7A78-A7FF-A10570744680}"/>
              </a:ext>
            </a:extLst>
          </p:cNvPr>
          <p:cNvSpPr txBox="1">
            <a:spLocks/>
          </p:cNvSpPr>
          <p:nvPr/>
        </p:nvSpPr>
        <p:spPr>
          <a:xfrm>
            <a:off x="5216812" y="9884633"/>
            <a:ext cx="30632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Collaboration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giữa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các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thành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</a:t>
            </a:r>
            <a:r>
              <a:rPr lang="en-US" sz="1400" err="1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viên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pic>
        <p:nvPicPr>
          <p:cNvPr id="3076" name="Picture 4" descr="Kanban Project Management Explained in 3 Mins! | Everything You Need To  Know - YouTube">
            <a:extLst>
              <a:ext uri="{FF2B5EF4-FFF2-40B4-BE49-F238E27FC236}">
                <a16:creationId xmlns:a16="http://schemas.microsoft.com/office/drawing/2014/main" id="{19661E66-3B2F-8C39-A666-F3A0D584D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812" y="243791"/>
            <a:ext cx="3641484" cy="22229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8" name="Picture 6" descr="KANBAN : A Japanese word">
            <a:extLst>
              <a:ext uri="{FF2B5EF4-FFF2-40B4-BE49-F238E27FC236}">
                <a16:creationId xmlns:a16="http://schemas.microsoft.com/office/drawing/2014/main" id="{23944964-D988-7BEA-F916-8ACA5D78E9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3" t="13909" r="24367" b="5488"/>
          <a:stretch>
            <a:fillRect/>
          </a:stretch>
        </p:blipFill>
        <p:spPr bwMode="auto">
          <a:xfrm>
            <a:off x="5419744" y="2833493"/>
            <a:ext cx="3529026" cy="216746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9333061C-D49B-A82B-E893-65A0487E7406}"/>
              </a:ext>
            </a:extLst>
          </p:cNvPr>
          <p:cNvSpPr txBox="1">
            <a:spLocks/>
          </p:cNvSpPr>
          <p:nvPr/>
        </p:nvSpPr>
        <p:spPr>
          <a:xfrm>
            <a:off x="-25793" y="-4123619"/>
            <a:ext cx="2705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Cấu trúc Kanban Board cơ bản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3EC1D33F-5747-0827-29FF-DD8551198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794" y="-5693940"/>
            <a:ext cx="5188043" cy="38910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C8B0EAB-9B7E-3ED6-DB72-F17DDFCC02D0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05/26</a:t>
            </a:r>
          </a:p>
        </p:txBody>
      </p:sp>
    </p:spTree>
    <p:extLst>
      <p:ext uri="{BB962C8B-B14F-4D97-AF65-F5344CB8AC3E}">
        <p14:creationId xmlns:p14="http://schemas.microsoft.com/office/powerpoint/2010/main" val="4185094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6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9EB9E-BD00-3318-3688-73D47966D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7CFDD78A-F508-60BF-2E87-92231BEB1E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000" y="11042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/>
            <a:r>
              <a:rPr lang="vi-VN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PHƯƠNG PHÁP KANBAN</a:t>
            </a: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9B6E4A1F-137C-A3EF-718D-DFBA12B6CEC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22820" y="20537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098ADCB1-ACB6-A769-086E-77FECF93D341}"/>
              </a:ext>
            </a:extLst>
          </p:cNvPr>
          <p:cNvSpPr txBox="1">
            <a:spLocks/>
          </p:cNvSpPr>
          <p:nvPr/>
        </p:nvSpPr>
        <p:spPr>
          <a:xfrm>
            <a:off x="1149443" y="571557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Kanban – Nền tảng lý thuyết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B7B66A52-B41E-8E56-AD9D-AF9647A21438}"/>
              </a:ext>
            </a:extLst>
          </p:cNvPr>
          <p:cNvSpPr txBox="1">
            <a:spLocks/>
          </p:cNvSpPr>
          <p:nvPr/>
        </p:nvSpPr>
        <p:spPr>
          <a:xfrm>
            <a:off x="422820" y="64262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1.2</a:t>
            </a:r>
          </a:p>
        </p:txBody>
      </p:sp>
      <p:sp>
        <p:nvSpPr>
          <p:cNvPr id="27" name="Google Shape;315;p34">
            <a:extLst>
              <a:ext uri="{FF2B5EF4-FFF2-40B4-BE49-F238E27FC236}">
                <a16:creationId xmlns:a16="http://schemas.microsoft.com/office/drawing/2014/main" id="{309C668B-3704-E0D4-0063-1E17EFAEE28C}"/>
              </a:ext>
            </a:extLst>
          </p:cNvPr>
          <p:cNvSpPr txBox="1">
            <a:spLocks/>
          </p:cNvSpPr>
          <p:nvPr/>
        </p:nvSpPr>
        <p:spPr>
          <a:xfrm>
            <a:off x="422820" y="2571750"/>
            <a:ext cx="2705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Cấu trúc Kanban Board cơ bản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E91CCC9-0CF0-301A-979F-82804E6E3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407" y="1001429"/>
            <a:ext cx="5188043" cy="38910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84838A6A-FAE1-CCCA-EF7E-B78A24B494C0}"/>
              </a:ext>
            </a:extLst>
          </p:cNvPr>
          <p:cNvSpPr txBox="1">
            <a:spLocks/>
          </p:cNvSpPr>
          <p:nvPr/>
        </p:nvSpPr>
        <p:spPr>
          <a:xfrm>
            <a:off x="202533" y="7251677"/>
            <a:ext cx="194310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Kanban là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gì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1F2D4AEF-5C4B-F4D6-0A4D-15BFE641F486}"/>
              </a:ext>
            </a:extLst>
          </p:cNvPr>
          <p:cNvSpPr txBox="1">
            <a:spLocks/>
          </p:cNvSpPr>
          <p:nvPr/>
        </p:nvSpPr>
        <p:spPr>
          <a:xfrm>
            <a:off x="406412" y="7716872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PHƯƠNG PHÁP 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trực quan hóa công việc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67F57557-899D-2A1A-93E5-46D0259D5438}"/>
              </a:ext>
            </a:extLst>
          </p:cNvPr>
          <p:cNvSpPr txBox="1">
            <a:spLocks/>
          </p:cNvSpPr>
          <p:nvPr/>
        </p:nvSpPr>
        <p:spPr>
          <a:xfrm>
            <a:off x="406412" y="8080172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Visualize workflow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bằng board với các cột trạng thái</a:t>
            </a: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465E5FC8-3350-DEFE-C690-60C5F12D5825}"/>
              </a:ext>
            </a:extLst>
          </p:cNvPr>
          <p:cNvSpPr txBox="1">
            <a:spLocks/>
          </p:cNvSpPr>
          <p:nvPr/>
        </p:nvSpPr>
        <p:spPr>
          <a:xfrm>
            <a:off x="-335310" y="8533986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Nguyên tắc cốt lõi: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F8D49CDD-66F0-C5BC-AC98-F7FEF621F94F}"/>
              </a:ext>
            </a:extLst>
          </p:cNvPr>
          <p:cNvSpPr txBox="1">
            <a:spLocks/>
          </p:cNvSpPr>
          <p:nvPr/>
        </p:nvSpPr>
        <p:spPr>
          <a:xfrm>
            <a:off x="406412" y="9061686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1. Visualize Work 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- Nhìn thấy toàn bộ công việc</a:t>
            </a: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4B625EE9-16AF-C014-B434-E38FFE468444}"/>
              </a:ext>
            </a:extLst>
          </p:cNvPr>
          <p:cNvSpPr txBox="1">
            <a:spLocks/>
          </p:cNvSpPr>
          <p:nvPr/>
        </p:nvSpPr>
        <p:spPr>
          <a:xfrm>
            <a:off x="406412" y="9565013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2. </a:t>
            </a:r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Limit WIP 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- Giới hạn số task đang làm (VD: ≤3 task/người)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8" name="Google Shape;315;p34">
            <a:extLst>
              <a:ext uri="{FF2B5EF4-FFF2-40B4-BE49-F238E27FC236}">
                <a16:creationId xmlns:a16="http://schemas.microsoft.com/office/drawing/2014/main" id="{A826212C-4E1A-D709-97B3-68C02B373F3B}"/>
              </a:ext>
            </a:extLst>
          </p:cNvPr>
          <p:cNvSpPr txBox="1">
            <a:spLocks/>
          </p:cNvSpPr>
          <p:nvPr/>
        </p:nvSpPr>
        <p:spPr>
          <a:xfrm>
            <a:off x="422820" y="10064968"/>
            <a:ext cx="635207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3. </a:t>
            </a:r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Manage Flow 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- Tối ưu luồng công việc từ trái → phải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22E656D7-F31E-0E02-80A6-FE1145F5632B}"/>
              </a:ext>
            </a:extLst>
          </p:cNvPr>
          <p:cNvSpPr txBox="1">
            <a:spLocks/>
          </p:cNvSpPr>
          <p:nvPr/>
        </p:nvSpPr>
        <p:spPr>
          <a:xfrm>
            <a:off x="406412" y="10592668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4. Continuous Improvement </a:t>
            </a:r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- Cải tiến liên tục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pic>
        <p:nvPicPr>
          <p:cNvPr id="10" name="Picture 4" descr="Kanban Project Management Explained in 3 Mins! | Everything You Need To  Know - YouTube">
            <a:extLst>
              <a:ext uri="{FF2B5EF4-FFF2-40B4-BE49-F238E27FC236}">
                <a16:creationId xmlns:a16="http://schemas.microsoft.com/office/drawing/2014/main" id="{3E37C627-AED2-1801-6B50-ECACAAD1E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764" y="6462783"/>
            <a:ext cx="3641484" cy="22229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6" descr="KANBAN : A Japanese word">
            <a:extLst>
              <a:ext uri="{FF2B5EF4-FFF2-40B4-BE49-F238E27FC236}">
                <a16:creationId xmlns:a16="http://schemas.microsoft.com/office/drawing/2014/main" id="{A0975B1B-7E3D-E275-B092-45749C5C53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3" t="13909" r="24367" b="5488"/>
          <a:stretch>
            <a:fillRect/>
          </a:stretch>
        </p:blipFill>
        <p:spPr bwMode="auto">
          <a:xfrm>
            <a:off x="5169696" y="9052485"/>
            <a:ext cx="3529026" cy="216746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4AD871BF-D24D-FFE3-BFEE-DD7BF9B13CB9}"/>
              </a:ext>
            </a:extLst>
          </p:cNvPr>
          <p:cNvSpPr txBox="1">
            <a:spLocks/>
          </p:cNvSpPr>
          <p:nvPr/>
        </p:nvSpPr>
        <p:spPr>
          <a:xfrm>
            <a:off x="1311122" y="-331175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Kanban trong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3" name="Google Shape;320;p34">
            <a:extLst>
              <a:ext uri="{FF2B5EF4-FFF2-40B4-BE49-F238E27FC236}">
                <a16:creationId xmlns:a16="http://schemas.microsoft.com/office/drawing/2014/main" id="{C5F76B5D-E00A-8D36-67B9-046EC243DA10}"/>
              </a:ext>
            </a:extLst>
          </p:cNvPr>
          <p:cNvSpPr txBox="1">
            <a:spLocks/>
          </p:cNvSpPr>
          <p:nvPr/>
        </p:nvSpPr>
        <p:spPr>
          <a:xfrm>
            <a:off x="406412" y="-3240617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1.3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2A817BAB-4E38-D423-4425-52F1E2C2E637}"/>
              </a:ext>
            </a:extLst>
          </p:cNvPr>
          <p:cNvSpPr txBox="1">
            <a:spLocks/>
          </p:cNvSpPr>
          <p:nvPr/>
        </p:nvSpPr>
        <p:spPr>
          <a:xfrm>
            <a:off x="637735" y="-2857939"/>
            <a:ext cx="529707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Scrum sử dụng Kanban Board như thế nào?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EEA52C1-E8DD-7603-D570-27B5785F8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723" y="835407"/>
            <a:ext cx="5012254" cy="33430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B57DE2-F848-25E6-F0E4-C4A5B03E6475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06/26</a:t>
            </a:r>
          </a:p>
        </p:txBody>
      </p:sp>
    </p:spTree>
    <p:extLst>
      <p:ext uri="{BB962C8B-B14F-4D97-AF65-F5344CB8AC3E}">
        <p14:creationId xmlns:p14="http://schemas.microsoft.com/office/powerpoint/2010/main" val="2702917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DA7E-4945-7899-DF56-1A33F28A6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0CBFA34B-2EB5-0E50-779B-B46D8F515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000" y="11042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/>
            <a:r>
              <a:rPr lang="vi-VN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PHƯƠNG PHÁP KANBAN</a:t>
            </a: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9F18166C-95B8-747A-48B3-52C55957FC0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22820" y="20537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FA957F8B-B5F0-AFF9-60A6-E354E8BDE25C}"/>
              </a:ext>
            </a:extLst>
          </p:cNvPr>
          <p:cNvSpPr txBox="1">
            <a:spLocks/>
          </p:cNvSpPr>
          <p:nvPr/>
        </p:nvSpPr>
        <p:spPr>
          <a:xfrm>
            <a:off x="1327530" y="57149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Kanban trong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4C045A0E-9D44-071B-97A7-8AF96E70BC67}"/>
              </a:ext>
            </a:extLst>
          </p:cNvPr>
          <p:cNvSpPr txBox="1">
            <a:spLocks/>
          </p:cNvSpPr>
          <p:nvPr/>
        </p:nvSpPr>
        <p:spPr>
          <a:xfrm>
            <a:off x="422820" y="64262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1.3</a:t>
            </a:r>
          </a:p>
        </p:txBody>
      </p:sp>
      <p:sp>
        <p:nvSpPr>
          <p:cNvPr id="27" name="Google Shape;315;p34">
            <a:extLst>
              <a:ext uri="{FF2B5EF4-FFF2-40B4-BE49-F238E27FC236}">
                <a16:creationId xmlns:a16="http://schemas.microsoft.com/office/drawing/2014/main" id="{B1E7C149-C5F5-4A24-FB05-94250B2E36F1}"/>
              </a:ext>
            </a:extLst>
          </p:cNvPr>
          <p:cNvSpPr txBox="1">
            <a:spLocks/>
          </p:cNvSpPr>
          <p:nvPr/>
        </p:nvSpPr>
        <p:spPr>
          <a:xfrm>
            <a:off x="654143" y="1025307"/>
            <a:ext cx="529707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Scrum sử dụng Kanban Board như thế nào?</a:t>
            </a:r>
          </a:p>
        </p:txBody>
      </p:sp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2EC3D37A-E795-8C1E-6AF7-389F2AA79AC1}"/>
              </a:ext>
            </a:extLst>
          </p:cNvPr>
          <p:cNvSpPr txBox="1">
            <a:spLocks/>
          </p:cNvSpPr>
          <p:nvPr/>
        </p:nvSpPr>
        <p:spPr>
          <a:xfrm>
            <a:off x="1327530" y="-4798229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Kanban trong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" name="Google Shape;320;p34">
            <a:extLst>
              <a:ext uri="{FF2B5EF4-FFF2-40B4-BE49-F238E27FC236}">
                <a16:creationId xmlns:a16="http://schemas.microsoft.com/office/drawing/2014/main" id="{F6339884-70EE-37A3-3449-9B7D01B1CE26}"/>
              </a:ext>
            </a:extLst>
          </p:cNvPr>
          <p:cNvSpPr txBox="1">
            <a:spLocks/>
          </p:cNvSpPr>
          <p:nvPr/>
        </p:nvSpPr>
        <p:spPr>
          <a:xfrm>
            <a:off x="422820" y="-4727093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1.3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C3DFA1E7-5737-975C-054D-907691E2CCE1}"/>
              </a:ext>
            </a:extLst>
          </p:cNvPr>
          <p:cNvSpPr txBox="1">
            <a:spLocks/>
          </p:cNvSpPr>
          <p:nvPr/>
        </p:nvSpPr>
        <p:spPr>
          <a:xfrm>
            <a:off x="651826" y="-4344415"/>
            <a:ext cx="529707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Ứng dụng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FFE6053A-2E44-C596-69A3-C8AD85C16396}"/>
              </a:ext>
            </a:extLst>
          </p:cNvPr>
          <p:cNvSpPr txBox="1">
            <a:spLocks/>
          </p:cNvSpPr>
          <p:nvPr/>
        </p:nvSpPr>
        <p:spPr>
          <a:xfrm>
            <a:off x="651826" y="-3752803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Sprint Planning: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Kéo task từ Product Backlog → To Do</a:t>
            </a:r>
            <a:endParaRPr lang="vi-VN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F00944A7-075B-7747-DEB5-96F260425F02}"/>
              </a:ext>
            </a:extLst>
          </p:cNvPr>
          <p:cNvSpPr txBox="1">
            <a:spLocks/>
          </p:cNvSpPr>
          <p:nvPr/>
        </p:nvSpPr>
        <p:spPr>
          <a:xfrm>
            <a:off x="651826" y="-3161191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Daily Standup: 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Đứng trước board, update trạng thái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9FC12DB9-D575-10F4-C137-9956B6B94D28}"/>
              </a:ext>
            </a:extLst>
          </p:cNvPr>
          <p:cNvSpPr txBox="1">
            <a:spLocks/>
          </p:cNvSpPr>
          <p:nvPr/>
        </p:nvSpPr>
        <p:spPr>
          <a:xfrm>
            <a:off x="651826" y="-256957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Sprint Review: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Nhìn cột Done để demo</a:t>
            </a:r>
          </a:p>
        </p:txBody>
      </p:sp>
      <p:sp>
        <p:nvSpPr>
          <p:cNvPr id="8" name="Google Shape;315;p34">
            <a:extLst>
              <a:ext uri="{FF2B5EF4-FFF2-40B4-BE49-F238E27FC236}">
                <a16:creationId xmlns:a16="http://schemas.microsoft.com/office/drawing/2014/main" id="{6E5E2D7A-AF6B-4202-0672-CAD6D5FB4E1E}"/>
              </a:ext>
            </a:extLst>
          </p:cNvPr>
          <p:cNvSpPr txBox="1">
            <a:spLocks/>
          </p:cNvSpPr>
          <p:nvPr/>
        </p:nvSpPr>
        <p:spPr>
          <a:xfrm>
            <a:off x="651826" y="-1977967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WIP Limit: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Tránh làm quá nhiều task cùng lúc</a:t>
            </a: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DFE17E3D-0178-560D-16D2-31DE1A13B9E6}"/>
              </a:ext>
            </a:extLst>
          </p:cNvPr>
          <p:cNvSpPr txBox="1">
            <a:spLocks/>
          </p:cNvSpPr>
          <p:nvPr/>
        </p:nvSpPr>
        <p:spPr>
          <a:xfrm>
            <a:off x="651826" y="-1386355"/>
            <a:ext cx="519570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00B050"/>
                </a:solidFill>
                <a:latin typeface="Archivo Light" panose="020B0604020202020204" charset="0"/>
                <a:cs typeface="Archivo Light" panose="020B0604020202020204" charset="0"/>
              </a:rPr>
              <a:t>Kết luận:  Kanban board = Công cụ VẬT LÝ/SỐ hóa của Scrum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B4A6F3-6F44-CF3F-83D7-C51F553D4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873" y="1576885"/>
            <a:ext cx="5012254" cy="3343014"/>
          </a:xfrm>
          <a:prstGeom prst="rect">
            <a:avLst/>
          </a:prstGeom>
        </p:spPr>
      </p:pic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7ED1591F-95EA-2C19-75E5-CA5C607EDBCB}"/>
              </a:ext>
            </a:extLst>
          </p:cNvPr>
          <p:cNvSpPr txBox="1">
            <a:spLocks/>
          </p:cNvSpPr>
          <p:nvPr/>
        </p:nvSpPr>
        <p:spPr>
          <a:xfrm>
            <a:off x="1016093" y="5901181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Kanban – Nền tảng lý thuyết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4" name="Google Shape;320;p34">
            <a:extLst>
              <a:ext uri="{FF2B5EF4-FFF2-40B4-BE49-F238E27FC236}">
                <a16:creationId xmlns:a16="http://schemas.microsoft.com/office/drawing/2014/main" id="{A5C1AE9D-F89A-2AC4-CC71-1061F7B557E1}"/>
              </a:ext>
            </a:extLst>
          </p:cNvPr>
          <p:cNvSpPr txBox="1">
            <a:spLocks/>
          </p:cNvSpPr>
          <p:nvPr/>
        </p:nvSpPr>
        <p:spPr>
          <a:xfrm>
            <a:off x="289470" y="5972253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1.2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9DF82788-80EF-F2CE-97F5-691283D47939}"/>
              </a:ext>
            </a:extLst>
          </p:cNvPr>
          <p:cNvSpPr txBox="1">
            <a:spLocks/>
          </p:cNvSpPr>
          <p:nvPr/>
        </p:nvSpPr>
        <p:spPr>
          <a:xfrm>
            <a:off x="289470" y="7901374"/>
            <a:ext cx="2705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Cấu trúc Kanban Board cơ bản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0FEF5BA3-69F7-B064-9EB1-49DB113D2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057" y="6331053"/>
            <a:ext cx="5188043" cy="38910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F917806-0839-13F7-9DC4-4D3F3D62F772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07/26</a:t>
            </a:r>
          </a:p>
        </p:txBody>
      </p:sp>
    </p:spTree>
    <p:extLst>
      <p:ext uri="{BB962C8B-B14F-4D97-AF65-F5344CB8AC3E}">
        <p14:creationId xmlns:p14="http://schemas.microsoft.com/office/powerpoint/2010/main" val="2113307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5B32-1F7E-B414-D6CA-109FA6F9C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878AEA40-62C8-E154-6EB1-DAF991CDB6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5860" y="1408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/>
            <a:r>
              <a:rPr lang="vi-VN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PHƯƠNG PHÁP KANBAN</a:t>
            </a: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6F09DFFF-97BD-EAC5-21A7-9C0868CB382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6C607704-637D-87F5-CB34-1A9FEC411921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Kanban trong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AF8344DD-EAC8-9202-7182-EB72F06AE467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1.3</a:t>
            </a:r>
          </a:p>
        </p:txBody>
      </p:sp>
      <p:sp>
        <p:nvSpPr>
          <p:cNvPr id="27" name="Google Shape;315;p34">
            <a:extLst>
              <a:ext uri="{FF2B5EF4-FFF2-40B4-BE49-F238E27FC236}">
                <a16:creationId xmlns:a16="http://schemas.microsoft.com/office/drawing/2014/main" id="{C2BBA2D4-C23C-484F-1D00-FC57F1A8AA3F}"/>
              </a:ext>
            </a:extLst>
          </p:cNvPr>
          <p:cNvSpPr txBox="1">
            <a:spLocks/>
          </p:cNvSpPr>
          <p:nvPr/>
        </p:nvSpPr>
        <p:spPr>
          <a:xfrm>
            <a:off x="674686" y="1055777"/>
            <a:ext cx="529707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Ứng dụng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8" name="Google Shape;315;p34">
            <a:extLst>
              <a:ext uri="{FF2B5EF4-FFF2-40B4-BE49-F238E27FC236}">
                <a16:creationId xmlns:a16="http://schemas.microsoft.com/office/drawing/2014/main" id="{C77B740C-0B45-AB62-B3A0-A0DA0582CBA1}"/>
              </a:ext>
            </a:extLst>
          </p:cNvPr>
          <p:cNvSpPr txBox="1">
            <a:spLocks/>
          </p:cNvSpPr>
          <p:nvPr/>
        </p:nvSpPr>
        <p:spPr>
          <a:xfrm>
            <a:off x="674686" y="1647389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Sprint Planning: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Kéo task từ Product Backlog → To Do</a:t>
            </a:r>
            <a:endParaRPr lang="vi-VN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9" name="Google Shape;315;p34">
            <a:extLst>
              <a:ext uri="{FF2B5EF4-FFF2-40B4-BE49-F238E27FC236}">
                <a16:creationId xmlns:a16="http://schemas.microsoft.com/office/drawing/2014/main" id="{FBA7E3E4-9272-6B3E-203C-3709091DA246}"/>
              </a:ext>
            </a:extLst>
          </p:cNvPr>
          <p:cNvSpPr txBox="1">
            <a:spLocks/>
          </p:cNvSpPr>
          <p:nvPr/>
        </p:nvSpPr>
        <p:spPr>
          <a:xfrm>
            <a:off x="674686" y="2239001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Daily Standup: 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Đứng trước board, update trạng thái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41480A26-B6B9-1468-D6F9-811670D91201}"/>
              </a:ext>
            </a:extLst>
          </p:cNvPr>
          <p:cNvSpPr txBox="1">
            <a:spLocks/>
          </p:cNvSpPr>
          <p:nvPr/>
        </p:nvSpPr>
        <p:spPr>
          <a:xfrm>
            <a:off x="674686" y="2830613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Sprint Review: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Nhìn cột Done để demo</a:t>
            </a: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0B91E224-A3FE-59A4-39C8-C74043D0486E}"/>
              </a:ext>
            </a:extLst>
          </p:cNvPr>
          <p:cNvSpPr txBox="1">
            <a:spLocks/>
          </p:cNvSpPr>
          <p:nvPr/>
        </p:nvSpPr>
        <p:spPr>
          <a:xfrm>
            <a:off x="674686" y="3422225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WIP Limit: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Tránh làm quá nhiều task cùng lúc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1B8AC330-261A-B355-F739-FE2A90E062B9}"/>
              </a:ext>
            </a:extLst>
          </p:cNvPr>
          <p:cNvSpPr txBox="1">
            <a:spLocks/>
          </p:cNvSpPr>
          <p:nvPr/>
        </p:nvSpPr>
        <p:spPr>
          <a:xfrm>
            <a:off x="674686" y="4013837"/>
            <a:ext cx="519570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00B050"/>
                </a:solidFill>
                <a:latin typeface="Archivo Light" panose="020B0604020202020204" charset="0"/>
                <a:cs typeface="Archivo Light" panose="020B0604020202020204" charset="0"/>
              </a:rPr>
              <a:t>Kết luận:  Kanban board = Công cụ VẬT LÝ/SỐ hóa của Scrum</a:t>
            </a: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22F04E20-5D89-7C20-011D-4F84B2135FF9}"/>
              </a:ext>
            </a:extLst>
          </p:cNvPr>
          <p:cNvSpPr txBox="1">
            <a:spLocks/>
          </p:cNvSpPr>
          <p:nvPr/>
        </p:nvSpPr>
        <p:spPr>
          <a:xfrm>
            <a:off x="-8201160" y="-224732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TRELLO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6" name="Google Shape;320;p34">
            <a:extLst>
              <a:ext uri="{FF2B5EF4-FFF2-40B4-BE49-F238E27FC236}">
                <a16:creationId xmlns:a16="http://schemas.microsoft.com/office/drawing/2014/main" id="{8E146286-3EB9-E0C2-4EC3-116E5D2411FD}"/>
              </a:ext>
            </a:extLst>
          </p:cNvPr>
          <p:cNvSpPr txBox="1">
            <a:spLocks/>
          </p:cNvSpPr>
          <p:nvPr/>
        </p:nvSpPr>
        <p:spPr>
          <a:xfrm>
            <a:off x="-9125638" y="-140282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2.</a:t>
            </a: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3BE82F84-4E04-8EAE-AB87-1BFD2D327240}"/>
              </a:ext>
            </a:extLst>
          </p:cNvPr>
          <p:cNvSpPr txBox="1">
            <a:spLocks/>
          </p:cNvSpPr>
          <p:nvPr/>
        </p:nvSpPr>
        <p:spPr>
          <a:xfrm>
            <a:off x="-8220928" y="225832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Tổng quan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8" name="Google Shape;320;p34">
            <a:extLst>
              <a:ext uri="{FF2B5EF4-FFF2-40B4-BE49-F238E27FC236}">
                <a16:creationId xmlns:a16="http://schemas.microsoft.com/office/drawing/2014/main" id="{71E9A504-5816-CC72-6584-AEB0026DE2FB}"/>
              </a:ext>
            </a:extLst>
          </p:cNvPr>
          <p:cNvSpPr txBox="1">
            <a:spLocks/>
          </p:cNvSpPr>
          <p:nvPr/>
        </p:nvSpPr>
        <p:spPr>
          <a:xfrm>
            <a:off x="-9125638" y="29696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2.1</a:t>
            </a: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4851B838-21C3-1808-A92A-A1D316778A89}"/>
              </a:ext>
            </a:extLst>
          </p:cNvPr>
          <p:cNvSpPr txBox="1">
            <a:spLocks/>
          </p:cNvSpPr>
          <p:nvPr/>
        </p:nvSpPr>
        <p:spPr>
          <a:xfrm>
            <a:off x="-9222136" y="693383"/>
            <a:ext cx="194310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Trello là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gì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B5ABE647-A898-3E39-CAFE-7B41EC47867A}"/>
              </a:ext>
            </a:extLst>
          </p:cNvPr>
          <p:cNvSpPr txBox="1">
            <a:spLocks/>
          </p:cNvSpPr>
          <p:nvPr/>
        </p:nvSpPr>
        <p:spPr>
          <a:xfrm>
            <a:off x="-8914858" y="1121749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Công cụ 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 lý dự án MIỄN PHÍ, giao diện Kanban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98FA0BC1-A497-5C86-4CA8-10593E2C8431}"/>
              </a:ext>
            </a:extLst>
          </p:cNvPr>
          <p:cNvSpPr txBox="1">
            <a:spLocks/>
          </p:cNvSpPr>
          <p:nvPr/>
        </p:nvSpPr>
        <p:spPr>
          <a:xfrm>
            <a:off x="-8914858" y="148504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Phát triển bởi 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Atlassian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(công ty làm Jira)</a:t>
            </a:r>
          </a:p>
        </p:txBody>
      </p:sp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0B317824-F4A1-58E6-7BAA-AAFCE20A9D33}"/>
              </a:ext>
            </a:extLst>
          </p:cNvPr>
          <p:cNvSpPr txBox="1">
            <a:spLocks/>
          </p:cNvSpPr>
          <p:nvPr/>
        </p:nvSpPr>
        <p:spPr>
          <a:xfrm>
            <a:off x="-9746422" y="2292114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Đặc điểm nổi bật: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A6891B9C-82F8-A5A9-560C-96F4E879629B}"/>
              </a:ext>
            </a:extLst>
          </p:cNvPr>
          <p:cNvSpPr txBox="1">
            <a:spLocks/>
          </p:cNvSpPr>
          <p:nvPr/>
        </p:nvSpPr>
        <p:spPr>
          <a:xfrm>
            <a:off x="-8923286" y="2722836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Giao diện 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Drag &amp; Drop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trực quan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D7BCBC94-0F34-B011-3355-A57EBCA61EDC}"/>
              </a:ext>
            </a:extLst>
          </p:cNvPr>
          <p:cNvSpPr txBox="1">
            <a:spLocks/>
          </p:cNvSpPr>
          <p:nvPr/>
        </p:nvSpPr>
        <p:spPr>
          <a:xfrm>
            <a:off x="-8914858" y="3126880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Học trong </a:t>
            </a:r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10 phút</a:t>
            </a:r>
            <a:endParaRPr lang="en-US" sz="1400">
              <a:solidFill>
                <a:srgbClr val="FFFF00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1198866B-0122-2FDE-7FE8-41EAD829F4FB}"/>
              </a:ext>
            </a:extLst>
          </p:cNvPr>
          <p:cNvSpPr txBox="1">
            <a:spLocks/>
          </p:cNvSpPr>
          <p:nvPr/>
        </p:nvSpPr>
        <p:spPr>
          <a:xfrm>
            <a:off x="-8923286" y="3580694"/>
            <a:ext cx="635207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s-E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Miễn phí </a:t>
            </a:r>
            <a:r>
              <a:rPr lang="es-E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cho team nhỏ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AFCF3C2E-2F50-4F81-7E3C-E6332AF2F943}"/>
              </a:ext>
            </a:extLst>
          </p:cNvPr>
          <p:cNvSpPr txBox="1">
            <a:spLocks/>
          </p:cNvSpPr>
          <p:nvPr/>
        </p:nvSpPr>
        <p:spPr>
          <a:xfrm>
            <a:off x="-8905605" y="4003820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Tùy biến với Power-Ups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16F60EA2-F377-B15A-6D38-7E9411E1123A}"/>
              </a:ext>
            </a:extLst>
          </p:cNvPr>
          <p:cNvSpPr txBox="1">
            <a:spLocks/>
          </p:cNvSpPr>
          <p:nvPr/>
        </p:nvSpPr>
        <p:spPr>
          <a:xfrm>
            <a:off x="-8914858" y="1908175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Web + Mobile app</a:t>
            </a:r>
          </a:p>
        </p:txBody>
      </p:sp>
      <p:pic>
        <p:nvPicPr>
          <p:cNvPr id="18" name="Picture 4" descr="Trello là gì? Lợi ích, tính năng và hướng dẫn sử dụng">
            <a:extLst>
              <a:ext uri="{FF2B5EF4-FFF2-40B4-BE49-F238E27FC236}">
                <a16:creationId xmlns:a16="http://schemas.microsoft.com/office/drawing/2014/main" id="{30AD1EC2-F983-FB51-9B67-24FBBCD13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23118" y="2208668"/>
            <a:ext cx="4178273" cy="2332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What is Trello? A guide to the collaboration and work management tool –  Computerworld">
            <a:extLst>
              <a:ext uri="{FF2B5EF4-FFF2-40B4-BE49-F238E27FC236}">
                <a16:creationId xmlns:a16="http://schemas.microsoft.com/office/drawing/2014/main" id="{5E15AB64-F263-75DF-5460-882BD058C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05238" y="-14693"/>
            <a:ext cx="2637293" cy="19779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Google Shape;315;p34">
            <a:extLst>
              <a:ext uri="{FF2B5EF4-FFF2-40B4-BE49-F238E27FC236}">
                <a16:creationId xmlns:a16="http://schemas.microsoft.com/office/drawing/2014/main" id="{0271D5D8-B40A-E46B-B57F-A92E27BC9F57}"/>
              </a:ext>
            </a:extLst>
          </p:cNvPr>
          <p:cNvSpPr txBox="1">
            <a:spLocks/>
          </p:cNvSpPr>
          <p:nvPr/>
        </p:nvSpPr>
        <p:spPr>
          <a:xfrm>
            <a:off x="906009" y="6740307"/>
            <a:ext cx="529707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Scrum sử dụng Kanban Board như thế nào?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C01AB5-03F2-A2AF-F138-353808DC1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739" y="7291885"/>
            <a:ext cx="5012254" cy="334301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96123E7-6578-51B3-71E8-05291E03CB35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08/26</a:t>
            </a:r>
          </a:p>
        </p:txBody>
      </p:sp>
    </p:spTree>
    <p:extLst>
      <p:ext uri="{BB962C8B-B14F-4D97-AF65-F5344CB8AC3E}">
        <p14:creationId xmlns:p14="http://schemas.microsoft.com/office/powerpoint/2010/main" val="1662158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" grpId="0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850AC-C2BB-71C4-70CA-ED7FB27F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973BF806-1130-CBFA-A5CF-8909A7A7C8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8" y="1513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TRELLO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20EF07A5-E68D-7F3C-605B-F9EFC1CCBD1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42D0A29F-DF3C-E081-C756-9024F7023402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Tổng quan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1AFF03D9-43A0-2E53-8B00-FA2BC358B977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2.1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294ADCE0-08CA-3B3F-2651-A3412DFBF1E0}"/>
              </a:ext>
            </a:extLst>
          </p:cNvPr>
          <p:cNvSpPr txBox="1">
            <a:spLocks/>
          </p:cNvSpPr>
          <p:nvPr/>
        </p:nvSpPr>
        <p:spPr>
          <a:xfrm>
            <a:off x="349182" y="1069514"/>
            <a:ext cx="194310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Trello là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gì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5E5E1528-2E5A-69DA-DFFF-29FB631FB2A7}"/>
              </a:ext>
            </a:extLst>
          </p:cNvPr>
          <p:cNvSpPr txBox="1">
            <a:spLocks/>
          </p:cNvSpPr>
          <p:nvPr/>
        </p:nvSpPr>
        <p:spPr>
          <a:xfrm>
            <a:off x="656460" y="1497880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Công cụ 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 lý dự án MIỄN PHÍ, giao diện Kanban</a:t>
            </a: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DF5B176B-4070-5E0D-030A-1C161F48B363}"/>
              </a:ext>
            </a:extLst>
          </p:cNvPr>
          <p:cNvSpPr txBox="1">
            <a:spLocks/>
          </p:cNvSpPr>
          <p:nvPr/>
        </p:nvSpPr>
        <p:spPr>
          <a:xfrm>
            <a:off x="656460" y="186118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Phát triển bởi 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Atlassian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(công ty làm Jira)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0C8D74B8-B947-A97F-C48C-FA6341435338}"/>
              </a:ext>
            </a:extLst>
          </p:cNvPr>
          <p:cNvSpPr txBox="1">
            <a:spLocks/>
          </p:cNvSpPr>
          <p:nvPr/>
        </p:nvSpPr>
        <p:spPr>
          <a:xfrm>
            <a:off x="-175104" y="2668245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Đặc điểm nổi bật: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71C7477D-2E7C-1CD3-8D6C-78E34AF30D38}"/>
              </a:ext>
            </a:extLst>
          </p:cNvPr>
          <p:cNvSpPr txBox="1">
            <a:spLocks/>
          </p:cNvSpPr>
          <p:nvPr/>
        </p:nvSpPr>
        <p:spPr>
          <a:xfrm>
            <a:off x="648032" y="3098967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Giao diện 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Drag &amp; Drop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trực quan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F9946294-9881-AAB6-89D8-7F84D41FE163}"/>
              </a:ext>
            </a:extLst>
          </p:cNvPr>
          <p:cNvSpPr txBox="1">
            <a:spLocks/>
          </p:cNvSpPr>
          <p:nvPr/>
        </p:nvSpPr>
        <p:spPr>
          <a:xfrm>
            <a:off x="656460" y="3503011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Học trong </a:t>
            </a:r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10 phút</a:t>
            </a:r>
            <a:endParaRPr lang="en-US" sz="1400">
              <a:solidFill>
                <a:srgbClr val="FFFF00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9E8F2839-376E-F95C-31E5-D7D40A33E777}"/>
              </a:ext>
            </a:extLst>
          </p:cNvPr>
          <p:cNvSpPr txBox="1">
            <a:spLocks/>
          </p:cNvSpPr>
          <p:nvPr/>
        </p:nvSpPr>
        <p:spPr>
          <a:xfrm>
            <a:off x="648032" y="3956825"/>
            <a:ext cx="635207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s-E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Miễn phí </a:t>
            </a:r>
            <a:r>
              <a:rPr lang="es-E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cho team nhỏ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F9BB3C42-F2C6-446E-5A39-B0E146CFFA00}"/>
              </a:ext>
            </a:extLst>
          </p:cNvPr>
          <p:cNvSpPr txBox="1">
            <a:spLocks/>
          </p:cNvSpPr>
          <p:nvPr/>
        </p:nvSpPr>
        <p:spPr>
          <a:xfrm>
            <a:off x="665713" y="4379951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Tùy biến với Power-Ups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24AE5EDB-751D-2BCB-D26C-A7E4E8C9FE9B}"/>
              </a:ext>
            </a:extLst>
          </p:cNvPr>
          <p:cNvSpPr txBox="1">
            <a:spLocks/>
          </p:cNvSpPr>
          <p:nvPr/>
        </p:nvSpPr>
        <p:spPr>
          <a:xfrm>
            <a:off x="656460" y="2284306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Web + Mobile app</a:t>
            </a:r>
          </a:p>
        </p:txBody>
      </p:sp>
      <p:pic>
        <p:nvPicPr>
          <p:cNvPr id="5124" name="Picture 4" descr="Trello là gì? Lợi ích, tính năng và hướng dẫn sử dụng">
            <a:extLst>
              <a:ext uri="{FF2B5EF4-FFF2-40B4-BE49-F238E27FC236}">
                <a16:creationId xmlns:a16="http://schemas.microsoft.com/office/drawing/2014/main" id="{11C97B3D-4955-EFDF-F73A-9CFA4641D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584799"/>
            <a:ext cx="4178273" cy="2332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hat is Trello? A guide to the collaboration and work management tool –  Computerworld">
            <a:extLst>
              <a:ext uri="{FF2B5EF4-FFF2-40B4-BE49-F238E27FC236}">
                <a16:creationId xmlns:a16="http://schemas.microsoft.com/office/drawing/2014/main" id="{CC41D51E-2BAF-8DA0-3D94-42E8D439D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080" y="361438"/>
            <a:ext cx="2637293" cy="19779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315;p34">
            <a:extLst>
              <a:ext uri="{FF2B5EF4-FFF2-40B4-BE49-F238E27FC236}">
                <a16:creationId xmlns:a16="http://schemas.microsoft.com/office/drawing/2014/main" id="{E9DD2935-7C3D-4D3D-C702-F01CFCC3A653}"/>
              </a:ext>
            </a:extLst>
          </p:cNvPr>
          <p:cNvSpPr txBox="1">
            <a:spLocks/>
          </p:cNvSpPr>
          <p:nvPr/>
        </p:nvSpPr>
        <p:spPr>
          <a:xfrm>
            <a:off x="11667094" y="411649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vi-VN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PHƯƠNG PHÁP KANBAN</a:t>
            </a:r>
          </a:p>
        </p:txBody>
      </p:sp>
      <p:sp>
        <p:nvSpPr>
          <p:cNvPr id="24" name="Google Shape;320;p34">
            <a:extLst>
              <a:ext uri="{FF2B5EF4-FFF2-40B4-BE49-F238E27FC236}">
                <a16:creationId xmlns:a16="http://schemas.microsoft.com/office/drawing/2014/main" id="{0C7B452F-6E0B-3A49-37A6-A39ACF763F3A}"/>
              </a:ext>
            </a:extLst>
          </p:cNvPr>
          <p:cNvSpPr txBox="1">
            <a:spLocks/>
          </p:cNvSpPr>
          <p:nvPr/>
        </p:nvSpPr>
        <p:spPr>
          <a:xfrm>
            <a:off x="10856914" y="5065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1.</a:t>
            </a:r>
          </a:p>
        </p:txBody>
      </p:sp>
      <p:sp>
        <p:nvSpPr>
          <p:cNvPr id="30" name="Google Shape;315;p34">
            <a:extLst>
              <a:ext uri="{FF2B5EF4-FFF2-40B4-BE49-F238E27FC236}">
                <a16:creationId xmlns:a16="http://schemas.microsoft.com/office/drawing/2014/main" id="{A56A02CD-9058-9954-0AE0-273B41F67492}"/>
              </a:ext>
            </a:extLst>
          </p:cNvPr>
          <p:cNvSpPr txBox="1">
            <a:spLocks/>
          </p:cNvSpPr>
          <p:nvPr/>
        </p:nvSpPr>
        <p:spPr>
          <a:xfrm>
            <a:off x="11761624" y="87271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Kanban trong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1" name="Google Shape;320;p34">
            <a:extLst>
              <a:ext uri="{FF2B5EF4-FFF2-40B4-BE49-F238E27FC236}">
                <a16:creationId xmlns:a16="http://schemas.microsoft.com/office/drawing/2014/main" id="{08FB436D-65AF-46AE-8D62-4B15BF91D03E}"/>
              </a:ext>
            </a:extLst>
          </p:cNvPr>
          <p:cNvSpPr txBox="1">
            <a:spLocks/>
          </p:cNvSpPr>
          <p:nvPr/>
        </p:nvSpPr>
        <p:spPr>
          <a:xfrm>
            <a:off x="10856914" y="94384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1.3</a:t>
            </a:r>
          </a:p>
        </p:txBody>
      </p:sp>
      <p:sp>
        <p:nvSpPr>
          <p:cNvPr id="32" name="Google Shape;315;p34">
            <a:extLst>
              <a:ext uri="{FF2B5EF4-FFF2-40B4-BE49-F238E27FC236}">
                <a16:creationId xmlns:a16="http://schemas.microsoft.com/office/drawing/2014/main" id="{18DF485D-8F29-0216-D3B0-2F6303C8CB7D}"/>
              </a:ext>
            </a:extLst>
          </p:cNvPr>
          <p:cNvSpPr txBox="1">
            <a:spLocks/>
          </p:cNvSpPr>
          <p:nvPr/>
        </p:nvSpPr>
        <p:spPr>
          <a:xfrm>
            <a:off x="11085920" y="1326527"/>
            <a:ext cx="529707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Ứng dụng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3" name="Google Shape;315;p34">
            <a:extLst>
              <a:ext uri="{FF2B5EF4-FFF2-40B4-BE49-F238E27FC236}">
                <a16:creationId xmlns:a16="http://schemas.microsoft.com/office/drawing/2014/main" id="{1DA0B56E-651A-07D2-8F1F-2BCE336F4ADD}"/>
              </a:ext>
            </a:extLst>
          </p:cNvPr>
          <p:cNvSpPr txBox="1">
            <a:spLocks/>
          </p:cNvSpPr>
          <p:nvPr/>
        </p:nvSpPr>
        <p:spPr>
          <a:xfrm>
            <a:off x="11085920" y="1918139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Sprint Planning: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Kéo task từ Product Backlog → To Do</a:t>
            </a:r>
            <a:endParaRPr lang="vi-VN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4" name="Google Shape;315;p34">
            <a:extLst>
              <a:ext uri="{FF2B5EF4-FFF2-40B4-BE49-F238E27FC236}">
                <a16:creationId xmlns:a16="http://schemas.microsoft.com/office/drawing/2014/main" id="{AF312CDE-D24C-FE19-12D6-BC7EACC9731C}"/>
              </a:ext>
            </a:extLst>
          </p:cNvPr>
          <p:cNvSpPr txBox="1">
            <a:spLocks/>
          </p:cNvSpPr>
          <p:nvPr/>
        </p:nvSpPr>
        <p:spPr>
          <a:xfrm>
            <a:off x="11085920" y="2509751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Daily Standup: 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Đứng trước board, update trạng thái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5" name="Google Shape;315;p34">
            <a:extLst>
              <a:ext uri="{FF2B5EF4-FFF2-40B4-BE49-F238E27FC236}">
                <a16:creationId xmlns:a16="http://schemas.microsoft.com/office/drawing/2014/main" id="{B0F76E3B-85B2-2896-705D-73D4E45066B8}"/>
              </a:ext>
            </a:extLst>
          </p:cNvPr>
          <p:cNvSpPr txBox="1">
            <a:spLocks/>
          </p:cNvSpPr>
          <p:nvPr/>
        </p:nvSpPr>
        <p:spPr>
          <a:xfrm>
            <a:off x="11085920" y="3101363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Sprint Review: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Nhìn cột Done để demo</a:t>
            </a:r>
          </a:p>
        </p:txBody>
      </p:sp>
      <p:sp>
        <p:nvSpPr>
          <p:cNvPr id="36" name="Google Shape;315;p34">
            <a:extLst>
              <a:ext uri="{FF2B5EF4-FFF2-40B4-BE49-F238E27FC236}">
                <a16:creationId xmlns:a16="http://schemas.microsoft.com/office/drawing/2014/main" id="{7E47F1FE-84B0-8BE7-A77E-8872DAA416AC}"/>
              </a:ext>
            </a:extLst>
          </p:cNvPr>
          <p:cNvSpPr txBox="1">
            <a:spLocks/>
          </p:cNvSpPr>
          <p:nvPr/>
        </p:nvSpPr>
        <p:spPr>
          <a:xfrm>
            <a:off x="11085920" y="3692975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WIP Limit: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Tránh làm quá nhiều task cùng lúc</a:t>
            </a:r>
          </a:p>
        </p:txBody>
      </p:sp>
      <p:sp>
        <p:nvSpPr>
          <p:cNvPr id="37" name="Google Shape;315;p34">
            <a:extLst>
              <a:ext uri="{FF2B5EF4-FFF2-40B4-BE49-F238E27FC236}">
                <a16:creationId xmlns:a16="http://schemas.microsoft.com/office/drawing/2014/main" id="{8B28EA47-DF93-3FF0-2E80-D2FF1354E890}"/>
              </a:ext>
            </a:extLst>
          </p:cNvPr>
          <p:cNvSpPr txBox="1">
            <a:spLocks/>
          </p:cNvSpPr>
          <p:nvPr/>
        </p:nvSpPr>
        <p:spPr>
          <a:xfrm>
            <a:off x="11085920" y="4284587"/>
            <a:ext cx="519570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00B050"/>
                </a:solidFill>
                <a:latin typeface="Archivo Light" panose="020B0604020202020204" charset="0"/>
                <a:cs typeface="Archivo Light" panose="020B0604020202020204" charset="0"/>
              </a:rPr>
              <a:t>Kết luận:  Kanban board = Công cụ VẬT LÝ/SỐ hóa của Scrum</a:t>
            </a:r>
          </a:p>
        </p:txBody>
      </p:sp>
      <p:sp>
        <p:nvSpPr>
          <p:cNvPr id="40" name="Google Shape;315;p34">
            <a:extLst>
              <a:ext uri="{FF2B5EF4-FFF2-40B4-BE49-F238E27FC236}">
                <a16:creationId xmlns:a16="http://schemas.microsoft.com/office/drawing/2014/main" id="{6882BD68-D900-55F8-1148-546F062096CC}"/>
              </a:ext>
            </a:extLst>
          </p:cNvPr>
          <p:cNvSpPr txBox="1">
            <a:spLocks/>
          </p:cNvSpPr>
          <p:nvPr/>
        </p:nvSpPr>
        <p:spPr>
          <a:xfrm>
            <a:off x="-440627" y="-4393565"/>
            <a:ext cx="194310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Cấu trúc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41" name="Google Shape;315;p34">
            <a:extLst>
              <a:ext uri="{FF2B5EF4-FFF2-40B4-BE49-F238E27FC236}">
                <a16:creationId xmlns:a16="http://schemas.microsoft.com/office/drawing/2014/main" id="{01301F30-09A7-78C3-FD1B-C27FA1A018DE}"/>
              </a:ext>
            </a:extLst>
          </p:cNvPr>
          <p:cNvSpPr txBox="1">
            <a:spLocks/>
          </p:cNvSpPr>
          <p:nvPr/>
        </p:nvSpPr>
        <p:spPr>
          <a:xfrm>
            <a:off x="-1" y="-3628318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Board 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= 1 dự án/Sprint</a:t>
            </a:r>
          </a:p>
        </p:txBody>
      </p:sp>
      <p:sp>
        <p:nvSpPr>
          <p:cNvPr id="42" name="Google Shape;315;p34">
            <a:extLst>
              <a:ext uri="{FF2B5EF4-FFF2-40B4-BE49-F238E27FC236}">
                <a16:creationId xmlns:a16="http://schemas.microsoft.com/office/drawing/2014/main" id="{B1391414-37EB-96E7-C1DA-09CF190A3F55}"/>
              </a:ext>
            </a:extLst>
          </p:cNvPr>
          <p:cNvSpPr txBox="1">
            <a:spLocks/>
          </p:cNvSpPr>
          <p:nvPr/>
        </p:nvSpPr>
        <p:spPr>
          <a:xfrm>
            <a:off x="-1" y="-2931718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List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 = Cột trạng thái (To Do, Doing, Done...)</a:t>
            </a:r>
          </a:p>
        </p:txBody>
      </p:sp>
      <p:sp>
        <p:nvSpPr>
          <p:cNvPr id="43" name="Google Shape;315;p34">
            <a:extLst>
              <a:ext uri="{FF2B5EF4-FFF2-40B4-BE49-F238E27FC236}">
                <a16:creationId xmlns:a16="http://schemas.microsoft.com/office/drawing/2014/main" id="{2712BE48-69B7-9333-AA78-F16A317F4910}"/>
              </a:ext>
            </a:extLst>
          </p:cNvPr>
          <p:cNvSpPr txBox="1">
            <a:spLocks/>
          </p:cNvSpPr>
          <p:nvPr/>
        </p:nvSpPr>
        <p:spPr>
          <a:xfrm>
            <a:off x="1" y="-1560767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Member, Label, Due Date, Checklist 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= Thuộc tính card</a:t>
            </a:r>
          </a:p>
        </p:txBody>
      </p:sp>
      <p:sp>
        <p:nvSpPr>
          <p:cNvPr id="44" name="Google Shape;315;p34">
            <a:extLst>
              <a:ext uri="{FF2B5EF4-FFF2-40B4-BE49-F238E27FC236}">
                <a16:creationId xmlns:a16="http://schemas.microsoft.com/office/drawing/2014/main" id="{83FD230B-4580-6A6A-D5D8-6E50ACC319BD}"/>
              </a:ext>
            </a:extLst>
          </p:cNvPr>
          <p:cNvSpPr txBox="1">
            <a:spLocks/>
          </p:cNvSpPr>
          <p:nvPr/>
        </p:nvSpPr>
        <p:spPr>
          <a:xfrm>
            <a:off x="0" y="-2312044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Card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 = 1 task/User Story</a:t>
            </a:r>
          </a:p>
        </p:txBody>
      </p:sp>
      <p:pic>
        <p:nvPicPr>
          <p:cNvPr id="45" name="Picture 2" descr="Quản lý nhiệm vụ trong không gian chung | Trello | Trello">
            <a:extLst>
              <a:ext uri="{FF2B5EF4-FFF2-40B4-BE49-F238E27FC236}">
                <a16:creationId xmlns:a16="http://schemas.microsoft.com/office/drawing/2014/main" id="{0CDD4144-BDBA-1F39-91CD-94A27A696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766" y="-4600792"/>
            <a:ext cx="4957624" cy="312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9446D44-68A1-E3B1-037E-9013FA4155A6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09/26</a:t>
            </a:r>
          </a:p>
        </p:txBody>
      </p:sp>
    </p:spTree>
    <p:extLst>
      <p:ext uri="{BB962C8B-B14F-4D97-AF65-F5344CB8AC3E}">
        <p14:creationId xmlns:p14="http://schemas.microsoft.com/office/powerpoint/2010/main" val="67146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DA5C-C0E1-2825-E5BA-66E6635AD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4312AE30-20AA-01DE-F94B-FEC2D9FA59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8" y="1513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TRELLO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94E5E183-1A2A-D41B-E63A-22999598C60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9E355411-A9A4-792F-2F13-8D8120763CF0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Tổng quan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862C61E1-2FF0-842A-A20F-55773DBB0079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2.1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93B61B05-E000-FAE7-76DD-4D08257F3437}"/>
              </a:ext>
            </a:extLst>
          </p:cNvPr>
          <p:cNvSpPr txBox="1">
            <a:spLocks/>
          </p:cNvSpPr>
          <p:nvPr/>
        </p:nvSpPr>
        <p:spPr>
          <a:xfrm>
            <a:off x="215832" y="1109903"/>
            <a:ext cx="194310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Cấu trúc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54E7FACC-5E5C-DC40-97B2-8024B1E182C8}"/>
              </a:ext>
            </a:extLst>
          </p:cNvPr>
          <p:cNvSpPr txBox="1">
            <a:spLocks/>
          </p:cNvSpPr>
          <p:nvPr/>
        </p:nvSpPr>
        <p:spPr>
          <a:xfrm>
            <a:off x="656458" y="1875150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Board 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= 1 dự án/Sprint</a:t>
            </a: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70DC8011-0B75-5177-7D4F-65C65A4099E9}"/>
              </a:ext>
            </a:extLst>
          </p:cNvPr>
          <p:cNvSpPr txBox="1">
            <a:spLocks/>
          </p:cNvSpPr>
          <p:nvPr/>
        </p:nvSpPr>
        <p:spPr>
          <a:xfrm>
            <a:off x="656458" y="257175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List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 = Cột trạng thái (To Do, Doing, Done...)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2337376A-D124-50C8-860A-150E362EA2C8}"/>
              </a:ext>
            </a:extLst>
          </p:cNvPr>
          <p:cNvSpPr txBox="1">
            <a:spLocks/>
          </p:cNvSpPr>
          <p:nvPr/>
        </p:nvSpPr>
        <p:spPr>
          <a:xfrm>
            <a:off x="656460" y="3942701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Member, Label, Due Date, Checklist 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= Thuộc tính card</a:t>
            </a: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D74ECE36-32C5-D336-E646-889EEC31847D}"/>
              </a:ext>
            </a:extLst>
          </p:cNvPr>
          <p:cNvSpPr txBox="1">
            <a:spLocks/>
          </p:cNvSpPr>
          <p:nvPr/>
        </p:nvSpPr>
        <p:spPr>
          <a:xfrm>
            <a:off x="656459" y="3191424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Card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 = 1 task/User Story</a:t>
            </a:r>
          </a:p>
        </p:txBody>
      </p:sp>
      <p:pic>
        <p:nvPicPr>
          <p:cNvPr id="6146" name="Picture 2" descr="Quản lý nhiệm vụ trong không gian chung | Trello | Trello">
            <a:extLst>
              <a:ext uri="{FF2B5EF4-FFF2-40B4-BE49-F238E27FC236}">
                <a16:creationId xmlns:a16="http://schemas.microsoft.com/office/drawing/2014/main" id="{D0FDFD1A-700C-578A-FB23-454D0CECD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225" y="902676"/>
            <a:ext cx="4957624" cy="312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1A2136DD-86A3-D018-153B-666A92B04AC1}"/>
              </a:ext>
            </a:extLst>
          </p:cNvPr>
          <p:cNvSpPr txBox="1">
            <a:spLocks/>
          </p:cNvSpPr>
          <p:nvPr/>
        </p:nvSpPr>
        <p:spPr>
          <a:xfrm>
            <a:off x="524286" y="6365414"/>
            <a:ext cx="194310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Trello là </a:t>
            </a:r>
            <a:r>
              <a:rPr lang="en-US" err="1">
                <a:latin typeface="Archivo Light" panose="020B0604020202020204" charset="0"/>
                <a:cs typeface="Archivo Light" panose="020B0604020202020204" charset="0"/>
              </a:rPr>
              <a:t>gì</a:t>
            </a:r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F96D245F-A9D5-CEC6-1FBC-18BECA28D5D7}"/>
              </a:ext>
            </a:extLst>
          </p:cNvPr>
          <p:cNvSpPr txBox="1">
            <a:spLocks/>
          </p:cNvSpPr>
          <p:nvPr/>
        </p:nvSpPr>
        <p:spPr>
          <a:xfrm>
            <a:off x="831564" y="6793780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Công cụ 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 lý dự án MIỄN PHÍ, giao diện Kanban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335636A6-4937-BDD0-83E7-7EDD4402E983}"/>
              </a:ext>
            </a:extLst>
          </p:cNvPr>
          <p:cNvSpPr txBox="1">
            <a:spLocks/>
          </p:cNvSpPr>
          <p:nvPr/>
        </p:nvSpPr>
        <p:spPr>
          <a:xfrm>
            <a:off x="831564" y="715708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Phát triển bởi 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Atlassian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(công ty làm Jira)</a:t>
            </a: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9498D8AA-86FB-F560-9A79-FA0ED0EFEEBA}"/>
              </a:ext>
            </a:extLst>
          </p:cNvPr>
          <p:cNvSpPr txBox="1">
            <a:spLocks/>
          </p:cNvSpPr>
          <p:nvPr/>
        </p:nvSpPr>
        <p:spPr>
          <a:xfrm>
            <a:off x="0" y="7964145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Đặc điểm nổi bật: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3DE49492-B95C-D1D4-41E7-7838109ABEFE}"/>
              </a:ext>
            </a:extLst>
          </p:cNvPr>
          <p:cNvSpPr txBox="1">
            <a:spLocks/>
          </p:cNvSpPr>
          <p:nvPr/>
        </p:nvSpPr>
        <p:spPr>
          <a:xfrm>
            <a:off x="823136" y="8394867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Giao diện 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Drag &amp; Drop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trực quan</a:t>
            </a: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19172FCF-0125-4534-4E39-AF1E6D249383}"/>
              </a:ext>
            </a:extLst>
          </p:cNvPr>
          <p:cNvSpPr txBox="1">
            <a:spLocks/>
          </p:cNvSpPr>
          <p:nvPr/>
        </p:nvSpPr>
        <p:spPr>
          <a:xfrm>
            <a:off x="831564" y="8798911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Học trong </a:t>
            </a:r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10 phút</a:t>
            </a:r>
            <a:endParaRPr lang="en-US" sz="1400">
              <a:solidFill>
                <a:srgbClr val="FFFF00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8" name="Google Shape;315;p34">
            <a:extLst>
              <a:ext uri="{FF2B5EF4-FFF2-40B4-BE49-F238E27FC236}">
                <a16:creationId xmlns:a16="http://schemas.microsoft.com/office/drawing/2014/main" id="{26CD4B3E-5EC9-3DAC-FBF1-5328D2D12F6C}"/>
              </a:ext>
            </a:extLst>
          </p:cNvPr>
          <p:cNvSpPr txBox="1">
            <a:spLocks/>
          </p:cNvSpPr>
          <p:nvPr/>
        </p:nvSpPr>
        <p:spPr>
          <a:xfrm>
            <a:off x="823136" y="9252725"/>
            <a:ext cx="635207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s-E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Miễn phí </a:t>
            </a:r>
            <a:r>
              <a:rPr lang="es-E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cho team nhỏ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EE33F42B-0613-44E4-39D6-77A63251ACC3}"/>
              </a:ext>
            </a:extLst>
          </p:cNvPr>
          <p:cNvSpPr txBox="1">
            <a:spLocks/>
          </p:cNvSpPr>
          <p:nvPr/>
        </p:nvSpPr>
        <p:spPr>
          <a:xfrm>
            <a:off x="840817" y="9675851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Tùy biến với Power-Ups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023BC013-4CD9-8A82-D495-EB7C7D70D6F5}"/>
              </a:ext>
            </a:extLst>
          </p:cNvPr>
          <p:cNvSpPr txBox="1">
            <a:spLocks/>
          </p:cNvSpPr>
          <p:nvPr/>
        </p:nvSpPr>
        <p:spPr>
          <a:xfrm>
            <a:off x="831564" y="7580206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Web + Mobile app</a:t>
            </a:r>
          </a:p>
        </p:txBody>
      </p:sp>
      <p:pic>
        <p:nvPicPr>
          <p:cNvPr id="20" name="Picture 4" descr="Trello là gì? Lợi ích, tính năng và hướng dẫn sử dụng">
            <a:extLst>
              <a:ext uri="{FF2B5EF4-FFF2-40B4-BE49-F238E27FC236}">
                <a16:creationId xmlns:a16="http://schemas.microsoft.com/office/drawing/2014/main" id="{822B9259-8805-F85D-F620-85211F0E1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304" y="7880699"/>
            <a:ext cx="4178273" cy="2332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What is Trello? A guide to the collaboration and work management tool –  Computerworld">
            <a:extLst>
              <a:ext uri="{FF2B5EF4-FFF2-40B4-BE49-F238E27FC236}">
                <a16:creationId xmlns:a16="http://schemas.microsoft.com/office/drawing/2014/main" id="{96229EFC-E487-85B4-9E35-E5BE5649A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184" y="5657338"/>
            <a:ext cx="2637293" cy="19779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Google Shape;315;p34">
            <a:extLst>
              <a:ext uri="{FF2B5EF4-FFF2-40B4-BE49-F238E27FC236}">
                <a16:creationId xmlns:a16="http://schemas.microsoft.com/office/drawing/2014/main" id="{F70B42AA-1051-F0C7-9458-B5671F38961B}"/>
              </a:ext>
            </a:extLst>
          </p:cNvPr>
          <p:cNvSpPr txBox="1">
            <a:spLocks/>
          </p:cNvSpPr>
          <p:nvPr/>
        </p:nvSpPr>
        <p:spPr>
          <a:xfrm>
            <a:off x="991683" y="-5629837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Tính năng cho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7" name="Google Shape;320;p34">
            <a:extLst>
              <a:ext uri="{FF2B5EF4-FFF2-40B4-BE49-F238E27FC236}">
                <a16:creationId xmlns:a16="http://schemas.microsoft.com/office/drawing/2014/main" id="{73637709-2FCD-6B1C-2F4A-D5F3A5E5D7D6}"/>
              </a:ext>
            </a:extLst>
          </p:cNvPr>
          <p:cNvSpPr txBox="1">
            <a:spLocks/>
          </p:cNvSpPr>
          <p:nvPr/>
        </p:nvSpPr>
        <p:spPr>
          <a:xfrm>
            <a:off x="86973" y="-5558701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2.2</a:t>
            </a:r>
          </a:p>
        </p:txBody>
      </p:sp>
      <p:sp>
        <p:nvSpPr>
          <p:cNvPr id="28" name="Google Shape;315;p34">
            <a:extLst>
              <a:ext uri="{FF2B5EF4-FFF2-40B4-BE49-F238E27FC236}">
                <a16:creationId xmlns:a16="http://schemas.microsoft.com/office/drawing/2014/main" id="{0CB3E5CD-1D50-0281-A6AA-09FB84BFF68C}"/>
              </a:ext>
            </a:extLst>
          </p:cNvPr>
          <p:cNvSpPr txBox="1">
            <a:spLocks/>
          </p:cNvSpPr>
          <p:nvPr/>
        </p:nvSpPr>
        <p:spPr>
          <a:xfrm>
            <a:off x="-9525" y="-5162286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Setup Scrum cơ bản:</a:t>
            </a:r>
          </a:p>
        </p:txBody>
      </p:sp>
      <p:sp>
        <p:nvSpPr>
          <p:cNvPr id="29" name="Google Shape;315;p34">
            <a:extLst>
              <a:ext uri="{FF2B5EF4-FFF2-40B4-BE49-F238E27FC236}">
                <a16:creationId xmlns:a16="http://schemas.microsoft.com/office/drawing/2014/main" id="{8AB63FFC-6A08-392B-8150-B935711F131A}"/>
              </a:ext>
            </a:extLst>
          </p:cNvPr>
          <p:cNvSpPr txBox="1">
            <a:spLocks/>
          </p:cNvSpPr>
          <p:nvPr/>
        </p:nvSpPr>
        <p:spPr>
          <a:xfrm>
            <a:off x="359433" y="-4139847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Product Backlog (tất cả tasks)</a:t>
            </a:r>
          </a:p>
        </p:txBody>
      </p:sp>
      <p:sp>
        <p:nvSpPr>
          <p:cNvPr id="30" name="Google Shape;315;p34">
            <a:extLst>
              <a:ext uri="{FF2B5EF4-FFF2-40B4-BE49-F238E27FC236}">
                <a16:creationId xmlns:a16="http://schemas.microsoft.com/office/drawing/2014/main" id="{7F80B0CD-3AF0-2082-25C1-F1ADE42133CF}"/>
              </a:ext>
            </a:extLst>
          </p:cNvPr>
          <p:cNvSpPr txBox="1">
            <a:spLocks/>
          </p:cNvSpPr>
          <p:nvPr/>
        </p:nvSpPr>
        <p:spPr>
          <a:xfrm>
            <a:off x="359433" y="-3700592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2.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Sprint Backlog (15 tasks chọn cho Sprint này)</a:t>
            </a:r>
          </a:p>
        </p:txBody>
      </p:sp>
      <p:sp>
        <p:nvSpPr>
          <p:cNvPr id="31" name="Google Shape;315;p34">
            <a:extLst>
              <a:ext uri="{FF2B5EF4-FFF2-40B4-BE49-F238E27FC236}">
                <a16:creationId xmlns:a16="http://schemas.microsoft.com/office/drawing/2014/main" id="{643C4242-9BF3-E2B2-2083-F1FF978441D0}"/>
              </a:ext>
            </a:extLst>
          </p:cNvPr>
          <p:cNvSpPr txBox="1">
            <a:spLocks/>
          </p:cNvSpPr>
          <p:nvPr/>
        </p:nvSpPr>
        <p:spPr>
          <a:xfrm>
            <a:off x="359433" y="-2822081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4.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In Progress (đang làm - WIP ≤3)</a:t>
            </a:r>
          </a:p>
        </p:txBody>
      </p:sp>
      <p:sp>
        <p:nvSpPr>
          <p:cNvPr id="32" name="Google Shape;315;p34">
            <a:extLst>
              <a:ext uri="{FF2B5EF4-FFF2-40B4-BE49-F238E27FC236}">
                <a16:creationId xmlns:a16="http://schemas.microsoft.com/office/drawing/2014/main" id="{574D3FFB-E868-466C-F54C-90690A1BDB9E}"/>
              </a:ext>
            </a:extLst>
          </p:cNvPr>
          <p:cNvSpPr txBox="1">
            <a:spLocks/>
          </p:cNvSpPr>
          <p:nvPr/>
        </p:nvSpPr>
        <p:spPr>
          <a:xfrm>
            <a:off x="381573" y="-3272226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3. </a:t>
            </a:r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To Do (chưa bắt đầu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)</a:t>
            </a:r>
          </a:p>
        </p:txBody>
      </p:sp>
      <p:sp>
        <p:nvSpPr>
          <p:cNvPr id="33" name="Google Shape;315;p34">
            <a:extLst>
              <a:ext uri="{FF2B5EF4-FFF2-40B4-BE49-F238E27FC236}">
                <a16:creationId xmlns:a16="http://schemas.microsoft.com/office/drawing/2014/main" id="{2671EF8E-9E33-F6E6-E1F1-D143BFDC6351}"/>
              </a:ext>
            </a:extLst>
          </p:cNvPr>
          <p:cNvSpPr txBox="1">
            <a:spLocks/>
          </p:cNvSpPr>
          <p:nvPr/>
        </p:nvSpPr>
        <p:spPr>
          <a:xfrm>
            <a:off x="-9525" y="-4667547"/>
            <a:ext cx="50028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vi-VN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Board: "Sprint 5 - Dự án Website ABC"</a:t>
            </a:r>
          </a:p>
        </p:txBody>
      </p:sp>
      <p:sp>
        <p:nvSpPr>
          <p:cNvPr id="34" name="Google Shape;315;p34">
            <a:extLst>
              <a:ext uri="{FF2B5EF4-FFF2-40B4-BE49-F238E27FC236}">
                <a16:creationId xmlns:a16="http://schemas.microsoft.com/office/drawing/2014/main" id="{EBEC6071-E3E7-2770-A22E-03239FC9B9D9}"/>
              </a:ext>
            </a:extLst>
          </p:cNvPr>
          <p:cNvSpPr txBox="1">
            <a:spLocks/>
          </p:cNvSpPr>
          <p:nvPr/>
        </p:nvSpPr>
        <p:spPr>
          <a:xfrm>
            <a:off x="359433" y="-2393715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5.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Review (cần kiểm tra)</a:t>
            </a:r>
          </a:p>
        </p:txBody>
      </p:sp>
      <p:sp>
        <p:nvSpPr>
          <p:cNvPr id="35" name="Google Shape;315;p34">
            <a:extLst>
              <a:ext uri="{FF2B5EF4-FFF2-40B4-BE49-F238E27FC236}">
                <a16:creationId xmlns:a16="http://schemas.microsoft.com/office/drawing/2014/main" id="{BF29F045-F0CE-C9CA-FD49-98B9E5D614AF}"/>
              </a:ext>
            </a:extLst>
          </p:cNvPr>
          <p:cNvSpPr txBox="1">
            <a:spLocks/>
          </p:cNvSpPr>
          <p:nvPr/>
        </p:nvSpPr>
        <p:spPr>
          <a:xfrm>
            <a:off x="381573" y="-1943570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6.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Done (hoàn thành)</a:t>
            </a:r>
          </a:p>
        </p:txBody>
      </p:sp>
      <p:pic>
        <p:nvPicPr>
          <p:cNvPr id="36" name="Picture 2" descr="Trello là gì? Hướng dẫn sử dụng Trello để quản lý công việc hiệu quả">
            <a:extLst>
              <a:ext uri="{FF2B5EF4-FFF2-40B4-BE49-F238E27FC236}">
                <a16:creationId xmlns:a16="http://schemas.microsoft.com/office/drawing/2014/main" id="{74E2A542-9C0F-567C-5248-F3632E8EF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917" y="-3886502"/>
            <a:ext cx="3953011" cy="24706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3D3A51E-5F6C-71BC-48EC-91DEA3ACF6DB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10/26</a:t>
            </a:r>
          </a:p>
        </p:txBody>
      </p:sp>
    </p:spTree>
    <p:extLst>
      <p:ext uri="{BB962C8B-B14F-4D97-AF65-F5344CB8AC3E}">
        <p14:creationId xmlns:p14="http://schemas.microsoft.com/office/powerpoint/2010/main" val="268992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6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7E668-4030-E2A6-24E0-12A584C2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B26F1314-2146-0EA2-30F3-C1BD3CF35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8" y="1513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TRELLO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509939C3-4E40-A7C9-780F-5F953B3E8C1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2EDAAF2C-F02A-F1F9-4E6A-DB98DD904364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Tính năng cho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15B233E7-634F-C94E-6EAB-DD6A24BEBA2F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2.2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9FE1405C-BDEB-C96F-4C1D-68C76AD18245}"/>
              </a:ext>
            </a:extLst>
          </p:cNvPr>
          <p:cNvSpPr txBox="1">
            <a:spLocks/>
          </p:cNvSpPr>
          <p:nvPr/>
        </p:nvSpPr>
        <p:spPr>
          <a:xfrm>
            <a:off x="349182" y="1069514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Setup Scrum cơ bản:</a:t>
            </a:r>
          </a:p>
        </p:txBody>
      </p:sp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802F19AF-6DC9-49F0-E255-A106FB011725}"/>
              </a:ext>
            </a:extLst>
          </p:cNvPr>
          <p:cNvSpPr txBox="1">
            <a:spLocks/>
          </p:cNvSpPr>
          <p:nvPr/>
        </p:nvSpPr>
        <p:spPr>
          <a:xfrm>
            <a:off x="718140" y="2091953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Product Backlog (tất cả tasks)</a:t>
            </a: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7A48E14D-DE86-171B-6F02-DCC5FA3427EE}"/>
              </a:ext>
            </a:extLst>
          </p:cNvPr>
          <p:cNvSpPr txBox="1">
            <a:spLocks/>
          </p:cNvSpPr>
          <p:nvPr/>
        </p:nvSpPr>
        <p:spPr>
          <a:xfrm>
            <a:off x="718140" y="2531208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2.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Sprint Backlog (15 tasks chọn cho Sprint này)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40FAFB82-A7EE-1BB6-E202-2D91C0249EE0}"/>
              </a:ext>
            </a:extLst>
          </p:cNvPr>
          <p:cNvSpPr txBox="1">
            <a:spLocks/>
          </p:cNvSpPr>
          <p:nvPr/>
        </p:nvSpPr>
        <p:spPr>
          <a:xfrm>
            <a:off x="718140" y="3409719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4.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In Progress (đang làm - WIP ≤3)</a:t>
            </a: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DB104738-AA81-AD02-2B2E-D18F7FAFC4B8}"/>
              </a:ext>
            </a:extLst>
          </p:cNvPr>
          <p:cNvSpPr txBox="1">
            <a:spLocks/>
          </p:cNvSpPr>
          <p:nvPr/>
        </p:nvSpPr>
        <p:spPr>
          <a:xfrm>
            <a:off x="740280" y="2959574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3. </a:t>
            </a:r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To Do (chưa bắt đầu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)</a:t>
            </a:r>
          </a:p>
        </p:txBody>
      </p:sp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35586505-7006-0B9E-497F-9CAC460EB36F}"/>
              </a:ext>
            </a:extLst>
          </p:cNvPr>
          <p:cNvSpPr txBox="1">
            <a:spLocks/>
          </p:cNvSpPr>
          <p:nvPr/>
        </p:nvSpPr>
        <p:spPr>
          <a:xfrm>
            <a:off x="349182" y="1564253"/>
            <a:ext cx="50028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vi-VN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Board: "Sprint 5 - Dự án Website ABC"</a:t>
            </a: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64F46CE3-5A61-36D4-CA9C-68EFC0DCAFF3}"/>
              </a:ext>
            </a:extLst>
          </p:cNvPr>
          <p:cNvSpPr txBox="1">
            <a:spLocks/>
          </p:cNvSpPr>
          <p:nvPr/>
        </p:nvSpPr>
        <p:spPr>
          <a:xfrm>
            <a:off x="718140" y="3838085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5.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Review (cần kiểm tra)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14C11EED-AA0A-EF75-B527-C5F330365C57}"/>
              </a:ext>
            </a:extLst>
          </p:cNvPr>
          <p:cNvSpPr txBox="1">
            <a:spLocks/>
          </p:cNvSpPr>
          <p:nvPr/>
        </p:nvSpPr>
        <p:spPr>
          <a:xfrm>
            <a:off x="740280" y="4288230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6.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Done (hoàn thành)</a:t>
            </a:r>
          </a:p>
        </p:txBody>
      </p:sp>
      <p:pic>
        <p:nvPicPr>
          <p:cNvPr id="7170" name="Picture 2" descr="Trello là gì? Hướng dẫn sử dụng Trello để quản lý công việc hiệu quả">
            <a:extLst>
              <a:ext uri="{FF2B5EF4-FFF2-40B4-BE49-F238E27FC236}">
                <a16:creationId xmlns:a16="http://schemas.microsoft.com/office/drawing/2014/main" id="{11639557-D23B-52F2-2461-00E68A334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624" y="2345298"/>
            <a:ext cx="3953011" cy="24706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FCD15353-AA81-1769-08BA-0B2691BE6D6B}"/>
              </a:ext>
            </a:extLst>
          </p:cNvPr>
          <p:cNvSpPr txBox="1">
            <a:spLocks/>
          </p:cNvSpPr>
          <p:nvPr/>
        </p:nvSpPr>
        <p:spPr>
          <a:xfrm>
            <a:off x="708405" y="6589808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Tổng quan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8" name="Google Shape;320;p34">
            <a:extLst>
              <a:ext uri="{FF2B5EF4-FFF2-40B4-BE49-F238E27FC236}">
                <a16:creationId xmlns:a16="http://schemas.microsoft.com/office/drawing/2014/main" id="{B8CA0780-8F12-6A29-B832-B8252151A90C}"/>
              </a:ext>
            </a:extLst>
          </p:cNvPr>
          <p:cNvSpPr txBox="1">
            <a:spLocks/>
          </p:cNvSpPr>
          <p:nvPr/>
        </p:nvSpPr>
        <p:spPr>
          <a:xfrm>
            <a:off x="-196305" y="6660944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2.1</a:t>
            </a: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B31DBEA9-79D4-52E4-4C7E-A5316524BE22}"/>
              </a:ext>
            </a:extLst>
          </p:cNvPr>
          <p:cNvSpPr txBox="1">
            <a:spLocks/>
          </p:cNvSpPr>
          <p:nvPr/>
        </p:nvSpPr>
        <p:spPr>
          <a:xfrm>
            <a:off x="-426153" y="7097748"/>
            <a:ext cx="194310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Cấu trúc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67B204D4-75C5-D920-7036-5E2A049B37E0}"/>
              </a:ext>
            </a:extLst>
          </p:cNvPr>
          <p:cNvSpPr txBox="1">
            <a:spLocks/>
          </p:cNvSpPr>
          <p:nvPr/>
        </p:nvSpPr>
        <p:spPr>
          <a:xfrm>
            <a:off x="14473" y="7862995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Board 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= 1 dự án/Sprint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8C1E9E88-20F3-D95E-8C79-CA7421C02468}"/>
              </a:ext>
            </a:extLst>
          </p:cNvPr>
          <p:cNvSpPr txBox="1">
            <a:spLocks/>
          </p:cNvSpPr>
          <p:nvPr/>
        </p:nvSpPr>
        <p:spPr>
          <a:xfrm>
            <a:off x="14473" y="8559595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List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 = Cột trạng thái (To Do, Doing, Done...)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71F56387-AAA8-0C22-8AF5-6098F3A4D02B}"/>
              </a:ext>
            </a:extLst>
          </p:cNvPr>
          <p:cNvSpPr txBox="1">
            <a:spLocks/>
          </p:cNvSpPr>
          <p:nvPr/>
        </p:nvSpPr>
        <p:spPr>
          <a:xfrm>
            <a:off x="14475" y="9930546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Member, Label, Due Date, Checklist 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= Thuộc tính card</a:t>
            </a: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AAA4C335-5E85-F4F6-2C1D-4A635ED8B66F}"/>
              </a:ext>
            </a:extLst>
          </p:cNvPr>
          <p:cNvSpPr txBox="1">
            <a:spLocks/>
          </p:cNvSpPr>
          <p:nvPr/>
        </p:nvSpPr>
        <p:spPr>
          <a:xfrm>
            <a:off x="14474" y="917926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Card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 = 1 task/User Story</a:t>
            </a:r>
          </a:p>
        </p:txBody>
      </p:sp>
      <p:pic>
        <p:nvPicPr>
          <p:cNvPr id="18" name="Picture 2" descr="Quản lý nhiệm vụ trong không gian chung | Trello | Trello">
            <a:extLst>
              <a:ext uri="{FF2B5EF4-FFF2-40B4-BE49-F238E27FC236}">
                <a16:creationId xmlns:a16="http://schemas.microsoft.com/office/drawing/2014/main" id="{D172F81C-F758-BB88-E461-99B3B3F73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240" y="6890521"/>
            <a:ext cx="4957624" cy="312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Google Shape;315;p34">
            <a:extLst>
              <a:ext uri="{FF2B5EF4-FFF2-40B4-BE49-F238E27FC236}">
                <a16:creationId xmlns:a16="http://schemas.microsoft.com/office/drawing/2014/main" id="{03D1C09A-BAA5-1E73-C797-FF242E8B4488}"/>
              </a:ext>
            </a:extLst>
          </p:cNvPr>
          <p:cNvSpPr txBox="1">
            <a:spLocks/>
          </p:cNvSpPr>
          <p:nvPr/>
        </p:nvSpPr>
        <p:spPr>
          <a:xfrm>
            <a:off x="1107737" y="-6100974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Ưu/Nhược điểm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3" name="Google Shape;320;p34">
            <a:extLst>
              <a:ext uri="{FF2B5EF4-FFF2-40B4-BE49-F238E27FC236}">
                <a16:creationId xmlns:a16="http://schemas.microsoft.com/office/drawing/2014/main" id="{01693B16-0709-8BDC-4B92-BB3E99D0E11D}"/>
              </a:ext>
            </a:extLst>
          </p:cNvPr>
          <p:cNvSpPr txBox="1">
            <a:spLocks/>
          </p:cNvSpPr>
          <p:nvPr/>
        </p:nvSpPr>
        <p:spPr>
          <a:xfrm>
            <a:off x="203027" y="-602983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2.3</a:t>
            </a:r>
          </a:p>
        </p:txBody>
      </p:sp>
      <p:sp>
        <p:nvSpPr>
          <p:cNvPr id="34" name="Google Shape;315;p34">
            <a:extLst>
              <a:ext uri="{FF2B5EF4-FFF2-40B4-BE49-F238E27FC236}">
                <a16:creationId xmlns:a16="http://schemas.microsoft.com/office/drawing/2014/main" id="{6CB07727-31B9-EC5D-1AA4-DECD5D25CEE1}"/>
              </a:ext>
            </a:extLst>
          </p:cNvPr>
          <p:cNvSpPr txBox="1">
            <a:spLocks/>
          </p:cNvSpPr>
          <p:nvPr/>
        </p:nvSpPr>
        <p:spPr>
          <a:xfrm>
            <a:off x="365609" y="-5595472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Ưu điểm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5" name="Google Shape;315;p34">
            <a:extLst>
              <a:ext uri="{FF2B5EF4-FFF2-40B4-BE49-F238E27FC236}">
                <a16:creationId xmlns:a16="http://schemas.microsoft.com/office/drawing/2014/main" id="{D918E78A-FD57-168E-8226-29068427FB89}"/>
              </a:ext>
            </a:extLst>
          </p:cNvPr>
          <p:cNvSpPr txBox="1">
            <a:spLocks/>
          </p:cNvSpPr>
          <p:nvPr/>
        </p:nvSpPr>
        <p:spPr>
          <a:xfrm>
            <a:off x="365609" y="-4874834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Cực kỳ đơn giản, ai cũng dùng được</a:t>
            </a:r>
          </a:p>
        </p:txBody>
      </p:sp>
      <p:sp>
        <p:nvSpPr>
          <p:cNvPr id="36" name="Google Shape;315;p34">
            <a:extLst>
              <a:ext uri="{FF2B5EF4-FFF2-40B4-BE49-F238E27FC236}">
                <a16:creationId xmlns:a16="http://schemas.microsoft.com/office/drawing/2014/main" id="{3CBA073A-36D4-515E-DB67-A852431E4A23}"/>
              </a:ext>
            </a:extLst>
          </p:cNvPr>
          <p:cNvSpPr txBox="1">
            <a:spLocks/>
          </p:cNvSpPr>
          <p:nvPr/>
        </p:nvSpPr>
        <p:spPr>
          <a:xfrm>
            <a:off x="353283" y="-4139608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Miễn phí đủ dùng (10 boards, unlimited cards)</a:t>
            </a:r>
          </a:p>
        </p:txBody>
      </p:sp>
      <p:sp>
        <p:nvSpPr>
          <p:cNvPr id="37" name="Google Shape;315;p34">
            <a:extLst>
              <a:ext uri="{FF2B5EF4-FFF2-40B4-BE49-F238E27FC236}">
                <a16:creationId xmlns:a16="http://schemas.microsoft.com/office/drawing/2014/main" id="{4C64C5FB-FBCB-18D8-58FD-A8D2031AD118}"/>
              </a:ext>
            </a:extLst>
          </p:cNvPr>
          <p:cNvSpPr txBox="1">
            <a:spLocks/>
          </p:cNvSpPr>
          <p:nvPr/>
        </p:nvSpPr>
        <p:spPr>
          <a:xfrm>
            <a:off x="4668790" y="-4124645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Power-Ups: Story Points, Calendar, Custom Fields</a:t>
            </a:r>
          </a:p>
        </p:txBody>
      </p:sp>
      <p:sp>
        <p:nvSpPr>
          <p:cNvPr id="38" name="Google Shape;315;p34">
            <a:extLst>
              <a:ext uri="{FF2B5EF4-FFF2-40B4-BE49-F238E27FC236}">
                <a16:creationId xmlns:a16="http://schemas.microsoft.com/office/drawing/2014/main" id="{0E38B40B-A63A-316F-16CD-59C729C3FD84}"/>
              </a:ext>
            </a:extLst>
          </p:cNvPr>
          <p:cNvSpPr txBox="1">
            <a:spLocks/>
          </p:cNvSpPr>
          <p:nvPr/>
        </p:nvSpPr>
        <p:spPr>
          <a:xfrm>
            <a:off x="4979743" y="-4874834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Tích hợp tốt: Slack, Google Drive, GitHub</a:t>
            </a:r>
          </a:p>
        </p:txBody>
      </p:sp>
      <p:pic>
        <p:nvPicPr>
          <p:cNvPr id="39" name="Picture 4" descr="DevBoardSync by Kryl Solutions Power-Up | Trello">
            <a:extLst>
              <a:ext uri="{FF2B5EF4-FFF2-40B4-BE49-F238E27FC236}">
                <a16:creationId xmlns:a16="http://schemas.microsoft.com/office/drawing/2014/main" id="{27523609-71AE-36CD-E474-222FB6477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956" y="-3404382"/>
            <a:ext cx="5124781" cy="16869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E8D90A-1DC5-39ED-762B-B59A83C7FBF1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11/26</a:t>
            </a:r>
          </a:p>
        </p:txBody>
      </p:sp>
    </p:spTree>
    <p:extLst>
      <p:ext uri="{BB962C8B-B14F-4D97-AF65-F5344CB8AC3E}">
        <p14:creationId xmlns:p14="http://schemas.microsoft.com/office/powerpoint/2010/main" val="631970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9" grpId="0"/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8BB40-D903-124F-E77D-647CF283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90E9480D-B8FB-E8A6-1E96-AD6292EA64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8" y="1513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TRELLO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3B6D6B54-81B9-3602-4E81-F7AE52ECA3B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C2AA388F-7D47-9865-A305-01B00B02A6B1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Ưu/Nhược điểm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CE34357D-35A6-A32F-8A18-77F808218830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2.3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D2BA1D28-7539-52F1-1785-100184C02D42}"/>
              </a:ext>
            </a:extLst>
          </p:cNvPr>
          <p:cNvSpPr txBox="1">
            <a:spLocks/>
          </p:cNvSpPr>
          <p:nvPr/>
        </p:nvSpPr>
        <p:spPr>
          <a:xfrm>
            <a:off x="608262" y="1107465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Ưu điểm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ABD8AD4E-0479-DFA4-23D0-1B263A871DDF}"/>
              </a:ext>
            </a:extLst>
          </p:cNvPr>
          <p:cNvSpPr txBox="1">
            <a:spLocks/>
          </p:cNvSpPr>
          <p:nvPr/>
        </p:nvSpPr>
        <p:spPr>
          <a:xfrm>
            <a:off x="608262" y="1828103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Cực kỳ đơn giản, ai cũng dùng được</a:t>
            </a: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3F91A42B-27C5-BFEB-CF91-E76D76E0F7D1}"/>
              </a:ext>
            </a:extLst>
          </p:cNvPr>
          <p:cNvSpPr txBox="1">
            <a:spLocks/>
          </p:cNvSpPr>
          <p:nvPr/>
        </p:nvSpPr>
        <p:spPr>
          <a:xfrm>
            <a:off x="595936" y="256332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Miễn phí đủ dùng (10 boards, unlimited cards)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DE90ED05-6E3A-3BFE-B5B1-CA5DC92AE35C}"/>
              </a:ext>
            </a:extLst>
          </p:cNvPr>
          <p:cNvSpPr txBox="1">
            <a:spLocks/>
          </p:cNvSpPr>
          <p:nvPr/>
        </p:nvSpPr>
        <p:spPr>
          <a:xfrm>
            <a:off x="4911443" y="2578292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Power-Ups: Story Points, Calendar, Custom Fields</a:t>
            </a: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2198A6E6-BCC8-DE25-830F-59207912955B}"/>
              </a:ext>
            </a:extLst>
          </p:cNvPr>
          <p:cNvSpPr txBox="1">
            <a:spLocks/>
          </p:cNvSpPr>
          <p:nvPr/>
        </p:nvSpPr>
        <p:spPr>
          <a:xfrm>
            <a:off x="5222396" y="1828103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Tích hợp tốt: Slack, Google Drive, GitHub</a:t>
            </a:r>
          </a:p>
        </p:txBody>
      </p:sp>
      <p:pic>
        <p:nvPicPr>
          <p:cNvPr id="8196" name="Picture 4" descr="DevBoardSync by Kryl Solutions Power-Up | Trello">
            <a:extLst>
              <a:ext uri="{FF2B5EF4-FFF2-40B4-BE49-F238E27FC236}">
                <a16:creationId xmlns:a16="http://schemas.microsoft.com/office/drawing/2014/main" id="{08282D33-D354-1D7E-BD1D-1E9D28ACB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609" y="3298555"/>
            <a:ext cx="5124781" cy="16869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89E91196-AB1F-18EF-B36A-7A874CC219A6}"/>
              </a:ext>
            </a:extLst>
          </p:cNvPr>
          <p:cNvSpPr txBox="1">
            <a:spLocks/>
          </p:cNvSpPr>
          <p:nvPr/>
        </p:nvSpPr>
        <p:spPr>
          <a:xfrm>
            <a:off x="1001208" y="6412828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Tính năng cho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8" name="Google Shape;320;p34">
            <a:extLst>
              <a:ext uri="{FF2B5EF4-FFF2-40B4-BE49-F238E27FC236}">
                <a16:creationId xmlns:a16="http://schemas.microsoft.com/office/drawing/2014/main" id="{C6F37131-B373-ABDD-D665-BD07BC6AFBA6}"/>
              </a:ext>
            </a:extLst>
          </p:cNvPr>
          <p:cNvSpPr txBox="1">
            <a:spLocks/>
          </p:cNvSpPr>
          <p:nvPr/>
        </p:nvSpPr>
        <p:spPr>
          <a:xfrm>
            <a:off x="96498" y="6483964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2.2</a:t>
            </a: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071FE19D-4906-2EAE-B386-D91F709E3911}"/>
              </a:ext>
            </a:extLst>
          </p:cNvPr>
          <p:cNvSpPr txBox="1">
            <a:spLocks/>
          </p:cNvSpPr>
          <p:nvPr/>
        </p:nvSpPr>
        <p:spPr>
          <a:xfrm>
            <a:off x="0" y="6880379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Setup Scrum cơ bản:</a:t>
            </a: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24F7057F-A188-865D-F4FD-8A670D5B58C0}"/>
              </a:ext>
            </a:extLst>
          </p:cNvPr>
          <p:cNvSpPr txBox="1">
            <a:spLocks/>
          </p:cNvSpPr>
          <p:nvPr/>
        </p:nvSpPr>
        <p:spPr>
          <a:xfrm>
            <a:off x="368958" y="7902818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Product Backlog (tất cả tasks)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801C950B-6B63-9E34-B963-552211ED901A}"/>
              </a:ext>
            </a:extLst>
          </p:cNvPr>
          <p:cNvSpPr txBox="1">
            <a:spLocks/>
          </p:cNvSpPr>
          <p:nvPr/>
        </p:nvSpPr>
        <p:spPr>
          <a:xfrm>
            <a:off x="368958" y="8342073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2.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Sprint Backlog (15 tasks chọn cho Sprint này)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FE2A5F18-83A5-8971-0B13-F9EB09FF3955}"/>
              </a:ext>
            </a:extLst>
          </p:cNvPr>
          <p:cNvSpPr txBox="1">
            <a:spLocks/>
          </p:cNvSpPr>
          <p:nvPr/>
        </p:nvSpPr>
        <p:spPr>
          <a:xfrm>
            <a:off x="368958" y="9220584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4.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In Progress (đang làm - WIP ≤3)</a:t>
            </a: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FD812C11-DB3A-C3B4-0F92-6F5F0D7AB19F}"/>
              </a:ext>
            </a:extLst>
          </p:cNvPr>
          <p:cNvSpPr txBox="1">
            <a:spLocks/>
          </p:cNvSpPr>
          <p:nvPr/>
        </p:nvSpPr>
        <p:spPr>
          <a:xfrm>
            <a:off x="391098" y="877043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3. </a:t>
            </a:r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To Do (chưa bắt đầu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)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C11D5311-3ACC-AD8D-6B29-E31F3D2313E3}"/>
              </a:ext>
            </a:extLst>
          </p:cNvPr>
          <p:cNvSpPr txBox="1">
            <a:spLocks/>
          </p:cNvSpPr>
          <p:nvPr/>
        </p:nvSpPr>
        <p:spPr>
          <a:xfrm>
            <a:off x="0" y="7375118"/>
            <a:ext cx="50028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vi-VN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Board: "Sprint 5 - Dự án Website ABC"</a:t>
            </a:r>
          </a:p>
        </p:txBody>
      </p:sp>
      <p:sp>
        <p:nvSpPr>
          <p:cNvPr id="20" name="Google Shape;315;p34">
            <a:extLst>
              <a:ext uri="{FF2B5EF4-FFF2-40B4-BE49-F238E27FC236}">
                <a16:creationId xmlns:a16="http://schemas.microsoft.com/office/drawing/2014/main" id="{41F264C2-355C-9B89-BD12-7A67C43DCAB7}"/>
              </a:ext>
            </a:extLst>
          </p:cNvPr>
          <p:cNvSpPr txBox="1">
            <a:spLocks/>
          </p:cNvSpPr>
          <p:nvPr/>
        </p:nvSpPr>
        <p:spPr>
          <a:xfrm>
            <a:off x="368958" y="9648950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5.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Review (cần kiểm tra)</a:t>
            </a:r>
          </a:p>
        </p:txBody>
      </p:sp>
      <p:sp>
        <p:nvSpPr>
          <p:cNvPr id="23" name="Google Shape;315;p34">
            <a:extLst>
              <a:ext uri="{FF2B5EF4-FFF2-40B4-BE49-F238E27FC236}">
                <a16:creationId xmlns:a16="http://schemas.microsoft.com/office/drawing/2014/main" id="{8C4CD33C-4271-CBD9-AC07-C67C35B51E87}"/>
              </a:ext>
            </a:extLst>
          </p:cNvPr>
          <p:cNvSpPr txBox="1">
            <a:spLocks/>
          </p:cNvSpPr>
          <p:nvPr/>
        </p:nvSpPr>
        <p:spPr>
          <a:xfrm>
            <a:off x="391098" y="10099095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6.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Done (hoàn thành)</a:t>
            </a:r>
          </a:p>
        </p:txBody>
      </p:sp>
      <p:pic>
        <p:nvPicPr>
          <p:cNvPr id="24" name="Picture 2" descr="Trello là gì? Hướng dẫn sử dụng Trello để quản lý công việc hiệu quả">
            <a:extLst>
              <a:ext uri="{FF2B5EF4-FFF2-40B4-BE49-F238E27FC236}">
                <a16:creationId xmlns:a16="http://schemas.microsoft.com/office/drawing/2014/main" id="{F7E46F3F-07C3-7608-D27E-34EDE45B8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442" y="8156163"/>
            <a:ext cx="3953011" cy="24706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Google Shape;315;p34">
            <a:extLst>
              <a:ext uri="{FF2B5EF4-FFF2-40B4-BE49-F238E27FC236}">
                <a16:creationId xmlns:a16="http://schemas.microsoft.com/office/drawing/2014/main" id="{C9085766-E35D-BA6D-E0FA-F84E958C1729}"/>
              </a:ext>
            </a:extLst>
          </p:cNvPr>
          <p:cNvSpPr txBox="1">
            <a:spLocks/>
          </p:cNvSpPr>
          <p:nvPr/>
        </p:nvSpPr>
        <p:spPr>
          <a:xfrm>
            <a:off x="187867" y="-5674585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Nhược điểm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0" name="Google Shape;315;p34">
            <a:extLst>
              <a:ext uri="{FF2B5EF4-FFF2-40B4-BE49-F238E27FC236}">
                <a16:creationId xmlns:a16="http://schemas.microsoft.com/office/drawing/2014/main" id="{8F70A327-D3FF-06A8-3660-2FBA6220EB0D}"/>
              </a:ext>
            </a:extLst>
          </p:cNvPr>
          <p:cNvSpPr txBox="1">
            <a:spLocks/>
          </p:cNvSpPr>
          <p:nvPr/>
        </p:nvSpPr>
        <p:spPr>
          <a:xfrm>
            <a:off x="187867" y="-4876306"/>
            <a:ext cx="3173163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Thiếu báo cáo Scrum chuyên sâu</a:t>
            </a:r>
            <a:b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</a:b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(Burndown chart phải cài Power-Up)</a:t>
            </a:r>
          </a:p>
        </p:txBody>
      </p:sp>
      <p:sp>
        <p:nvSpPr>
          <p:cNvPr id="31" name="Google Shape;315;p34">
            <a:extLst>
              <a:ext uri="{FF2B5EF4-FFF2-40B4-BE49-F238E27FC236}">
                <a16:creationId xmlns:a16="http://schemas.microsoft.com/office/drawing/2014/main" id="{8885A05C-26DD-C586-2139-EB1E239A7E75}"/>
              </a:ext>
            </a:extLst>
          </p:cNvPr>
          <p:cNvSpPr txBox="1">
            <a:spLocks/>
          </p:cNvSpPr>
          <p:nvPr/>
        </p:nvSpPr>
        <p:spPr>
          <a:xfrm>
            <a:off x="155773" y="-4269892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Không quản lý dependencies giữa tasks</a:t>
            </a:r>
          </a:p>
        </p:txBody>
      </p:sp>
      <p:sp>
        <p:nvSpPr>
          <p:cNvPr id="32" name="Google Shape;315;p34">
            <a:extLst>
              <a:ext uri="{FF2B5EF4-FFF2-40B4-BE49-F238E27FC236}">
                <a16:creationId xmlns:a16="http://schemas.microsoft.com/office/drawing/2014/main" id="{08E97AD7-76BB-D879-75C2-3840CA789602}"/>
              </a:ext>
            </a:extLst>
          </p:cNvPr>
          <p:cNvSpPr txBox="1">
            <a:spLocks/>
          </p:cNvSpPr>
          <p:nvPr/>
        </p:nvSpPr>
        <p:spPr>
          <a:xfrm>
            <a:off x="155773" y="-2966111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Không có phân cấp Epic &gt; Story &gt; Task</a:t>
            </a:r>
          </a:p>
        </p:txBody>
      </p:sp>
      <p:sp>
        <p:nvSpPr>
          <p:cNvPr id="33" name="Google Shape;315;p34">
            <a:extLst>
              <a:ext uri="{FF2B5EF4-FFF2-40B4-BE49-F238E27FC236}">
                <a16:creationId xmlns:a16="http://schemas.microsoft.com/office/drawing/2014/main" id="{53E593D0-EC9C-B34C-FE57-7256F270CBCE}"/>
              </a:ext>
            </a:extLst>
          </p:cNvPr>
          <p:cNvSpPr txBox="1">
            <a:spLocks/>
          </p:cNvSpPr>
          <p:nvPr/>
        </p:nvSpPr>
        <p:spPr>
          <a:xfrm>
            <a:off x="187867" y="-3666626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Khó quản lý nhiều Sprint song song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21B64EE-AE83-BBB9-4CDA-87AEDBEA4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790" y="-6169697"/>
            <a:ext cx="4860015" cy="43273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F6F02B-B782-7B16-2A8D-1EF7AA0A299D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12/26</a:t>
            </a:r>
          </a:p>
        </p:txBody>
      </p:sp>
    </p:spTree>
    <p:extLst>
      <p:ext uri="{BB962C8B-B14F-4D97-AF65-F5344CB8AC3E}">
        <p14:creationId xmlns:p14="http://schemas.microsoft.com/office/powerpoint/2010/main" val="1999608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9E5E6-B2DD-8765-01B5-9424E2FEB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8FE09B34-F20A-0C5B-5C00-DC15E36157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8" y="1513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TRELLO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F4E6AFFE-57D3-ED61-C3E7-C9DCDDB1C0F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68784E78-07BC-75E5-5BD3-8F264089B49C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Ưu/Nhược điểm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377F2AD8-9B0B-C38C-0C0C-873FD5BA8CC9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2.3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F7911436-FAAA-3FFB-57DB-09F20B99A3DF}"/>
              </a:ext>
            </a:extLst>
          </p:cNvPr>
          <p:cNvSpPr txBox="1">
            <a:spLocks/>
          </p:cNvSpPr>
          <p:nvPr/>
        </p:nvSpPr>
        <p:spPr>
          <a:xfrm>
            <a:off x="608262" y="1107465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Nhược điểm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7F762703-38A0-FA7F-6F30-DA3DE375705E}"/>
              </a:ext>
            </a:extLst>
          </p:cNvPr>
          <p:cNvSpPr txBox="1">
            <a:spLocks/>
          </p:cNvSpPr>
          <p:nvPr/>
        </p:nvSpPr>
        <p:spPr>
          <a:xfrm>
            <a:off x="608262" y="1905744"/>
            <a:ext cx="3173163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Thiếu báo cáo Scrum chuyên sâu</a:t>
            </a:r>
            <a:b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</a:b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(Burndown chart phải cài Power-Up)</a:t>
            </a: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EC3FCA37-D568-C03C-A915-230776DA7F93}"/>
              </a:ext>
            </a:extLst>
          </p:cNvPr>
          <p:cNvSpPr txBox="1">
            <a:spLocks/>
          </p:cNvSpPr>
          <p:nvPr/>
        </p:nvSpPr>
        <p:spPr>
          <a:xfrm>
            <a:off x="576168" y="2512158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Không quản lý dependencies giữa tasks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40872A23-A92A-DF66-7BB6-D659B985A7B5}"/>
              </a:ext>
            </a:extLst>
          </p:cNvPr>
          <p:cNvSpPr txBox="1">
            <a:spLocks/>
          </p:cNvSpPr>
          <p:nvPr/>
        </p:nvSpPr>
        <p:spPr>
          <a:xfrm>
            <a:off x="576168" y="3815939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Không có phân cấp Epic &gt; Story &gt; Task</a:t>
            </a: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1748E7A7-0E1D-33B2-8F87-077A57751913}"/>
              </a:ext>
            </a:extLst>
          </p:cNvPr>
          <p:cNvSpPr txBox="1">
            <a:spLocks/>
          </p:cNvSpPr>
          <p:nvPr/>
        </p:nvSpPr>
        <p:spPr>
          <a:xfrm>
            <a:off x="608262" y="3115424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Khó quản lý nhiều Sprint song song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B21941-2AD6-A47F-C2A8-93B50FE45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185" y="612353"/>
            <a:ext cx="4860015" cy="43273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EFADD262-9470-1BEE-E046-4D2D878A61FE}"/>
              </a:ext>
            </a:extLst>
          </p:cNvPr>
          <p:cNvSpPr txBox="1">
            <a:spLocks/>
          </p:cNvSpPr>
          <p:nvPr/>
        </p:nvSpPr>
        <p:spPr>
          <a:xfrm>
            <a:off x="620588" y="8009710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Ưu điểm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E1372F8B-AA70-3FF3-A35E-79C60869C866}"/>
              </a:ext>
            </a:extLst>
          </p:cNvPr>
          <p:cNvSpPr txBox="1">
            <a:spLocks/>
          </p:cNvSpPr>
          <p:nvPr/>
        </p:nvSpPr>
        <p:spPr>
          <a:xfrm>
            <a:off x="620588" y="8730348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Cực kỳ đơn giản, ai cũng dùng được</a:t>
            </a: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94F9D1B6-D465-C5EF-0F61-203D8DB5C613}"/>
              </a:ext>
            </a:extLst>
          </p:cNvPr>
          <p:cNvSpPr txBox="1">
            <a:spLocks/>
          </p:cNvSpPr>
          <p:nvPr/>
        </p:nvSpPr>
        <p:spPr>
          <a:xfrm>
            <a:off x="608262" y="9465574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Miễn phí đủ dùng (10 boards, unlimited cards)</a:t>
            </a: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CAC0B650-E7EE-B371-347D-7A68B5EA1FF6}"/>
              </a:ext>
            </a:extLst>
          </p:cNvPr>
          <p:cNvSpPr txBox="1">
            <a:spLocks/>
          </p:cNvSpPr>
          <p:nvPr/>
        </p:nvSpPr>
        <p:spPr>
          <a:xfrm>
            <a:off x="4923769" y="9480537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Power-Ups: Story Points, Calendar, Custom Fields</a:t>
            </a:r>
          </a:p>
        </p:txBody>
      </p:sp>
      <p:sp>
        <p:nvSpPr>
          <p:cNvPr id="8" name="Google Shape;315;p34">
            <a:extLst>
              <a:ext uri="{FF2B5EF4-FFF2-40B4-BE49-F238E27FC236}">
                <a16:creationId xmlns:a16="http://schemas.microsoft.com/office/drawing/2014/main" id="{FE8590C0-A0A8-54AB-AA94-5FF0AE67799F}"/>
              </a:ext>
            </a:extLst>
          </p:cNvPr>
          <p:cNvSpPr txBox="1">
            <a:spLocks/>
          </p:cNvSpPr>
          <p:nvPr/>
        </p:nvSpPr>
        <p:spPr>
          <a:xfrm>
            <a:off x="5234722" y="8730348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Tích hợp tốt: Slack, Google Drive, GitHub</a:t>
            </a:r>
          </a:p>
        </p:txBody>
      </p:sp>
      <p:pic>
        <p:nvPicPr>
          <p:cNvPr id="9" name="Picture 4" descr="DevBoardSync by Kryl Solutions Power-Up | Trello">
            <a:extLst>
              <a:ext uri="{FF2B5EF4-FFF2-40B4-BE49-F238E27FC236}">
                <a16:creationId xmlns:a16="http://schemas.microsoft.com/office/drawing/2014/main" id="{98A9199B-13EA-1095-3887-F68AD978C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935" y="10200800"/>
            <a:ext cx="5124781" cy="16869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D1CF63C8-C05D-D8A8-D2E9-A4EE9727789F}"/>
              </a:ext>
            </a:extLst>
          </p:cNvPr>
          <p:cNvSpPr txBox="1">
            <a:spLocks/>
          </p:cNvSpPr>
          <p:nvPr/>
        </p:nvSpPr>
        <p:spPr>
          <a:xfrm>
            <a:off x="438245" y="-5235560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Phù hợp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2D9DB949-5E92-6B8F-4827-CA6F0953A3FA}"/>
              </a:ext>
            </a:extLst>
          </p:cNvPr>
          <p:cNvSpPr txBox="1">
            <a:spLocks/>
          </p:cNvSpPr>
          <p:nvPr/>
        </p:nvSpPr>
        <p:spPr>
          <a:xfrm>
            <a:off x="392524" y="-4590488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Team 3-10 người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8DE3EF96-6389-9D7A-8044-787B4D028E7F}"/>
              </a:ext>
            </a:extLst>
          </p:cNvPr>
          <p:cNvSpPr txBox="1">
            <a:spLocks/>
          </p:cNvSpPr>
          <p:nvPr/>
        </p:nvSpPr>
        <p:spPr>
          <a:xfrm>
            <a:off x="438245" y="-395430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Startup, dự án đơn giản</a:t>
            </a: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21EFE247-A5D5-DA01-6C7C-06B92444BBEC}"/>
              </a:ext>
            </a:extLst>
          </p:cNvPr>
          <p:cNvSpPr txBox="1">
            <a:spLocks/>
          </p:cNvSpPr>
          <p:nvPr/>
        </p:nvSpPr>
        <p:spPr>
          <a:xfrm>
            <a:off x="438245" y="-2705962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triển khai nhanh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DDF881A8-9F71-BD2E-F3FF-95767BC06588}"/>
              </a:ext>
            </a:extLst>
          </p:cNvPr>
          <p:cNvSpPr txBox="1">
            <a:spLocks/>
          </p:cNvSpPr>
          <p:nvPr/>
        </p:nvSpPr>
        <p:spPr>
          <a:xfrm>
            <a:off x="438245" y="-3309228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Budget hạn chế</a:t>
            </a:r>
          </a:p>
        </p:txBody>
      </p:sp>
      <p:pic>
        <p:nvPicPr>
          <p:cNvPr id="20" name="Picture 2" descr="Trello: A tool for project management - Blog">
            <a:extLst>
              <a:ext uri="{FF2B5EF4-FFF2-40B4-BE49-F238E27FC236}">
                <a16:creationId xmlns:a16="http://schemas.microsoft.com/office/drawing/2014/main" id="{2B8AB51E-81A7-6B81-1895-39F6F9883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183" y="-5233899"/>
            <a:ext cx="5972175" cy="335934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8938A8-145D-F06E-3F65-C203572F9593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13/26</a:t>
            </a:r>
          </a:p>
        </p:txBody>
      </p:sp>
    </p:spTree>
    <p:extLst>
      <p:ext uri="{BB962C8B-B14F-4D97-AF65-F5344CB8AC3E}">
        <p14:creationId xmlns:p14="http://schemas.microsoft.com/office/powerpoint/2010/main" val="3924600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C9B1C-867F-E5C5-88F1-E466F5EA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21C60F8D-74B6-B1E5-0B02-FBBDB9D659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8" y="1513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TRELLO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BD1A9830-41D3-EBB0-5BDF-61FFC67C54D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D0ADDDB2-9381-BDC3-FB89-9FC318EAFC02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Ưu/Nhược điểm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94C5E62A-CE0C-4596-557D-F85C78A8A976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2.3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9131733B-91E5-8331-B392-5446C5621DAB}"/>
              </a:ext>
            </a:extLst>
          </p:cNvPr>
          <p:cNvSpPr txBox="1">
            <a:spLocks/>
          </p:cNvSpPr>
          <p:nvPr/>
        </p:nvSpPr>
        <p:spPr>
          <a:xfrm>
            <a:off x="636837" y="1239059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Phù hợp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8E688D91-0180-0568-BB87-270FB11F8328}"/>
              </a:ext>
            </a:extLst>
          </p:cNvPr>
          <p:cNvSpPr txBox="1">
            <a:spLocks/>
          </p:cNvSpPr>
          <p:nvPr/>
        </p:nvSpPr>
        <p:spPr>
          <a:xfrm>
            <a:off x="591116" y="1884131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Team 3-10 người</a:t>
            </a: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AAF2A9B4-F331-E7FA-751C-18C97BDF4EBF}"/>
              </a:ext>
            </a:extLst>
          </p:cNvPr>
          <p:cNvSpPr txBox="1">
            <a:spLocks/>
          </p:cNvSpPr>
          <p:nvPr/>
        </p:nvSpPr>
        <p:spPr>
          <a:xfrm>
            <a:off x="636837" y="252031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Startup, dự án đơn giản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12E56121-53E3-9010-5CCF-623C510E8094}"/>
              </a:ext>
            </a:extLst>
          </p:cNvPr>
          <p:cNvSpPr txBox="1">
            <a:spLocks/>
          </p:cNvSpPr>
          <p:nvPr/>
        </p:nvSpPr>
        <p:spPr>
          <a:xfrm>
            <a:off x="636837" y="3768657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triển khai nhanh</a:t>
            </a: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B01D78D8-0ADF-2C37-E1FC-5B3009034D5A}"/>
              </a:ext>
            </a:extLst>
          </p:cNvPr>
          <p:cNvSpPr txBox="1">
            <a:spLocks/>
          </p:cNvSpPr>
          <p:nvPr/>
        </p:nvSpPr>
        <p:spPr>
          <a:xfrm>
            <a:off x="636837" y="3165391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Budget hạn chế</a:t>
            </a:r>
          </a:p>
        </p:txBody>
      </p:sp>
      <p:pic>
        <p:nvPicPr>
          <p:cNvPr id="9218" name="Picture 2" descr="Trello: A tool for project management - Blog">
            <a:extLst>
              <a:ext uri="{FF2B5EF4-FFF2-40B4-BE49-F238E27FC236}">
                <a16:creationId xmlns:a16="http://schemas.microsoft.com/office/drawing/2014/main" id="{625DFF23-0CA3-5429-CD2D-46D1A96BE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240720"/>
            <a:ext cx="5972175" cy="335934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46E7940F-10D8-2AC9-241E-386A1B43B18D}"/>
              </a:ext>
            </a:extLst>
          </p:cNvPr>
          <p:cNvSpPr txBox="1">
            <a:spLocks/>
          </p:cNvSpPr>
          <p:nvPr/>
        </p:nvSpPr>
        <p:spPr>
          <a:xfrm>
            <a:off x="446229" y="7626252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Nhược điểm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1D7F9AA4-B5F0-382B-9115-4D616A7E8B2F}"/>
              </a:ext>
            </a:extLst>
          </p:cNvPr>
          <p:cNvSpPr txBox="1">
            <a:spLocks/>
          </p:cNvSpPr>
          <p:nvPr/>
        </p:nvSpPr>
        <p:spPr>
          <a:xfrm>
            <a:off x="446229" y="8424531"/>
            <a:ext cx="3173163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Thiếu báo cáo Scrum chuyên sâu</a:t>
            </a:r>
            <a:b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</a:b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 (Burndown chart phải cài Power-Up)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B1FD6847-8B21-2800-2A29-4329AB289CB9}"/>
              </a:ext>
            </a:extLst>
          </p:cNvPr>
          <p:cNvSpPr txBox="1">
            <a:spLocks/>
          </p:cNvSpPr>
          <p:nvPr/>
        </p:nvSpPr>
        <p:spPr>
          <a:xfrm>
            <a:off x="414135" y="9030945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Không quản lý dependencies giữa tasks</a:t>
            </a: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49280057-3B5E-B4B6-C5DE-90050D3E7E84}"/>
              </a:ext>
            </a:extLst>
          </p:cNvPr>
          <p:cNvSpPr txBox="1">
            <a:spLocks/>
          </p:cNvSpPr>
          <p:nvPr/>
        </p:nvSpPr>
        <p:spPr>
          <a:xfrm>
            <a:off x="414135" y="10334726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Không có phân cấp Epic &gt; Story &gt; Task</a:t>
            </a: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5AC9B06B-3F54-DDE6-CFCD-CC6EC1119E6C}"/>
              </a:ext>
            </a:extLst>
          </p:cNvPr>
          <p:cNvSpPr txBox="1">
            <a:spLocks/>
          </p:cNvSpPr>
          <p:nvPr/>
        </p:nvSpPr>
        <p:spPr>
          <a:xfrm>
            <a:off x="446229" y="9634211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Khó quản lý nhiều Sprint song song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09C48-349D-ED80-2760-0E89E5381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152" y="7131140"/>
            <a:ext cx="4860015" cy="43273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Google Shape;315;p34">
            <a:extLst>
              <a:ext uri="{FF2B5EF4-FFF2-40B4-BE49-F238E27FC236}">
                <a16:creationId xmlns:a16="http://schemas.microsoft.com/office/drawing/2014/main" id="{4D0E058F-B98B-8AD8-C7B7-87C72483581F}"/>
              </a:ext>
            </a:extLst>
          </p:cNvPr>
          <p:cNvSpPr txBox="1">
            <a:spLocks/>
          </p:cNvSpPr>
          <p:nvPr/>
        </p:nvSpPr>
        <p:spPr>
          <a:xfrm>
            <a:off x="1335401" y="-6897560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JIRA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9" name="Google Shape;320;p34">
            <a:extLst>
              <a:ext uri="{FF2B5EF4-FFF2-40B4-BE49-F238E27FC236}">
                <a16:creationId xmlns:a16="http://schemas.microsoft.com/office/drawing/2014/main" id="{39B511CB-4503-47B4-E3EB-03816AD028E4}"/>
              </a:ext>
            </a:extLst>
          </p:cNvPr>
          <p:cNvSpPr txBox="1">
            <a:spLocks/>
          </p:cNvSpPr>
          <p:nvPr/>
        </p:nvSpPr>
        <p:spPr>
          <a:xfrm>
            <a:off x="410923" y="-6813110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3.</a:t>
            </a: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ABC2FDD1-AB87-E2ED-CF63-40A8FEFA5F0E}"/>
              </a:ext>
            </a:extLst>
          </p:cNvPr>
          <p:cNvSpPr txBox="1">
            <a:spLocks/>
          </p:cNvSpPr>
          <p:nvPr/>
        </p:nvSpPr>
        <p:spPr>
          <a:xfrm>
            <a:off x="1315633" y="-6446996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Jira – Tổng quan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4" name="Google Shape;320;p34">
            <a:extLst>
              <a:ext uri="{FF2B5EF4-FFF2-40B4-BE49-F238E27FC236}">
                <a16:creationId xmlns:a16="http://schemas.microsoft.com/office/drawing/2014/main" id="{CD632B04-A7E2-E51C-0C5B-494210322DFD}"/>
              </a:ext>
            </a:extLst>
          </p:cNvPr>
          <p:cNvSpPr txBox="1">
            <a:spLocks/>
          </p:cNvSpPr>
          <p:nvPr/>
        </p:nvSpPr>
        <p:spPr>
          <a:xfrm>
            <a:off x="410923" y="-6375860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3.1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2DF4224A-126E-F4C7-07C9-17AB0736C10A}"/>
              </a:ext>
            </a:extLst>
          </p:cNvPr>
          <p:cNvSpPr txBox="1">
            <a:spLocks/>
          </p:cNvSpPr>
          <p:nvPr/>
        </p:nvSpPr>
        <p:spPr>
          <a:xfrm>
            <a:off x="573505" y="-5941494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Jira là gì?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B36ABB55-3354-3B11-E1EE-29EFDD88A946}"/>
              </a:ext>
            </a:extLst>
          </p:cNvPr>
          <p:cNvSpPr txBox="1">
            <a:spLocks/>
          </p:cNvSpPr>
          <p:nvPr/>
        </p:nvSpPr>
        <p:spPr>
          <a:xfrm>
            <a:off x="621703" y="-5551079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Công cụ 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 lý dự án </a:t>
            </a:r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CHUYÊN NGHIỆP 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của Atlassian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416C950E-26D4-5D55-CCE1-30DC5F747A2C}"/>
              </a:ext>
            </a:extLst>
          </p:cNvPr>
          <p:cNvSpPr txBox="1">
            <a:spLocks/>
          </p:cNvSpPr>
          <p:nvPr/>
        </p:nvSpPr>
        <p:spPr>
          <a:xfrm>
            <a:off x="621703" y="-518777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Được thiết kế riêng cho Agile/Scrum</a:t>
            </a:r>
          </a:p>
        </p:txBody>
      </p:sp>
      <p:sp>
        <p:nvSpPr>
          <p:cNvPr id="20" name="Google Shape;315;p34">
            <a:extLst>
              <a:ext uri="{FF2B5EF4-FFF2-40B4-BE49-F238E27FC236}">
                <a16:creationId xmlns:a16="http://schemas.microsoft.com/office/drawing/2014/main" id="{0B346633-683F-360F-F3AC-335D48B69095}"/>
              </a:ext>
            </a:extLst>
          </p:cNvPr>
          <p:cNvSpPr txBox="1">
            <a:spLocks/>
          </p:cNvSpPr>
          <p:nvPr/>
        </p:nvSpPr>
        <p:spPr>
          <a:xfrm>
            <a:off x="-209861" y="-4380714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Đặc điểm nổi bật: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3" name="Google Shape;315;p34">
            <a:extLst>
              <a:ext uri="{FF2B5EF4-FFF2-40B4-BE49-F238E27FC236}">
                <a16:creationId xmlns:a16="http://schemas.microsoft.com/office/drawing/2014/main" id="{72B08BFC-CABD-F6F2-5F8C-FDC3EA4CA0BD}"/>
              </a:ext>
            </a:extLst>
          </p:cNvPr>
          <p:cNvSpPr txBox="1">
            <a:spLocks/>
          </p:cNvSpPr>
          <p:nvPr/>
        </p:nvSpPr>
        <p:spPr>
          <a:xfrm>
            <a:off x="613275" y="-3949992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Tính năng Scrum/Kanban 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ĐẦY ĐỦ</a:t>
            </a:r>
          </a:p>
        </p:txBody>
      </p:sp>
      <p:sp>
        <p:nvSpPr>
          <p:cNvPr id="24" name="Google Shape;315;p34">
            <a:extLst>
              <a:ext uri="{FF2B5EF4-FFF2-40B4-BE49-F238E27FC236}">
                <a16:creationId xmlns:a16="http://schemas.microsoft.com/office/drawing/2014/main" id="{5B08255B-E7E4-69D7-1F23-58296B13C8DB}"/>
              </a:ext>
            </a:extLst>
          </p:cNvPr>
          <p:cNvSpPr txBox="1">
            <a:spLocks/>
          </p:cNvSpPr>
          <p:nvPr/>
        </p:nvSpPr>
        <p:spPr>
          <a:xfrm>
            <a:off x="621703" y="-3545948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Báo cáo &amp; Analytics mạnh mẽ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7" name="Google Shape;315;p34">
            <a:extLst>
              <a:ext uri="{FF2B5EF4-FFF2-40B4-BE49-F238E27FC236}">
                <a16:creationId xmlns:a16="http://schemas.microsoft.com/office/drawing/2014/main" id="{6C8DE8AB-38AC-762A-25BA-AE2E99A8D2CE}"/>
              </a:ext>
            </a:extLst>
          </p:cNvPr>
          <p:cNvSpPr txBox="1">
            <a:spLocks/>
          </p:cNvSpPr>
          <p:nvPr/>
        </p:nvSpPr>
        <p:spPr>
          <a:xfrm>
            <a:off x="613275" y="-3092134"/>
            <a:ext cx="635207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Phân cấp công việc: Epic &gt; Story &gt; Task &gt; Subtask</a:t>
            </a:r>
          </a:p>
        </p:txBody>
      </p:sp>
      <p:sp>
        <p:nvSpPr>
          <p:cNvPr id="28" name="Google Shape;315;p34">
            <a:extLst>
              <a:ext uri="{FF2B5EF4-FFF2-40B4-BE49-F238E27FC236}">
                <a16:creationId xmlns:a16="http://schemas.microsoft.com/office/drawing/2014/main" id="{411E7547-1C4F-5E28-E9BA-97CB0CF3899E}"/>
              </a:ext>
            </a:extLst>
          </p:cNvPr>
          <p:cNvSpPr txBox="1">
            <a:spLocks/>
          </p:cNvSpPr>
          <p:nvPr/>
        </p:nvSpPr>
        <p:spPr>
          <a:xfrm>
            <a:off x="604934" y="-2731287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Tùy biến workflow sâu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9" name="Google Shape;315;p34">
            <a:extLst>
              <a:ext uri="{FF2B5EF4-FFF2-40B4-BE49-F238E27FC236}">
                <a16:creationId xmlns:a16="http://schemas.microsoft.com/office/drawing/2014/main" id="{FA50C095-D3FF-2E50-A892-4FAAAC10604F}"/>
              </a:ext>
            </a:extLst>
          </p:cNvPr>
          <p:cNvSpPr txBox="1">
            <a:spLocks/>
          </p:cNvSpPr>
          <p:nvPr/>
        </p:nvSpPr>
        <p:spPr>
          <a:xfrm>
            <a:off x="621703" y="-4764653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Chuẩn công nghiệp (90% công ty phần mềm lớn dùng)</a:t>
            </a:r>
          </a:p>
        </p:txBody>
      </p:sp>
      <p:sp>
        <p:nvSpPr>
          <p:cNvPr id="30" name="Google Shape;315;p34">
            <a:extLst>
              <a:ext uri="{FF2B5EF4-FFF2-40B4-BE49-F238E27FC236}">
                <a16:creationId xmlns:a16="http://schemas.microsoft.com/office/drawing/2014/main" id="{BC437C49-AF2D-36D8-85D3-4CAE6E8E8A49}"/>
              </a:ext>
            </a:extLst>
          </p:cNvPr>
          <p:cNvSpPr txBox="1">
            <a:spLocks/>
          </p:cNvSpPr>
          <p:nvPr/>
        </p:nvSpPr>
        <p:spPr>
          <a:xfrm>
            <a:off x="591116" y="-2424221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Tích hợp DevOps (Bitbucket, Confluence, CI/CD)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pic>
        <p:nvPicPr>
          <p:cNvPr id="31" name="Picture 2" descr="Jira - Phần mềm hỗ trợ công việc hiệu quả">
            <a:extLst>
              <a:ext uri="{FF2B5EF4-FFF2-40B4-BE49-F238E27FC236}">
                <a16:creationId xmlns:a16="http://schemas.microsoft.com/office/drawing/2014/main" id="{1EB37860-2C58-A4FC-1384-BE227DA34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027" y="-4308085"/>
            <a:ext cx="4271335" cy="240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32F6847B-7234-8C4E-1E60-CBD2DB654A9A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14/26</a:t>
            </a:r>
          </a:p>
        </p:txBody>
      </p:sp>
    </p:spTree>
    <p:extLst>
      <p:ext uri="{BB962C8B-B14F-4D97-AF65-F5344CB8AC3E}">
        <p14:creationId xmlns:p14="http://schemas.microsoft.com/office/powerpoint/2010/main" val="2694051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4BE34-356F-32CC-D8B4-551ABB62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FE439BC8-8D82-98BD-ECB7-A0C3F9199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8" y="1513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JIRA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C546D663-32EA-129F-FDEE-8540334F6BE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6C2E79CF-116E-569C-D212-3441A2B67757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Jira – Tổng quan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CB9C9ED7-61EE-470A-29B8-41C72E527AB1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3.1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B2E26D39-329D-56FB-E76E-2F2EB29942A3}"/>
              </a:ext>
            </a:extLst>
          </p:cNvPr>
          <p:cNvSpPr txBox="1">
            <a:spLocks/>
          </p:cNvSpPr>
          <p:nvPr/>
        </p:nvSpPr>
        <p:spPr>
          <a:xfrm>
            <a:off x="608262" y="1107465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Jira là gì?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442364B0-1DA2-EB8F-96CE-7E5CC0B98B1A}"/>
              </a:ext>
            </a:extLst>
          </p:cNvPr>
          <p:cNvSpPr txBox="1">
            <a:spLocks/>
          </p:cNvSpPr>
          <p:nvPr/>
        </p:nvSpPr>
        <p:spPr>
          <a:xfrm>
            <a:off x="656460" y="1497880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Công cụ 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 lý dự án </a:t>
            </a:r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CHUYÊN NGHIỆP 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của Atlassian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2AB9C79E-CE49-1B4E-DA1F-1F44D7AFED48}"/>
              </a:ext>
            </a:extLst>
          </p:cNvPr>
          <p:cNvSpPr txBox="1">
            <a:spLocks/>
          </p:cNvSpPr>
          <p:nvPr/>
        </p:nvSpPr>
        <p:spPr>
          <a:xfrm>
            <a:off x="656460" y="186118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Được thiết kế riêng cho Agile/Scrum</a:t>
            </a: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EB66C1D8-74E1-B96B-8DA7-65A6AD426A4F}"/>
              </a:ext>
            </a:extLst>
          </p:cNvPr>
          <p:cNvSpPr txBox="1">
            <a:spLocks/>
          </p:cNvSpPr>
          <p:nvPr/>
        </p:nvSpPr>
        <p:spPr>
          <a:xfrm>
            <a:off x="-175104" y="2668245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Đặc điểm nổi bật: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5A413C08-E2D7-2C69-809F-AC7AE748EFDA}"/>
              </a:ext>
            </a:extLst>
          </p:cNvPr>
          <p:cNvSpPr txBox="1">
            <a:spLocks/>
          </p:cNvSpPr>
          <p:nvPr/>
        </p:nvSpPr>
        <p:spPr>
          <a:xfrm>
            <a:off x="648032" y="3098967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Tính năng Scrum/Kanban 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ĐẦY ĐỦ</a:t>
            </a: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03C196CC-A544-C904-BEE8-18CC95FE3571}"/>
              </a:ext>
            </a:extLst>
          </p:cNvPr>
          <p:cNvSpPr txBox="1">
            <a:spLocks/>
          </p:cNvSpPr>
          <p:nvPr/>
        </p:nvSpPr>
        <p:spPr>
          <a:xfrm>
            <a:off x="656460" y="3503011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Báo cáo &amp; Analytics mạnh mẽ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8" name="Google Shape;315;p34">
            <a:extLst>
              <a:ext uri="{FF2B5EF4-FFF2-40B4-BE49-F238E27FC236}">
                <a16:creationId xmlns:a16="http://schemas.microsoft.com/office/drawing/2014/main" id="{4E928D31-705D-01FD-053E-7AA3BB49D7C9}"/>
              </a:ext>
            </a:extLst>
          </p:cNvPr>
          <p:cNvSpPr txBox="1">
            <a:spLocks/>
          </p:cNvSpPr>
          <p:nvPr/>
        </p:nvSpPr>
        <p:spPr>
          <a:xfrm>
            <a:off x="648032" y="3956825"/>
            <a:ext cx="635207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Phân cấp công việc: Epic &gt; Story &gt; Task &gt; Subtask</a:t>
            </a: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2B00EE41-C20D-D813-B754-EEB0FC9891D4}"/>
              </a:ext>
            </a:extLst>
          </p:cNvPr>
          <p:cNvSpPr txBox="1">
            <a:spLocks/>
          </p:cNvSpPr>
          <p:nvPr/>
        </p:nvSpPr>
        <p:spPr>
          <a:xfrm>
            <a:off x="639691" y="4317672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Tùy biến workflow sâu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0BEF2952-78A4-CE03-C575-8680AF5851B6}"/>
              </a:ext>
            </a:extLst>
          </p:cNvPr>
          <p:cNvSpPr txBox="1">
            <a:spLocks/>
          </p:cNvSpPr>
          <p:nvPr/>
        </p:nvSpPr>
        <p:spPr>
          <a:xfrm>
            <a:off x="656460" y="2284306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Chuẩn công nghiệp (90% công ty phần mềm lớn dùng)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C98F6F2D-7A0B-8A52-3B52-6D4E09DBD60B}"/>
              </a:ext>
            </a:extLst>
          </p:cNvPr>
          <p:cNvSpPr txBox="1">
            <a:spLocks/>
          </p:cNvSpPr>
          <p:nvPr/>
        </p:nvSpPr>
        <p:spPr>
          <a:xfrm>
            <a:off x="625873" y="4624738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Tích hợp DevOps (Bitbucket, Confluence, CI/CD)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pic>
        <p:nvPicPr>
          <p:cNvPr id="10242" name="Picture 2" descr="Jira - Phần mềm hỗ trợ công việc hiệu quả">
            <a:extLst>
              <a:ext uri="{FF2B5EF4-FFF2-40B4-BE49-F238E27FC236}">
                <a16:creationId xmlns:a16="http://schemas.microsoft.com/office/drawing/2014/main" id="{C9696994-FA44-D10A-C88E-4CBD8F6C0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784" y="2740874"/>
            <a:ext cx="4271335" cy="240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1D705129-B1D6-4A2E-FF6F-DBF6FBC5F6C8}"/>
              </a:ext>
            </a:extLst>
          </p:cNvPr>
          <p:cNvSpPr txBox="1">
            <a:spLocks/>
          </p:cNvSpPr>
          <p:nvPr/>
        </p:nvSpPr>
        <p:spPr>
          <a:xfrm>
            <a:off x="13286855" y="35856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TRELLO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7" name="Google Shape;320;p34">
            <a:extLst>
              <a:ext uri="{FF2B5EF4-FFF2-40B4-BE49-F238E27FC236}">
                <a16:creationId xmlns:a16="http://schemas.microsoft.com/office/drawing/2014/main" id="{718BD48F-AFFB-F53C-F15E-936E0CFF2991}"/>
              </a:ext>
            </a:extLst>
          </p:cNvPr>
          <p:cNvSpPr txBox="1">
            <a:spLocks/>
          </p:cNvSpPr>
          <p:nvPr/>
        </p:nvSpPr>
        <p:spPr>
          <a:xfrm>
            <a:off x="12362377" y="120306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2.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6D6A051D-AEAA-729D-AFDE-15A7D74A5A37}"/>
              </a:ext>
            </a:extLst>
          </p:cNvPr>
          <p:cNvSpPr txBox="1">
            <a:spLocks/>
          </p:cNvSpPr>
          <p:nvPr/>
        </p:nvSpPr>
        <p:spPr>
          <a:xfrm>
            <a:off x="13267087" y="486420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Trello – Ưu/Nhược điểm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0" name="Google Shape;320;p34">
            <a:extLst>
              <a:ext uri="{FF2B5EF4-FFF2-40B4-BE49-F238E27FC236}">
                <a16:creationId xmlns:a16="http://schemas.microsoft.com/office/drawing/2014/main" id="{2B8BF7E6-7755-7D0F-7475-1269389D0330}"/>
              </a:ext>
            </a:extLst>
          </p:cNvPr>
          <p:cNvSpPr txBox="1">
            <a:spLocks/>
          </p:cNvSpPr>
          <p:nvPr/>
        </p:nvSpPr>
        <p:spPr>
          <a:xfrm>
            <a:off x="12362377" y="557556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2.3</a:t>
            </a:r>
          </a:p>
        </p:txBody>
      </p:sp>
      <p:sp>
        <p:nvSpPr>
          <p:cNvPr id="23" name="Google Shape;315;p34">
            <a:extLst>
              <a:ext uri="{FF2B5EF4-FFF2-40B4-BE49-F238E27FC236}">
                <a16:creationId xmlns:a16="http://schemas.microsoft.com/office/drawing/2014/main" id="{90443A7A-964A-5AE1-C251-E7F9FB122269}"/>
              </a:ext>
            </a:extLst>
          </p:cNvPr>
          <p:cNvSpPr txBox="1">
            <a:spLocks/>
          </p:cNvSpPr>
          <p:nvPr/>
        </p:nvSpPr>
        <p:spPr>
          <a:xfrm>
            <a:off x="12553534" y="1123516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Phù hợp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4" name="Google Shape;315;p34">
            <a:extLst>
              <a:ext uri="{FF2B5EF4-FFF2-40B4-BE49-F238E27FC236}">
                <a16:creationId xmlns:a16="http://schemas.microsoft.com/office/drawing/2014/main" id="{5145698D-2CAB-4F60-317D-28CEB962B819}"/>
              </a:ext>
            </a:extLst>
          </p:cNvPr>
          <p:cNvSpPr txBox="1">
            <a:spLocks/>
          </p:cNvSpPr>
          <p:nvPr/>
        </p:nvSpPr>
        <p:spPr>
          <a:xfrm>
            <a:off x="12507813" y="1768588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Team 3-10 người</a:t>
            </a:r>
          </a:p>
        </p:txBody>
      </p:sp>
      <p:sp>
        <p:nvSpPr>
          <p:cNvPr id="27" name="Google Shape;315;p34">
            <a:extLst>
              <a:ext uri="{FF2B5EF4-FFF2-40B4-BE49-F238E27FC236}">
                <a16:creationId xmlns:a16="http://schemas.microsoft.com/office/drawing/2014/main" id="{C76D5162-62E8-5207-4BE4-21B0450232ED}"/>
              </a:ext>
            </a:extLst>
          </p:cNvPr>
          <p:cNvSpPr txBox="1">
            <a:spLocks/>
          </p:cNvSpPr>
          <p:nvPr/>
        </p:nvSpPr>
        <p:spPr>
          <a:xfrm>
            <a:off x="12553534" y="2404776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Startup, dự án đơn giản</a:t>
            </a:r>
          </a:p>
        </p:txBody>
      </p:sp>
      <p:sp>
        <p:nvSpPr>
          <p:cNvPr id="28" name="Google Shape;315;p34">
            <a:extLst>
              <a:ext uri="{FF2B5EF4-FFF2-40B4-BE49-F238E27FC236}">
                <a16:creationId xmlns:a16="http://schemas.microsoft.com/office/drawing/2014/main" id="{B2E05437-7869-028B-9F99-24F689E17860}"/>
              </a:ext>
            </a:extLst>
          </p:cNvPr>
          <p:cNvSpPr txBox="1">
            <a:spLocks/>
          </p:cNvSpPr>
          <p:nvPr/>
        </p:nvSpPr>
        <p:spPr>
          <a:xfrm>
            <a:off x="12553534" y="3653114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triển khai nhanh</a:t>
            </a:r>
          </a:p>
        </p:txBody>
      </p:sp>
      <p:sp>
        <p:nvSpPr>
          <p:cNvPr id="29" name="Google Shape;315;p34">
            <a:extLst>
              <a:ext uri="{FF2B5EF4-FFF2-40B4-BE49-F238E27FC236}">
                <a16:creationId xmlns:a16="http://schemas.microsoft.com/office/drawing/2014/main" id="{B39D3D78-EFBA-93C1-F2C1-584C19544177}"/>
              </a:ext>
            </a:extLst>
          </p:cNvPr>
          <p:cNvSpPr txBox="1">
            <a:spLocks/>
          </p:cNvSpPr>
          <p:nvPr/>
        </p:nvSpPr>
        <p:spPr>
          <a:xfrm>
            <a:off x="12553534" y="3049848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l-PL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Budget hạn chế</a:t>
            </a:r>
          </a:p>
        </p:txBody>
      </p:sp>
      <p:pic>
        <p:nvPicPr>
          <p:cNvPr id="30" name="Picture 2" descr="Trello: A tool for project management - Blog">
            <a:extLst>
              <a:ext uri="{FF2B5EF4-FFF2-40B4-BE49-F238E27FC236}">
                <a16:creationId xmlns:a16="http://schemas.microsoft.com/office/drawing/2014/main" id="{E6919F52-E7D3-1279-9531-D7CD897C3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8472" y="1125177"/>
            <a:ext cx="5972175" cy="335934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Google Shape;315;p34">
            <a:extLst>
              <a:ext uri="{FF2B5EF4-FFF2-40B4-BE49-F238E27FC236}">
                <a16:creationId xmlns:a16="http://schemas.microsoft.com/office/drawing/2014/main" id="{51B69462-2C89-BF90-2FE8-C9A571136DD8}"/>
              </a:ext>
            </a:extLst>
          </p:cNvPr>
          <p:cNvSpPr txBox="1">
            <a:spLocks/>
          </p:cNvSpPr>
          <p:nvPr/>
        </p:nvSpPr>
        <p:spPr>
          <a:xfrm>
            <a:off x="873993" y="-6062386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Jira – Tính năng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2" name="Google Shape;320;p34">
            <a:extLst>
              <a:ext uri="{FF2B5EF4-FFF2-40B4-BE49-F238E27FC236}">
                <a16:creationId xmlns:a16="http://schemas.microsoft.com/office/drawing/2014/main" id="{6B943765-0C17-AEC5-8149-6DFB48CBBF7D}"/>
              </a:ext>
            </a:extLst>
          </p:cNvPr>
          <p:cNvSpPr txBox="1">
            <a:spLocks/>
          </p:cNvSpPr>
          <p:nvPr/>
        </p:nvSpPr>
        <p:spPr>
          <a:xfrm>
            <a:off x="-30717" y="-5991250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3.2</a:t>
            </a:r>
          </a:p>
        </p:txBody>
      </p:sp>
      <p:sp>
        <p:nvSpPr>
          <p:cNvPr id="33" name="Google Shape;315;p34">
            <a:extLst>
              <a:ext uri="{FF2B5EF4-FFF2-40B4-BE49-F238E27FC236}">
                <a16:creationId xmlns:a16="http://schemas.microsoft.com/office/drawing/2014/main" id="{10BA273C-9D67-2B4F-995E-7BF3DFEEEBA1}"/>
              </a:ext>
            </a:extLst>
          </p:cNvPr>
          <p:cNvSpPr txBox="1">
            <a:spLocks/>
          </p:cNvSpPr>
          <p:nvPr/>
        </p:nvSpPr>
        <p:spPr>
          <a:xfrm>
            <a:off x="131865" y="-5556884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Scrum Board:</a:t>
            </a:r>
          </a:p>
        </p:txBody>
      </p:sp>
      <p:sp>
        <p:nvSpPr>
          <p:cNvPr id="34" name="Google Shape;315;p34">
            <a:extLst>
              <a:ext uri="{FF2B5EF4-FFF2-40B4-BE49-F238E27FC236}">
                <a16:creationId xmlns:a16="http://schemas.microsoft.com/office/drawing/2014/main" id="{CA9ABEB4-7E20-409A-E500-0883852383BF}"/>
              </a:ext>
            </a:extLst>
          </p:cNvPr>
          <p:cNvSpPr txBox="1">
            <a:spLocks/>
          </p:cNvSpPr>
          <p:nvPr/>
        </p:nvSpPr>
        <p:spPr>
          <a:xfrm>
            <a:off x="180063" y="-5166469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Tự động tách Backlog và Active Sprint</a:t>
            </a:r>
          </a:p>
        </p:txBody>
      </p:sp>
      <p:sp>
        <p:nvSpPr>
          <p:cNvPr id="35" name="Google Shape;315;p34">
            <a:extLst>
              <a:ext uri="{FF2B5EF4-FFF2-40B4-BE49-F238E27FC236}">
                <a16:creationId xmlns:a16="http://schemas.microsoft.com/office/drawing/2014/main" id="{41E6C697-C5D8-CE99-8E82-B5D7D521E9E0}"/>
              </a:ext>
            </a:extLst>
          </p:cNvPr>
          <p:cNvSpPr txBox="1">
            <a:spLocks/>
          </p:cNvSpPr>
          <p:nvPr/>
        </p:nvSpPr>
        <p:spPr>
          <a:xfrm>
            <a:off x="180063" y="-480316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Drag &amp; drop tasks vào Sprint</a:t>
            </a:r>
          </a:p>
        </p:txBody>
      </p:sp>
      <p:sp>
        <p:nvSpPr>
          <p:cNvPr id="36" name="Google Shape;315;p34">
            <a:extLst>
              <a:ext uri="{FF2B5EF4-FFF2-40B4-BE49-F238E27FC236}">
                <a16:creationId xmlns:a16="http://schemas.microsoft.com/office/drawing/2014/main" id="{C503E2AC-C601-CD58-82BE-0B86A26ACA54}"/>
              </a:ext>
            </a:extLst>
          </p:cNvPr>
          <p:cNvSpPr txBox="1">
            <a:spLocks/>
          </p:cNvSpPr>
          <p:nvPr/>
        </p:nvSpPr>
        <p:spPr>
          <a:xfrm>
            <a:off x="-651501" y="-3996104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Báo cáo tích hợp:</a:t>
            </a:r>
          </a:p>
        </p:txBody>
      </p:sp>
      <p:sp>
        <p:nvSpPr>
          <p:cNvPr id="37" name="Google Shape;315;p34">
            <a:extLst>
              <a:ext uri="{FF2B5EF4-FFF2-40B4-BE49-F238E27FC236}">
                <a16:creationId xmlns:a16="http://schemas.microsoft.com/office/drawing/2014/main" id="{2DA9714C-297E-712A-5905-AD36C0759D08}"/>
              </a:ext>
            </a:extLst>
          </p:cNvPr>
          <p:cNvSpPr txBox="1">
            <a:spLocks/>
          </p:cNvSpPr>
          <p:nvPr/>
        </p:nvSpPr>
        <p:spPr>
          <a:xfrm>
            <a:off x="171635" y="-3565382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Burndown Chart - Theo dõi tiến độ Sprint</a:t>
            </a:r>
            <a:endParaRPr lang="en-US" sz="1400">
              <a:solidFill>
                <a:srgbClr val="FFFF00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8" name="Google Shape;315;p34">
            <a:extLst>
              <a:ext uri="{FF2B5EF4-FFF2-40B4-BE49-F238E27FC236}">
                <a16:creationId xmlns:a16="http://schemas.microsoft.com/office/drawing/2014/main" id="{87565FAB-E4C9-EED4-1E57-6446EEBD1C90}"/>
              </a:ext>
            </a:extLst>
          </p:cNvPr>
          <p:cNvSpPr txBox="1">
            <a:spLocks/>
          </p:cNvSpPr>
          <p:nvPr/>
        </p:nvSpPr>
        <p:spPr>
          <a:xfrm>
            <a:off x="131865" y="-3092873"/>
            <a:ext cx="333451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Velocity Chart - Đo tốc độ team qua các Sprint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9" name="Google Shape;315;p34">
            <a:extLst>
              <a:ext uri="{FF2B5EF4-FFF2-40B4-BE49-F238E27FC236}">
                <a16:creationId xmlns:a16="http://schemas.microsoft.com/office/drawing/2014/main" id="{7FC0C5F2-CBC4-E8C7-C953-10C94A691933}"/>
              </a:ext>
            </a:extLst>
          </p:cNvPr>
          <p:cNvSpPr txBox="1">
            <a:spLocks/>
          </p:cNvSpPr>
          <p:nvPr/>
        </p:nvSpPr>
        <p:spPr>
          <a:xfrm>
            <a:off x="171635" y="-2707524"/>
            <a:ext cx="635207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Cumulative Flow - Phân tích bottleneck</a:t>
            </a:r>
          </a:p>
        </p:txBody>
      </p:sp>
      <p:sp>
        <p:nvSpPr>
          <p:cNvPr id="40" name="Google Shape;315;p34">
            <a:extLst>
              <a:ext uri="{FF2B5EF4-FFF2-40B4-BE49-F238E27FC236}">
                <a16:creationId xmlns:a16="http://schemas.microsoft.com/office/drawing/2014/main" id="{5B95E657-64C4-2CAB-7087-5DD3B0F00426}"/>
              </a:ext>
            </a:extLst>
          </p:cNvPr>
          <p:cNvSpPr txBox="1">
            <a:spLocks/>
          </p:cNvSpPr>
          <p:nvPr/>
        </p:nvSpPr>
        <p:spPr>
          <a:xfrm>
            <a:off x="180063" y="-4380043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Hiển thị Story Points, Assignee, Priority</a:t>
            </a:r>
          </a:p>
        </p:txBody>
      </p:sp>
      <p:sp>
        <p:nvSpPr>
          <p:cNvPr id="41" name="Google Shape;315;p34">
            <a:extLst>
              <a:ext uri="{FF2B5EF4-FFF2-40B4-BE49-F238E27FC236}">
                <a16:creationId xmlns:a16="http://schemas.microsoft.com/office/drawing/2014/main" id="{E5305899-DF53-B85A-DB0F-B27CC23409A1}"/>
              </a:ext>
            </a:extLst>
          </p:cNvPr>
          <p:cNvSpPr txBox="1">
            <a:spLocks/>
          </p:cNvSpPr>
          <p:nvPr/>
        </p:nvSpPr>
        <p:spPr>
          <a:xfrm>
            <a:off x="131865" y="-2229594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Sprint Report - Tổng kết cuối Sprint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pic>
        <p:nvPicPr>
          <p:cNvPr id="42" name="Picture 2" descr="Jira Kanban board">
            <a:extLst>
              <a:ext uri="{FF2B5EF4-FFF2-40B4-BE49-F238E27FC236}">
                <a16:creationId xmlns:a16="http://schemas.microsoft.com/office/drawing/2014/main" id="{EADFC6A6-41E8-8014-A255-7AB8962F30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" r="4194" b="10450"/>
          <a:stretch>
            <a:fillRect/>
          </a:stretch>
        </p:blipFill>
        <p:spPr bwMode="auto">
          <a:xfrm>
            <a:off x="3466380" y="-5144271"/>
            <a:ext cx="5153025" cy="29978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30CDAA-E351-60A4-01FA-2FD578145E19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15/26</a:t>
            </a:r>
          </a:p>
        </p:txBody>
      </p:sp>
    </p:spTree>
    <p:extLst>
      <p:ext uri="{BB962C8B-B14F-4D97-AF65-F5344CB8AC3E}">
        <p14:creationId xmlns:p14="http://schemas.microsoft.com/office/powerpoint/2010/main" val="1414500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A42A6-FADD-DDCA-6E41-A5A7CE8E3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2C97ECE0-03DB-2781-86AE-A62500A13E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8" y="1513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JIRA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F3941059-9BB4-688F-FF7B-47156F58D5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B252F31B-60F4-66B6-1662-40D57274941B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Jira – Tính năng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B1329DB0-062C-8CD0-E384-80D68935D730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3.2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893FA241-5106-6D3E-CFCF-ACD04E6BE336}"/>
              </a:ext>
            </a:extLst>
          </p:cNvPr>
          <p:cNvSpPr txBox="1">
            <a:spLocks/>
          </p:cNvSpPr>
          <p:nvPr/>
        </p:nvSpPr>
        <p:spPr>
          <a:xfrm>
            <a:off x="608262" y="1107465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Scrum Board:</a:t>
            </a: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ED474436-A5E5-4414-7B3C-E70F5CB5AD1C}"/>
              </a:ext>
            </a:extLst>
          </p:cNvPr>
          <p:cNvSpPr txBox="1">
            <a:spLocks/>
          </p:cNvSpPr>
          <p:nvPr/>
        </p:nvSpPr>
        <p:spPr>
          <a:xfrm>
            <a:off x="656460" y="1497880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Tự động tách Backlog và Active Sprint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E7DB90E0-6562-2FC3-613E-6DF045EF6954}"/>
              </a:ext>
            </a:extLst>
          </p:cNvPr>
          <p:cNvSpPr txBox="1">
            <a:spLocks/>
          </p:cNvSpPr>
          <p:nvPr/>
        </p:nvSpPr>
        <p:spPr>
          <a:xfrm>
            <a:off x="656460" y="186118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Drag &amp; drop tasks vào Sprint</a:t>
            </a: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A79B24DC-9FFD-1DA2-7D11-9228B9BB1CB9}"/>
              </a:ext>
            </a:extLst>
          </p:cNvPr>
          <p:cNvSpPr txBox="1">
            <a:spLocks/>
          </p:cNvSpPr>
          <p:nvPr/>
        </p:nvSpPr>
        <p:spPr>
          <a:xfrm>
            <a:off x="-175104" y="2668245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Báo cáo tích hợp:</a:t>
            </a: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29E55DA5-FCF1-170D-A844-5933DA66C0AD}"/>
              </a:ext>
            </a:extLst>
          </p:cNvPr>
          <p:cNvSpPr txBox="1">
            <a:spLocks/>
          </p:cNvSpPr>
          <p:nvPr/>
        </p:nvSpPr>
        <p:spPr>
          <a:xfrm>
            <a:off x="648032" y="3098967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Burndown Chart - Theo dõi tiến độ Sprint</a:t>
            </a:r>
            <a:endParaRPr lang="en-US" sz="1400">
              <a:solidFill>
                <a:srgbClr val="FFFF00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68B183AD-83D9-39F6-EEAD-BBC473FA99AC}"/>
              </a:ext>
            </a:extLst>
          </p:cNvPr>
          <p:cNvSpPr txBox="1">
            <a:spLocks/>
          </p:cNvSpPr>
          <p:nvPr/>
        </p:nvSpPr>
        <p:spPr>
          <a:xfrm>
            <a:off x="608262" y="3571476"/>
            <a:ext cx="333451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Velocity Chart - Đo tốc độ team qua các Sprint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8" name="Google Shape;315;p34">
            <a:extLst>
              <a:ext uri="{FF2B5EF4-FFF2-40B4-BE49-F238E27FC236}">
                <a16:creationId xmlns:a16="http://schemas.microsoft.com/office/drawing/2014/main" id="{DF3BB74C-1CB0-F52E-C1F9-E2B10E15A61C}"/>
              </a:ext>
            </a:extLst>
          </p:cNvPr>
          <p:cNvSpPr txBox="1">
            <a:spLocks/>
          </p:cNvSpPr>
          <p:nvPr/>
        </p:nvSpPr>
        <p:spPr>
          <a:xfrm>
            <a:off x="648032" y="3956825"/>
            <a:ext cx="635207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Cumulative Flow - Phân tích bottleneck</a:t>
            </a: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AB75E858-9BF9-E134-F708-CB348C091821}"/>
              </a:ext>
            </a:extLst>
          </p:cNvPr>
          <p:cNvSpPr txBox="1">
            <a:spLocks/>
          </p:cNvSpPr>
          <p:nvPr/>
        </p:nvSpPr>
        <p:spPr>
          <a:xfrm>
            <a:off x="656460" y="2284306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Hiển thị Story Points, Assignee, Priority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9A339BF1-D262-BD53-4FCF-FDF9ABA753BF}"/>
              </a:ext>
            </a:extLst>
          </p:cNvPr>
          <p:cNvSpPr txBox="1">
            <a:spLocks/>
          </p:cNvSpPr>
          <p:nvPr/>
        </p:nvSpPr>
        <p:spPr>
          <a:xfrm>
            <a:off x="608262" y="4434755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Sprint Report - Tổng kết cuối Sprint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pic>
        <p:nvPicPr>
          <p:cNvPr id="11266" name="Picture 2" descr="Jira Kanban board">
            <a:extLst>
              <a:ext uri="{FF2B5EF4-FFF2-40B4-BE49-F238E27FC236}">
                <a16:creationId xmlns:a16="http://schemas.microsoft.com/office/drawing/2014/main" id="{456539F0-7F68-CC26-6E7D-0CE177224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" r="4194" b="10450"/>
          <a:stretch>
            <a:fillRect/>
          </a:stretch>
        </p:blipFill>
        <p:spPr bwMode="auto">
          <a:xfrm>
            <a:off x="3942777" y="1520078"/>
            <a:ext cx="5153025" cy="29978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C22F3E-F6BE-6868-CD34-993455A6074B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16/26</a:t>
            </a:r>
          </a:p>
        </p:txBody>
      </p:sp>
    </p:spTree>
    <p:extLst>
      <p:ext uri="{BB962C8B-B14F-4D97-AF65-F5344CB8AC3E}">
        <p14:creationId xmlns:p14="http://schemas.microsoft.com/office/powerpoint/2010/main" val="2040126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4" grpId="0"/>
      <p:bldP spid="5" grpId="0"/>
      <p:bldP spid="6" grpId="0"/>
      <p:bldP spid="8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575CD-D6E4-D849-5035-D97F0E9E6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113218C4-4ADB-41BC-C745-55B1213534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8" y="1513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JIRA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B932FD0B-E6E9-6430-29D1-F9AB48DD5B7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01C81309-55C4-9C1A-E7A1-CA942B3E89D8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Jira – Tính năng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6BCDAF77-B374-861A-DA5B-39DD77248EAB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3.2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AFF9B76E-BE20-FFEE-F1BE-3FE3C2054E2A}"/>
              </a:ext>
            </a:extLst>
          </p:cNvPr>
          <p:cNvSpPr txBox="1">
            <a:spLocks/>
          </p:cNvSpPr>
          <p:nvPr/>
        </p:nvSpPr>
        <p:spPr>
          <a:xfrm>
            <a:off x="608262" y="1107465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Tính năng nâng cao:</a:t>
            </a: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3CD3D412-B308-79DD-3332-05AFB1A2734A}"/>
              </a:ext>
            </a:extLst>
          </p:cNvPr>
          <p:cNvSpPr txBox="1">
            <a:spLocks/>
          </p:cNvSpPr>
          <p:nvPr/>
        </p:nvSpPr>
        <p:spPr>
          <a:xfrm>
            <a:off x="308377" y="1832979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JQL (Jira Query Language): Tìm kiếm phức tạp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27628103-7486-ED9B-2EB7-E7AB4D091E21}"/>
              </a:ext>
            </a:extLst>
          </p:cNvPr>
          <p:cNvSpPr txBox="1">
            <a:spLocks/>
          </p:cNvSpPr>
          <p:nvPr/>
        </p:nvSpPr>
        <p:spPr>
          <a:xfrm>
            <a:off x="308377" y="263616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Automation: Tự động chuyển trạng thái, gán người</a:t>
            </a: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EF7E0EEC-B607-810D-8CA8-30052B13CE51}"/>
              </a:ext>
            </a:extLst>
          </p:cNvPr>
          <p:cNvSpPr txBox="1">
            <a:spLocks/>
          </p:cNvSpPr>
          <p:nvPr/>
        </p:nvSpPr>
        <p:spPr>
          <a:xfrm>
            <a:off x="308377" y="3293539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it-IT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Permission scheme: Phân quyền chi tiết</a:t>
            </a: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302F99FD-E881-5525-2DBD-309C87FE97D8}"/>
              </a:ext>
            </a:extLst>
          </p:cNvPr>
          <p:cNvSpPr txBox="1">
            <a:spLocks/>
          </p:cNvSpPr>
          <p:nvPr/>
        </p:nvSpPr>
        <p:spPr>
          <a:xfrm>
            <a:off x="308378" y="408718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Advanced Roadmap: Lập kế hoạch nhiều Quarter</a:t>
            </a:r>
          </a:p>
        </p:txBody>
      </p:sp>
      <p:pic>
        <p:nvPicPr>
          <p:cNvPr id="12290" name="Picture 2" descr="Advanced Roadmaps Course by Ravi Sagar">
            <a:extLst>
              <a:ext uri="{FF2B5EF4-FFF2-40B4-BE49-F238E27FC236}">
                <a16:creationId xmlns:a16="http://schemas.microsoft.com/office/drawing/2014/main" id="{46A94E46-FD6C-4702-06DB-AFD359081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715" y="2415995"/>
            <a:ext cx="4750285" cy="275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0754CB7C-F0A0-15DD-A602-B4A4ABFC9DED}"/>
              </a:ext>
            </a:extLst>
          </p:cNvPr>
          <p:cNvSpPr txBox="1">
            <a:spLocks/>
          </p:cNvSpPr>
          <p:nvPr/>
        </p:nvSpPr>
        <p:spPr>
          <a:xfrm>
            <a:off x="871321" y="6737292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Jira – Tổng quan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9" name="Google Shape;320;p34">
            <a:extLst>
              <a:ext uri="{FF2B5EF4-FFF2-40B4-BE49-F238E27FC236}">
                <a16:creationId xmlns:a16="http://schemas.microsoft.com/office/drawing/2014/main" id="{C7336212-7CC5-3EB1-420D-838C89F373DB}"/>
              </a:ext>
            </a:extLst>
          </p:cNvPr>
          <p:cNvSpPr txBox="1">
            <a:spLocks/>
          </p:cNvSpPr>
          <p:nvPr/>
        </p:nvSpPr>
        <p:spPr>
          <a:xfrm>
            <a:off x="-33389" y="6808428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3.1</a:t>
            </a:r>
          </a:p>
        </p:txBody>
      </p:sp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BD85E390-43A0-47A7-F67A-DCF4F7D49522}"/>
              </a:ext>
            </a:extLst>
          </p:cNvPr>
          <p:cNvSpPr txBox="1">
            <a:spLocks/>
          </p:cNvSpPr>
          <p:nvPr/>
        </p:nvSpPr>
        <p:spPr>
          <a:xfrm>
            <a:off x="129193" y="7242794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Jira là gì?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230B4023-443C-6784-EF69-79DEE2C2B141}"/>
              </a:ext>
            </a:extLst>
          </p:cNvPr>
          <p:cNvSpPr txBox="1">
            <a:spLocks/>
          </p:cNvSpPr>
          <p:nvPr/>
        </p:nvSpPr>
        <p:spPr>
          <a:xfrm>
            <a:off x="177391" y="7633209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Công cụ 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 lý dự án </a:t>
            </a:r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CHUYÊN NGHIỆP </a:t>
            </a:r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của Atlassian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A722A62A-4BF7-0E21-F8FE-BE77EA3FC502}"/>
              </a:ext>
            </a:extLst>
          </p:cNvPr>
          <p:cNvSpPr txBox="1">
            <a:spLocks/>
          </p:cNvSpPr>
          <p:nvPr/>
        </p:nvSpPr>
        <p:spPr>
          <a:xfrm>
            <a:off x="177391" y="799650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Được thiết kế riêng cho Agile/Scrum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CD4A3DE9-4D76-E254-516A-DA3EC9A95268}"/>
              </a:ext>
            </a:extLst>
          </p:cNvPr>
          <p:cNvSpPr txBox="1">
            <a:spLocks/>
          </p:cNvSpPr>
          <p:nvPr/>
        </p:nvSpPr>
        <p:spPr>
          <a:xfrm>
            <a:off x="-654173" y="8803574"/>
            <a:ext cx="3641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Đặc điểm nổi bật: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159FD644-1D0B-D000-B06E-3DF438DCC09A}"/>
              </a:ext>
            </a:extLst>
          </p:cNvPr>
          <p:cNvSpPr txBox="1">
            <a:spLocks/>
          </p:cNvSpPr>
          <p:nvPr/>
        </p:nvSpPr>
        <p:spPr>
          <a:xfrm>
            <a:off x="168963" y="9234296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Tính năng Scrum/Kanban </a:t>
            </a:r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ĐẦY ĐỦ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039EA6DF-5086-D21F-56CE-8C0A06FE26F5}"/>
              </a:ext>
            </a:extLst>
          </p:cNvPr>
          <p:cNvSpPr txBox="1">
            <a:spLocks/>
          </p:cNvSpPr>
          <p:nvPr/>
        </p:nvSpPr>
        <p:spPr>
          <a:xfrm>
            <a:off x="177391" y="9638340"/>
            <a:ext cx="561984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Báo cáo &amp; Analytics mạnh mẽ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F6A80E85-9990-4010-5F2C-A20FFC9E556F}"/>
              </a:ext>
            </a:extLst>
          </p:cNvPr>
          <p:cNvSpPr txBox="1">
            <a:spLocks/>
          </p:cNvSpPr>
          <p:nvPr/>
        </p:nvSpPr>
        <p:spPr>
          <a:xfrm>
            <a:off x="168963" y="10092154"/>
            <a:ext cx="635207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Phân cấp công việc: Epic &gt; Story &gt; Task &gt; Subtask</a:t>
            </a:r>
          </a:p>
        </p:txBody>
      </p:sp>
      <p:sp>
        <p:nvSpPr>
          <p:cNvPr id="20" name="Google Shape;315;p34">
            <a:extLst>
              <a:ext uri="{FF2B5EF4-FFF2-40B4-BE49-F238E27FC236}">
                <a16:creationId xmlns:a16="http://schemas.microsoft.com/office/drawing/2014/main" id="{1C485098-85EB-C85A-5C22-AA20604261A0}"/>
              </a:ext>
            </a:extLst>
          </p:cNvPr>
          <p:cNvSpPr txBox="1">
            <a:spLocks/>
          </p:cNvSpPr>
          <p:nvPr/>
        </p:nvSpPr>
        <p:spPr>
          <a:xfrm>
            <a:off x="160622" y="10453001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Tùy biến workflow sâu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3" name="Google Shape;315;p34">
            <a:extLst>
              <a:ext uri="{FF2B5EF4-FFF2-40B4-BE49-F238E27FC236}">
                <a16:creationId xmlns:a16="http://schemas.microsoft.com/office/drawing/2014/main" id="{3CD1C25B-22FE-16A6-FE69-F894C9EEB060}"/>
              </a:ext>
            </a:extLst>
          </p:cNvPr>
          <p:cNvSpPr txBox="1">
            <a:spLocks/>
          </p:cNvSpPr>
          <p:nvPr/>
        </p:nvSpPr>
        <p:spPr>
          <a:xfrm>
            <a:off x="177391" y="8419635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Chuẩn công nghiệp (90% công ty phần mềm lớn dùng)</a:t>
            </a:r>
          </a:p>
        </p:txBody>
      </p:sp>
      <p:sp>
        <p:nvSpPr>
          <p:cNvPr id="24" name="Google Shape;315;p34">
            <a:extLst>
              <a:ext uri="{FF2B5EF4-FFF2-40B4-BE49-F238E27FC236}">
                <a16:creationId xmlns:a16="http://schemas.microsoft.com/office/drawing/2014/main" id="{32F7B263-3EC2-D787-E5B0-E79EADC250FC}"/>
              </a:ext>
            </a:extLst>
          </p:cNvPr>
          <p:cNvSpPr txBox="1">
            <a:spLocks/>
          </p:cNvSpPr>
          <p:nvPr/>
        </p:nvSpPr>
        <p:spPr>
          <a:xfrm>
            <a:off x="146804" y="10760067"/>
            <a:ext cx="627914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fr-F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Tích hợp DevOps (Bitbucket, Confluence, CI/CD)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pic>
        <p:nvPicPr>
          <p:cNvPr id="27" name="Picture 2" descr="Jira - Phần mềm hỗ trợ công việc hiệu quả">
            <a:extLst>
              <a:ext uri="{FF2B5EF4-FFF2-40B4-BE49-F238E27FC236}">
                <a16:creationId xmlns:a16="http://schemas.microsoft.com/office/drawing/2014/main" id="{3995F3D4-5133-0EEC-EAA1-220D32723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715" y="8876203"/>
            <a:ext cx="4271335" cy="240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Google Shape;315;p34">
            <a:extLst>
              <a:ext uri="{FF2B5EF4-FFF2-40B4-BE49-F238E27FC236}">
                <a16:creationId xmlns:a16="http://schemas.microsoft.com/office/drawing/2014/main" id="{5FD53FE8-E220-F657-B812-DBD97F3D041A}"/>
              </a:ext>
            </a:extLst>
          </p:cNvPr>
          <p:cNvSpPr txBox="1">
            <a:spLocks/>
          </p:cNvSpPr>
          <p:nvPr/>
        </p:nvSpPr>
        <p:spPr>
          <a:xfrm>
            <a:off x="1050505" y="-6147900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Jira – Ưu/Nhược điểm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8" name="Google Shape;320;p34">
            <a:extLst>
              <a:ext uri="{FF2B5EF4-FFF2-40B4-BE49-F238E27FC236}">
                <a16:creationId xmlns:a16="http://schemas.microsoft.com/office/drawing/2014/main" id="{090E644A-62EA-381E-2FD4-640499AECC34}"/>
              </a:ext>
            </a:extLst>
          </p:cNvPr>
          <p:cNvSpPr txBox="1">
            <a:spLocks/>
          </p:cNvSpPr>
          <p:nvPr/>
        </p:nvSpPr>
        <p:spPr>
          <a:xfrm>
            <a:off x="145795" y="-6076764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3.3</a:t>
            </a:r>
          </a:p>
        </p:txBody>
      </p:sp>
      <p:sp>
        <p:nvSpPr>
          <p:cNvPr id="39" name="Google Shape;315;p34">
            <a:extLst>
              <a:ext uri="{FF2B5EF4-FFF2-40B4-BE49-F238E27FC236}">
                <a16:creationId xmlns:a16="http://schemas.microsoft.com/office/drawing/2014/main" id="{EEE9DC42-D375-9BAA-73E2-F5170E9FC688}"/>
              </a:ext>
            </a:extLst>
          </p:cNvPr>
          <p:cNvSpPr txBox="1">
            <a:spLocks/>
          </p:cNvSpPr>
          <p:nvPr/>
        </p:nvSpPr>
        <p:spPr>
          <a:xfrm>
            <a:off x="308377" y="-5642398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Ưu điểm:</a:t>
            </a:r>
          </a:p>
        </p:txBody>
      </p:sp>
      <p:sp>
        <p:nvSpPr>
          <p:cNvPr id="40" name="Google Shape;315;p34">
            <a:extLst>
              <a:ext uri="{FF2B5EF4-FFF2-40B4-BE49-F238E27FC236}">
                <a16:creationId xmlns:a16="http://schemas.microsoft.com/office/drawing/2014/main" id="{6239B0E4-8915-BB63-1CAA-ADDC20C7E06C}"/>
              </a:ext>
            </a:extLst>
          </p:cNvPr>
          <p:cNvSpPr txBox="1">
            <a:spLocks/>
          </p:cNvSpPr>
          <p:nvPr/>
        </p:nvSpPr>
        <p:spPr>
          <a:xfrm>
            <a:off x="308377" y="-4904453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Đầy đủ mọi tính năng Scrum/Agile</a:t>
            </a:r>
          </a:p>
        </p:txBody>
      </p:sp>
      <p:sp>
        <p:nvSpPr>
          <p:cNvPr id="41" name="Google Shape;315;p34">
            <a:extLst>
              <a:ext uri="{FF2B5EF4-FFF2-40B4-BE49-F238E27FC236}">
                <a16:creationId xmlns:a16="http://schemas.microsoft.com/office/drawing/2014/main" id="{9DBE2C3C-B80A-614E-3CCC-C97A17453803}"/>
              </a:ext>
            </a:extLst>
          </p:cNvPr>
          <p:cNvSpPr txBox="1">
            <a:spLocks/>
          </p:cNvSpPr>
          <p:nvPr/>
        </p:nvSpPr>
        <p:spPr>
          <a:xfrm>
            <a:off x="308377" y="-438013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Báo cáo chuyên sâu cho manager</a:t>
            </a:r>
          </a:p>
        </p:txBody>
      </p:sp>
      <p:sp>
        <p:nvSpPr>
          <p:cNvPr id="42" name="Google Shape;315;p34">
            <a:extLst>
              <a:ext uri="{FF2B5EF4-FFF2-40B4-BE49-F238E27FC236}">
                <a16:creationId xmlns:a16="http://schemas.microsoft.com/office/drawing/2014/main" id="{BCF942CB-D4D8-0C83-E89C-D96CEC43AEB8}"/>
              </a:ext>
            </a:extLst>
          </p:cNvPr>
          <p:cNvSpPr txBox="1">
            <a:spLocks/>
          </p:cNvSpPr>
          <p:nvPr/>
        </p:nvSpPr>
        <p:spPr>
          <a:xfrm>
            <a:off x="308377" y="-3331484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it-IT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Tích hợp mạnh mẽ với dev tools</a:t>
            </a:r>
          </a:p>
        </p:txBody>
      </p:sp>
      <p:sp>
        <p:nvSpPr>
          <p:cNvPr id="43" name="Google Shape;315;p34">
            <a:extLst>
              <a:ext uri="{FF2B5EF4-FFF2-40B4-BE49-F238E27FC236}">
                <a16:creationId xmlns:a16="http://schemas.microsoft.com/office/drawing/2014/main" id="{DA34EB1F-E7A1-82EA-348E-636D1F8EF7C9}"/>
              </a:ext>
            </a:extLst>
          </p:cNvPr>
          <p:cNvSpPr txBox="1">
            <a:spLocks/>
          </p:cNvSpPr>
          <p:nvPr/>
        </p:nvSpPr>
        <p:spPr>
          <a:xfrm>
            <a:off x="308377" y="-3855807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 lý dự án quy mô lớn (100+ người)</a:t>
            </a:r>
          </a:p>
        </p:txBody>
      </p:sp>
      <p:sp>
        <p:nvSpPr>
          <p:cNvPr id="44" name="Google Shape;315;p34">
            <a:extLst>
              <a:ext uri="{FF2B5EF4-FFF2-40B4-BE49-F238E27FC236}">
                <a16:creationId xmlns:a16="http://schemas.microsoft.com/office/drawing/2014/main" id="{E7BB03CB-20BA-FEA5-809F-97538365C9D2}"/>
              </a:ext>
            </a:extLst>
          </p:cNvPr>
          <p:cNvSpPr txBox="1">
            <a:spLocks/>
          </p:cNvSpPr>
          <p:nvPr/>
        </p:nvSpPr>
        <p:spPr>
          <a:xfrm>
            <a:off x="308377" y="-2807162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it-IT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Hỗ trợ nhiều project cùng lúc</a:t>
            </a:r>
          </a:p>
        </p:txBody>
      </p:sp>
      <p:pic>
        <p:nvPicPr>
          <p:cNvPr id="45" name="Picture 4" descr="7,098 Advantages Stock Photos - Free &amp; Royalty-Free Stock Photos from  Dreamstime">
            <a:extLst>
              <a:ext uri="{FF2B5EF4-FFF2-40B4-BE49-F238E27FC236}">
                <a16:creationId xmlns:a16="http://schemas.microsoft.com/office/drawing/2014/main" id="{438FDD74-8BAC-42F4-B34A-1E88A018C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190" y="-4685579"/>
            <a:ext cx="4849586" cy="18859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D6B0E3-EBF0-02A5-9740-353F0A16C762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17/26</a:t>
            </a:r>
          </a:p>
        </p:txBody>
      </p:sp>
    </p:spTree>
    <p:extLst>
      <p:ext uri="{BB962C8B-B14F-4D97-AF65-F5344CB8AC3E}">
        <p14:creationId xmlns:p14="http://schemas.microsoft.com/office/powerpoint/2010/main" val="2844418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4" grpId="0"/>
      <p:bldP spid="6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C48E5-997C-2AFC-2C46-F00348714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14B0E414-B81C-1340-A6A1-8CD8BA8A83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8" y="1513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JIRA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521C2990-28F8-E2D0-B8C5-C3187CFCE20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C3BBE526-53DA-C407-3BB9-84B544B536C0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Jira – Ưu/Nhược điểm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B2D11B1F-6C81-3499-8157-247CA9210BCB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3.3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71B38985-6933-AF85-BA80-8D1884F3BFF9}"/>
              </a:ext>
            </a:extLst>
          </p:cNvPr>
          <p:cNvSpPr txBox="1">
            <a:spLocks/>
          </p:cNvSpPr>
          <p:nvPr/>
        </p:nvSpPr>
        <p:spPr>
          <a:xfrm>
            <a:off x="608262" y="1107465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Ưu điểm:</a:t>
            </a: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2ED24AF1-AE87-CC7E-F695-8951F5B9D92B}"/>
              </a:ext>
            </a:extLst>
          </p:cNvPr>
          <p:cNvSpPr txBox="1">
            <a:spLocks/>
          </p:cNvSpPr>
          <p:nvPr/>
        </p:nvSpPr>
        <p:spPr>
          <a:xfrm>
            <a:off x="608262" y="1845410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Đầy đủ mọi tính năng Scrum/Agile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33B134FD-E619-A3A1-51AD-78C7C1538446}"/>
              </a:ext>
            </a:extLst>
          </p:cNvPr>
          <p:cNvSpPr txBox="1">
            <a:spLocks/>
          </p:cNvSpPr>
          <p:nvPr/>
        </p:nvSpPr>
        <p:spPr>
          <a:xfrm>
            <a:off x="608262" y="2369733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Báo cáo chuyên sâu cho manager</a:t>
            </a: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623DA3C0-E006-4E0E-2E1B-2D5EAAFE04EC}"/>
              </a:ext>
            </a:extLst>
          </p:cNvPr>
          <p:cNvSpPr txBox="1">
            <a:spLocks/>
          </p:cNvSpPr>
          <p:nvPr/>
        </p:nvSpPr>
        <p:spPr>
          <a:xfrm>
            <a:off x="608262" y="3418379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it-IT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Tích hợp mạnh mẽ với dev tools</a:t>
            </a: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5FC7B49E-771B-C2CB-211A-18529EFB6758}"/>
              </a:ext>
            </a:extLst>
          </p:cNvPr>
          <p:cNvSpPr txBox="1">
            <a:spLocks/>
          </p:cNvSpPr>
          <p:nvPr/>
        </p:nvSpPr>
        <p:spPr>
          <a:xfrm>
            <a:off x="608262" y="2894056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 lý dự án quy mô lớn (100+ người)</a:t>
            </a:r>
          </a:p>
        </p:txBody>
      </p:sp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03895803-A61A-230F-84AD-6A51CD28993C}"/>
              </a:ext>
            </a:extLst>
          </p:cNvPr>
          <p:cNvSpPr txBox="1">
            <a:spLocks/>
          </p:cNvSpPr>
          <p:nvPr/>
        </p:nvSpPr>
        <p:spPr>
          <a:xfrm>
            <a:off x="608262" y="3942701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it-IT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Hỗ trợ nhiều project cùng lúc</a:t>
            </a:r>
          </a:p>
        </p:txBody>
      </p:sp>
      <p:pic>
        <p:nvPicPr>
          <p:cNvPr id="13316" name="Picture 4" descr="7,098 Advantages Stock Photos - Free &amp; Royalty-Free Stock Photos from  Dreamstime">
            <a:extLst>
              <a:ext uri="{FF2B5EF4-FFF2-40B4-BE49-F238E27FC236}">
                <a16:creationId xmlns:a16="http://schemas.microsoft.com/office/drawing/2014/main" id="{3C986D26-FE8B-2F3F-ECDA-C5843A81D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075" y="2064284"/>
            <a:ext cx="4849586" cy="18859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9AE10F28-C36F-3B6F-BDF9-3B2621F03370}"/>
              </a:ext>
            </a:extLst>
          </p:cNvPr>
          <p:cNvSpPr txBox="1">
            <a:spLocks/>
          </p:cNvSpPr>
          <p:nvPr/>
        </p:nvSpPr>
        <p:spPr>
          <a:xfrm>
            <a:off x="1042012" y="58978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Jira – Tính năng Scrum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8" name="Google Shape;320;p34">
            <a:extLst>
              <a:ext uri="{FF2B5EF4-FFF2-40B4-BE49-F238E27FC236}">
                <a16:creationId xmlns:a16="http://schemas.microsoft.com/office/drawing/2014/main" id="{ACAD6457-54F3-2477-855F-19C1793C0848}"/>
              </a:ext>
            </a:extLst>
          </p:cNvPr>
          <p:cNvSpPr txBox="1">
            <a:spLocks/>
          </p:cNvSpPr>
          <p:nvPr/>
        </p:nvSpPr>
        <p:spPr>
          <a:xfrm>
            <a:off x="137302" y="59689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3.2</a:t>
            </a: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140D74E0-66C6-7DEC-74C5-1DF21B1A69C8}"/>
              </a:ext>
            </a:extLst>
          </p:cNvPr>
          <p:cNvSpPr txBox="1">
            <a:spLocks/>
          </p:cNvSpPr>
          <p:nvPr/>
        </p:nvSpPr>
        <p:spPr>
          <a:xfrm>
            <a:off x="299884" y="6403365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Tính năng nâng cao:</a:t>
            </a:r>
          </a:p>
        </p:txBody>
      </p:sp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CAC2E0A3-E7A6-0E21-9A7E-532F8DAB760B}"/>
              </a:ext>
            </a:extLst>
          </p:cNvPr>
          <p:cNvSpPr txBox="1">
            <a:spLocks/>
          </p:cNvSpPr>
          <p:nvPr/>
        </p:nvSpPr>
        <p:spPr>
          <a:xfrm>
            <a:off x="-1" y="7128879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JQL (Jira Query Language): Tìm kiếm phức tạp</a:t>
            </a: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0C93651F-6889-7FE6-8381-B57D962B6751}"/>
              </a:ext>
            </a:extLst>
          </p:cNvPr>
          <p:cNvSpPr txBox="1">
            <a:spLocks/>
          </p:cNvSpPr>
          <p:nvPr/>
        </p:nvSpPr>
        <p:spPr>
          <a:xfrm>
            <a:off x="-1" y="793206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Automation: Tự động chuyển trạng thái, gán người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E5065B55-F9AC-A37C-B227-CE2F9B87D915}"/>
              </a:ext>
            </a:extLst>
          </p:cNvPr>
          <p:cNvSpPr txBox="1">
            <a:spLocks/>
          </p:cNvSpPr>
          <p:nvPr/>
        </p:nvSpPr>
        <p:spPr>
          <a:xfrm>
            <a:off x="-1" y="8589439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it-IT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Permission scheme: Phân quyền chi tiết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7BB55DDD-C18D-AA8B-2F03-B73C5B866E11}"/>
              </a:ext>
            </a:extLst>
          </p:cNvPr>
          <p:cNvSpPr txBox="1">
            <a:spLocks/>
          </p:cNvSpPr>
          <p:nvPr/>
        </p:nvSpPr>
        <p:spPr>
          <a:xfrm>
            <a:off x="0" y="938308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Advanced Roadmap: Lập kế hoạch nhiều Quarter</a:t>
            </a:r>
          </a:p>
        </p:txBody>
      </p:sp>
      <p:pic>
        <p:nvPicPr>
          <p:cNvPr id="16" name="Picture 2" descr="Advanced Roadmaps Course by Ravi Sagar">
            <a:extLst>
              <a:ext uri="{FF2B5EF4-FFF2-40B4-BE49-F238E27FC236}">
                <a16:creationId xmlns:a16="http://schemas.microsoft.com/office/drawing/2014/main" id="{9375E174-B8E4-7412-B75A-485329190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337" y="7711895"/>
            <a:ext cx="4750285" cy="275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31731C1E-571E-AFE6-9FAB-0E50406D9361}"/>
              </a:ext>
            </a:extLst>
          </p:cNvPr>
          <p:cNvSpPr txBox="1">
            <a:spLocks/>
          </p:cNvSpPr>
          <p:nvPr/>
        </p:nvSpPr>
        <p:spPr>
          <a:xfrm>
            <a:off x="473663" y="-4761653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Nhược điểm: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B81DC50F-E557-3D42-67D0-8B6F2083B9A9}"/>
              </a:ext>
            </a:extLst>
          </p:cNvPr>
          <p:cNvSpPr txBox="1">
            <a:spLocks/>
          </p:cNvSpPr>
          <p:nvPr/>
        </p:nvSpPr>
        <p:spPr>
          <a:xfrm>
            <a:off x="481746" y="-4187902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Giao diện phức tạp, "nặng"</a:t>
            </a: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BE179BAE-E6D0-8117-3A31-8C915D222560}"/>
              </a:ext>
            </a:extLst>
          </p:cNvPr>
          <p:cNvSpPr txBox="1">
            <a:spLocks/>
          </p:cNvSpPr>
          <p:nvPr/>
        </p:nvSpPr>
        <p:spPr>
          <a:xfrm>
            <a:off x="481746" y="-3614151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1-2 tuần đào tạo</a:t>
            </a:r>
          </a:p>
        </p:txBody>
      </p:sp>
      <p:sp>
        <p:nvSpPr>
          <p:cNvPr id="20" name="Google Shape;315;p34">
            <a:extLst>
              <a:ext uri="{FF2B5EF4-FFF2-40B4-BE49-F238E27FC236}">
                <a16:creationId xmlns:a16="http://schemas.microsoft.com/office/drawing/2014/main" id="{368B1FBE-63E8-9E0C-B456-7E0CF04A7B13}"/>
              </a:ext>
            </a:extLst>
          </p:cNvPr>
          <p:cNvSpPr txBox="1">
            <a:spLocks/>
          </p:cNvSpPr>
          <p:nvPr/>
        </p:nvSpPr>
        <p:spPr>
          <a:xfrm>
            <a:off x="473663" y="-2466649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it-IT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"Overkill" cho team nhỏ</a:t>
            </a:r>
          </a:p>
        </p:txBody>
      </p:sp>
      <p:sp>
        <p:nvSpPr>
          <p:cNvPr id="23" name="Google Shape;315;p34">
            <a:extLst>
              <a:ext uri="{FF2B5EF4-FFF2-40B4-BE49-F238E27FC236}">
                <a16:creationId xmlns:a16="http://schemas.microsoft.com/office/drawing/2014/main" id="{526FF70B-EFE0-19DC-6063-DB0476A783D7}"/>
              </a:ext>
            </a:extLst>
          </p:cNvPr>
          <p:cNvSpPr txBox="1">
            <a:spLocks/>
          </p:cNvSpPr>
          <p:nvPr/>
        </p:nvSpPr>
        <p:spPr>
          <a:xfrm>
            <a:off x="481746" y="-304040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Giá cao: 7.75−15/user/tháng (Standard/Premium)</a:t>
            </a:r>
          </a:p>
        </p:txBody>
      </p:sp>
      <p:sp>
        <p:nvSpPr>
          <p:cNvPr id="24" name="Google Shape;315;p34">
            <a:extLst>
              <a:ext uri="{FF2B5EF4-FFF2-40B4-BE49-F238E27FC236}">
                <a16:creationId xmlns:a16="http://schemas.microsoft.com/office/drawing/2014/main" id="{4CF7713B-1968-636F-0C98-C20C5F5618C5}"/>
              </a:ext>
            </a:extLst>
          </p:cNvPr>
          <p:cNvSpPr txBox="1">
            <a:spLocks/>
          </p:cNvSpPr>
          <p:nvPr/>
        </p:nvSpPr>
        <p:spPr>
          <a:xfrm>
            <a:off x="473663" y="-1892896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t-B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Jira admin chuyên trách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CF87761-62F9-D291-D986-B9441E553C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87" r="6788"/>
          <a:stretch>
            <a:fillRect/>
          </a:stretch>
        </p:blipFill>
        <p:spPr>
          <a:xfrm>
            <a:off x="4457171" y="-4857097"/>
            <a:ext cx="4445172" cy="36333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A0FEF2-CC73-5E71-0D56-1184C5AC7BAC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18/26</a:t>
            </a:r>
          </a:p>
        </p:txBody>
      </p:sp>
    </p:spTree>
    <p:extLst>
      <p:ext uri="{BB962C8B-B14F-4D97-AF65-F5344CB8AC3E}">
        <p14:creationId xmlns:p14="http://schemas.microsoft.com/office/powerpoint/2010/main" val="3077399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4" grpId="0"/>
      <p:bldP spid="6" grpId="0"/>
      <p:bldP spid="10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F7A7C-A9B3-CE3C-B84B-8E402418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CBB0C615-091C-A070-F7F7-EB84732981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8" y="151399"/>
            <a:ext cx="3201842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JIRA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5153B96B-A61F-FFD1-A359-F1BBF06627E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1A8EEDE9-9634-8F89-6699-47A862554391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Jira – Ưu/Nhược điểm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9D77D5B3-1A5E-937A-ADC9-450A513FA997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3.3</a:t>
            </a: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8AAAE339-7566-5461-37B8-1726B1BDA3C0}"/>
              </a:ext>
            </a:extLst>
          </p:cNvPr>
          <p:cNvSpPr txBox="1">
            <a:spLocks/>
          </p:cNvSpPr>
          <p:nvPr/>
        </p:nvSpPr>
        <p:spPr>
          <a:xfrm>
            <a:off x="608262" y="1107465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Nhược điểm:</a:t>
            </a: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F952D6BC-E44A-5575-B819-97FE4FFFEFC5}"/>
              </a:ext>
            </a:extLst>
          </p:cNvPr>
          <p:cNvSpPr txBox="1">
            <a:spLocks/>
          </p:cNvSpPr>
          <p:nvPr/>
        </p:nvSpPr>
        <p:spPr>
          <a:xfrm>
            <a:off x="616345" y="1681216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Giao diện phức tạp, "nặng"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10D56C00-4FD0-0FD7-64CD-29D713F34458}"/>
              </a:ext>
            </a:extLst>
          </p:cNvPr>
          <p:cNvSpPr txBox="1">
            <a:spLocks/>
          </p:cNvSpPr>
          <p:nvPr/>
        </p:nvSpPr>
        <p:spPr>
          <a:xfrm>
            <a:off x="616345" y="2254967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1-2 tuần đào tạo</a:t>
            </a: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17C31065-1F61-898A-C4C9-A6430EA7DDDA}"/>
              </a:ext>
            </a:extLst>
          </p:cNvPr>
          <p:cNvSpPr txBox="1">
            <a:spLocks/>
          </p:cNvSpPr>
          <p:nvPr/>
        </p:nvSpPr>
        <p:spPr>
          <a:xfrm>
            <a:off x="608262" y="3402469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it-IT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"Overkill" cho team nhỏ</a:t>
            </a: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B7BCD219-FF8B-E55A-0479-FF16A6A13ADE}"/>
              </a:ext>
            </a:extLst>
          </p:cNvPr>
          <p:cNvSpPr txBox="1">
            <a:spLocks/>
          </p:cNvSpPr>
          <p:nvPr/>
        </p:nvSpPr>
        <p:spPr>
          <a:xfrm>
            <a:off x="616345" y="2828718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Giá cao: 7.75−15/user/tháng (Standard/Premium)</a:t>
            </a:r>
          </a:p>
        </p:txBody>
      </p:sp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D67DED16-102A-104C-D735-6D6B56375439}"/>
              </a:ext>
            </a:extLst>
          </p:cNvPr>
          <p:cNvSpPr txBox="1">
            <a:spLocks/>
          </p:cNvSpPr>
          <p:nvPr/>
        </p:nvSpPr>
        <p:spPr>
          <a:xfrm>
            <a:off x="608262" y="3976222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t-B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Jira admin chuyên trách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D6EADA-1224-0008-C006-BFF04E97FA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87" r="6788"/>
          <a:stretch>
            <a:fillRect/>
          </a:stretch>
        </p:blipFill>
        <p:spPr>
          <a:xfrm>
            <a:off x="4591770" y="1012021"/>
            <a:ext cx="4445172" cy="3633393"/>
          </a:xfrm>
          <a:prstGeom prst="rect">
            <a:avLst/>
          </a:prstGeom>
        </p:spPr>
      </p:pic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DEF3577F-2CD1-666B-89C5-9B74AE85F420}"/>
              </a:ext>
            </a:extLst>
          </p:cNvPr>
          <p:cNvSpPr txBox="1">
            <a:spLocks/>
          </p:cNvSpPr>
          <p:nvPr/>
        </p:nvSpPr>
        <p:spPr>
          <a:xfrm>
            <a:off x="75217" y="6427138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Ưu điểm: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C5D7C27B-9FBC-E66C-CB88-AD9813833CC2}"/>
              </a:ext>
            </a:extLst>
          </p:cNvPr>
          <p:cNvSpPr txBox="1">
            <a:spLocks/>
          </p:cNvSpPr>
          <p:nvPr/>
        </p:nvSpPr>
        <p:spPr>
          <a:xfrm>
            <a:off x="75217" y="7165083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Đầy đủ mọi tính năng Scrum/Agile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7C1CCFE2-DAE5-A476-6C6B-67EB7C51CE94}"/>
              </a:ext>
            </a:extLst>
          </p:cNvPr>
          <p:cNvSpPr txBox="1">
            <a:spLocks/>
          </p:cNvSpPr>
          <p:nvPr/>
        </p:nvSpPr>
        <p:spPr>
          <a:xfrm>
            <a:off x="75217" y="7689406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Báo cáo chuyên sâu cho manager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B240BE9E-8339-AA33-F3E2-3220931B8CAB}"/>
              </a:ext>
            </a:extLst>
          </p:cNvPr>
          <p:cNvSpPr txBox="1">
            <a:spLocks/>
          </p:cNvSpPr>
          <p:nvPr/>
        </p:nvSpPr>
        <p:spPr>
          <a:xfrm>
            <a:off x="75217" y="8738052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it-IT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Tích hợp mạnh mẽ với dev tools</a:t>
            </a: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B104849F-BF31-D533-2B49-4DC36EAA9761}"/>
              </a:ext>
            </a:extLst>
          </p:cNvPr>
          <p:cNvSpPr txBox="1">
            <a:spLocks/>
          </p:cNvSpPr>
          <p:nvPr/>
        </p:nvSpPr>
        <p:spPr>
          <a:xfrm>
            <a:off x="75217" y="821372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Quản lý dự án quy mô lớn (100+ người)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7A0CB6E9-94D1-7931-34DD-620D09CE01C1}"/>
              </a:ext>
            </a:extLst>
          </p:cNvPr>
          <p:cNvSpPr txBox="1">
            <a:spLocks/>
          </p:cNvSpPr>
          <p:nvPr/>
        </p:nvSpPr>
        <p:spPr>
          <a:xfrm>
            <a:off x="75217" y="9262374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it-IT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Hỗ trợ nhiều project cùng lúc</a:t>
            </a:r>
          </a:p>
        </p:txBody>
      </p:sp>
      <p:pic>
        <p:nvPicPr>
          <p:cNvPr id="19" name="Picture 4" descr="7,098 Advantages Stock Photos - Free &amp; Royalty-Free Stock Photos from  Dreamstime">
            <a:extLst>
              <a:ext uri="{FF2B5EF4-FFF2-40B4-BE49-F238E27FC236}">
                <a16:creationId xmlns:a16="http://schemas.microsoft.com/office/drawing/2014/main" id="{64DFB5C9-29EF-B760-BD5C-B214D706E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030" y="7383957"/>
            <a:ext cx="4849586" cy="18859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Google Shape;315;p34">
            <a:extLst>
              <a:ext uri="{FF2B5EF4-FFF2-40B4-BE49-F238E27FC236}">
                <a16:creationId xmlns:a16="http://schemas.microsoft.com/office/drawing/2014/main" id="{452C9B9A-FD41-ECB5-D821-C2CF2E13F182}"/>
              </a:ext>
            </a:extLst>
          </p:cNvPr>
          <p:cNvSpPr txBox="1">
            <a:spLocks/>
          </p:cNvSpPr>
          <p:nvPr/>
        </p:nvSpPr>
        <p:spPr>
          <a:xfrm>
            <a:off x="1644723" y="-6809333"/>
            <a:ext cx="40365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SO SÁNH VÀ KHUYẾN NGHỊ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3" name="Google Shape;320;p34">
            <a:extLst>
              <a:ext uri="{FF2B5EF4-FFF2-40B4-BE49-F238E27FC236}">
                <a16:creationId xmlns:a16="http://schemas.microsoft.com/office/drawing/2014/main" id="{261B3126-F3F6-ACAE-53A7-84C0E048B109}"/>
              </a:ext>
            </a:extLst>
          </p:cNvPr>
          <p:cNvSpPr txBox="1">
            <a:spLocks/>
          </p:cNvSpPr>
          <p:nvPr/>
        </p:nvSpPr>
        <p:spPr>
          <a:xfrm>
            <a:off x="720246" y="-6724883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4.</a:t>
            </a:r>
          </a:p>
        </p:txBody>
      </p:sp>
      <p:sp>
        <p:nvSpPr>
          <p:cNvPr id="24" name="Google Shape;315;p34">
            <a:extLst>
              <a:ext uri="{FF2B5EF4-FFF2-40B4-BE49-F238E27FC236}">
                <a16:creationId xmlns:a16="http://schemas.microsoft.com/office/drawing/2014/main" id="{C14968D4-420B-85FA-30CE-59E356772B23}"/>
              </a:ext>
            </a:extLst>
          </p:cNvPr>
          <p:cNvSpPr txBox="1">
            <a:spLocks/>
          </p:cNvSpPr>
          <p:nvPr/>
        </p:nvSpPr>
        <p:spPr>
          <a:xfrm>
            <a:off x="1624956" y="-6358769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So sánh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7" name="Google Shape;320;p34">
            <a:extLst>
              <a:ext uri="{FF2B5EF4-FFF2-40B4-BE49-F238E27FC236}">
                <a16:creationId xmlns:a16="http://schemas.microsoft.com/office/drawing/2014/main" id="{D04AFD1C-8A9A-19F3-BD5F-80FD4E1A014D}"/>
              </a:ext>
            </a:extLst>
          </p:cNvPr>
          <p:cNvSpPr txBox="1">
            <a:spLocks/>
          </p:cNvSpPr>
          <p:nvPr/>
        </p:nvSpPr>
        <p:spPr>
          <a:xfrm>
            <a:off x="720246" y="-6287633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4.1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57A0B6D-3064-93EF-C0E2-F03216EF6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46547"/>
              </p:ext>
            </p:extLst>
          </p:nvPr>
        </p:nvGraphicFramePr>
        <p:xfrm>
          <a:off x="1918362" y="-5808204"/>
          <a:ext cx="5856408" cy="3416294"/>
        </p:xfrm>
        <a:graphic>
          <a:graphicData uri="http://schemas.openxmlformats.org/drawingml/2006/table">
            <a:tbl>
              <a:tblPr>
                <a:tableStyleId>{5B90B962-DD13-4830-A856-79B54E66E874}</a:tableStyleId>
              </a:tblPr>
              <a:tblGrid>
                <a:gridCol w="1952136">
                  <a:extLst>
                    <a:ext uri="{9D8B030D-6E8A-4147-A177-3AD203B41FA5}">
                      <a16:colId xmlns:a16="http://schemas.microsoft.com/office/drawing/2014/main" val="4128436888"/>
                    </a:ext>
                  </a:extLst>
                </a:gridCol>
                <a:gridCol w="1952136">
                  <a:extLst>
                    <a:ext uri="{9D8B030D-6E8A-4147-A177-3AD203B41FA5}">
                      <a16:colId xmlns:a16="http://schemas.microsoft.com/office/drawing/2014/main" val="683258279"/>
                    </a:ext>
                  </a:extLst>
                </a:gridCol>
                <a:gridCol w="1952136">
                  <a:extLst>
                    <a:ext uri="{9D8B030D-6E8A-4147-A177-3AD203B41FA5}">
                      <a16:colId xmlns:a16="http://schemas.microsoft.com/office/drawing/2014/main" val="1100427606"/>
                    </a:ext>
                  </a:extLst>
                </a:gridCol>
              </a:tblGrid>
              <a:tr h="2440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Tiêu chí</a:t>
                      </a:r>
                    </a:p>
                  </a:txBody>
                  <a:tcPr marL="73206" marR="73206" marT="36603" marB="36603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TRELLO</a:t>
                      </a:r>
                    </a:p>
                  </a:txBody>
                  <a:tcPr marL="73206" marR="73206" marT="36603" marB="36603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JIRA</a:t>
                      </a:r>
                    </a:p>
                  </a:txBody>
                  <a:tcPr marL="73206" marR="73206" marT="36603" marB="36603" anchor="b"/>
                </a:tc>
                <a:extLst>
                  <a:ext uri="{0D108BD9-81ED-4DB2-BD59-A6C34878D82A}">
                    <a16:rowId xmlns:a16="http://schemas.microsoft.com/office/drawing/2014/main" val="1589374097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Giá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Free - $5/user/tháng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$0 (≤10 users) - $15/user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2207762177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Độ dễ dùng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Rất dễ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Phức tạp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040145086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Learning curve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10 phút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1-2 tuần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833131722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Kanban Board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Xuất sắc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Có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4226118424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Scrum Board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vi-VN" sz="1100">
                          <a:solidFill>
                            <a:schemeClr val="tx1"/>
                          </a:solidFill>
                          <a:effectLst/>
                        </a:rPr>
                        <a:t>Cơ bản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Chuyên nghiệp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973541318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Burndown Chart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Cần Power-Up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Built-in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06552977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Story Points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Cần Power-Up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Built-in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919858060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Epic/Story/Task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Không phân cấp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Đầy đủ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93755775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Dependencies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Không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Có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2628201616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Reports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Hạn chế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Mạnh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45761970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Tích hợp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 Tốt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Xuất sắc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634092484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Mobile app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Tốt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 Đầy đủ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807627574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Offline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 Không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Không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91819371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3195DD9-9177-B8AE-1E1C-1D30078D2777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19/26</a:t>
            </a:r>
          </a:p>
        </p:txBody>
      </p:sp>
    </p:spTree>
    <p:extLst>
      <p:ext uri="{BB962C8B-B14F-4D97-AF65-F5344CB8AC3E}">
        <p14:creationId xmlns:p14="http://schemas.microsoft.com/office/powerpoint/2010/main" val="3329963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4" grpId="0"/>
      <p:bldP spid="6" grpId="0"/>
      <p:bldP spid="10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D2AC-73D6-C8A6-9A4C-B2752F11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E4C04D28-9346-D843-ACCA-C59F195E1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7" y="151399"/>
            <a:ext cx="4036587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SO SÁNH VÀ KHUYẾN NGHỊ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23B5758D-C931-C736-46E3-7868DD03B0B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2C78E769-570F-2FDF-03C6-BBD044FD9104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So sánh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403C1BDD-54EB-A7ED-1318-9C6578A8B1E0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CF13FE-C5B7-DC1B-3DEF-6B8A70958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566954"/>
              </p:ext>
            </p:extLst>
          </p:nvPr>
        </p:nvGraphicFramePr>
        <p:xfrm>
          <a:off x="1643796" y="1152528"/>
          <a:ext cx="5856408" cy="3416294"/>
        </p:xfrm>
        <a:graphic>
          <a:graphicData uri="http://schemas.openxmlformats.org/drawingml/2006/table">
            <a:tbl>
              <a:tblPr>
                <a:tableStyleId>{5B90B962-DD13-4830-A856-79B54E66E874}</a:tableStyleId>
              </a:tblPr>
              <a:tblGrid>
                <a:gridCol w="1952136">
                  <a:extLst>
                    <a:ext uri="{9D8B030D-6E8A-4147-A177-3AD203B41FA5}">
                      <a16:colId xmlns:a16="http://schemas.microsoft.com/office/drawing/2014/main" val="4128436888"/>
                    </a:ext>
                  </a:extLst>
                </a:gridCol>
                <a:gridCol w="1952136">
                  <a:extLst>
                    <a:ext uri="{9D8B030D-6E8A-4147-A177-3AD203B41FA5}">
                      <a16:colId xmlns:a16="http://schemas.microsoft.com/office/drawing/2014/main" val="683258279"/>
                    </a:ext>
                  </a:extLst>
                </a:gridCol>
                <a:gridCol w="1952136">
                  <a:extLst>
                    <a:ext uri="{9D8B030D-6E8A-4147-A177-3AD203B41FA5}">
                      <a16:colId xmlns:a16="http://schemas.microsoft.com/office/drawing/2014/main" val="1100427606"/>
                    </a:ext>
                  </a:extLst>
                </a:gridCol>
              </a:tblGrid>
              <a:tr h="2440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Tiêu chí</a:t>
                      </a:r>
                    </a:p>
                  </a:txBody>
                  <a:tcPr marL="73206" marR="73206" marT="36603" marB="36603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TRELLO</a:t>
                      </a:r>
                    </a:p>
                  </a:txBody>
                  <a:tcPr marL="73206" marR="73206" marT="36603" marB="36603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JIRA</a:t>
                      </a:r>
                    </a:p>
                  </a:txBody>
                  <a:tcPr marL="73206" marR="73206" marT="36603" marB="36603" anchor="b"/>
                </a:tc>
                <a:extLst>
                  <a:ext uri="{0D108BD9-81ED-4DB2-BD59-A6C34878D82A}">
                    <a16:rowId xmlns:a16="http://schemas.microsoft.com/office/drawing/2014/main" val="1589374097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Giá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Free - $5/user/tháng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$0 (≤10 users) - $15/user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2207762177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Độ dễ dùng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Rất dễ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Phức tạp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040145086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Learning curve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10 phút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1-2 tuần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833131722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Kanban Board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Xuất sắc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Có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4226118424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Scrum Board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vi-VN" sz="1100">
                          <a:solidFill>
                            <a:schemeClr val="tx1"/>
                          </a:solidFill>
                          <a:effectLst/>
                        </a:rPr>
                        <a:t>Cơ bản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Chuyên nghiệp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973541318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Burndown Chart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Cần Power-Up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Built-in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06552977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Story Points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Cần Power-Up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Built-in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919858060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Epic/Story/Task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Không phân cấp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Đầy đủ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93755775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Dependencies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Không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Có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2628201616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Reports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Hạn chế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Mạnh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45761970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Tích hợp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 Tốt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Xuất sắc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634092484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Mobile app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Tốt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 Đầy đủ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807627574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Offline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 Không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Không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918193718"/>
                  </a:ext>
                </a:extLst>
              </a:tr>
            </a:tbl>
          </a:graphicData>
        </a:graphic>
      </p:graphicFrame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BB8183DB-4F4D-1ED2-B7F8-F792042803EB}"/>
              </a:ext>
            </a:extLst>
          </p:cNvPr>
          <p:cNvSpPr txBox="1">
            <a:spLocks/>
          </p:cNvSpPr>
          <p:nvPr/>
        </p:nvSpPr>
        <p:spPr>
          <a:xfrm>
            <a:off x="11988997" y="203299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JIRA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8" name="Google Shape;320;p34">
            <a:extLst>
              <a:ext uri="{FF2B5EF4-FFF2-40B4-BE49-F238E27FC236}">
                <a16:creationId xmlns:a16="http://schemas.microsoft.com/office/drawing/2014/main" id="{9D10F68F-A54B-264E-EF3C-65FEE07C6BCF}"/>
              </a:ext>
            </a:extLst>
          </p:cNvPr>
          <p:cNvSpPr txBox="1">
            <a:spLocks/>
          </p:cNvSpPr>
          <p:nvPr/>
        </p:nvSpPr>
        <p:spPr>
          <a:xfrm>
            <a:off x="11064519" y="28774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3.</a:t>
            </a: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FF267B18-09B3-36C1-114D-1B39EE205172}"/>
              </a:ext>
            </a:extLst>
          </p:cNvPr>
          <p:cNvSpPr txBox="1">
            <a:spLocks/>
          </p:cNvSpPr>
          <p:nvPr/>
        </p:nvSpPr>
        <p:spPr>
          <a:xfrm>
            <a:off x="11969229" y="6538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Jira – Ưu/Nhược điểm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2" name="Google Shape;320;p34">
            <a:extLst>
              <a:ext uri="{FF2B5EF4-FFF2-40B4-BE49-F238E27FC236}">
                <a16:creationId xmlns:a16="http://schemas.microsoft.com/office/drawing/2014/main" id="{2E56C809-FFF2-CA94-AA1E-FD55C0494F9B}"/>
              </a:ext>
            </a:extLst>
          </p:cNvPr>
          <p:cNvSpPr txBox="1">
            <a:spLocks/>
          </p:cNvSpPr>
          <p:nvPr/>
        </p:nvSpPr>
        <p:spPr>
          <a:xfrm>
            <a:off x="11064519" y="7249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3.3</a:t>
            </a: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AD3B3359-24D4-C522-6CEB-F95A0BB55CE0}"/>
              </a:ext>
            </a:extLst>
          </p:cNvPr>
          <p:cNvSpPr txBox="1">
            <a:spLocks/>
          </p:cNvSpPr>
          <p:nvPr/>
        </p:nvSpPr>
        <p:spPr>
          <a:xfrm>
            <a:off x="11227101" y="1159365"/>
            <a:ext cx="309505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Nhược điểm: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322A7501-EE00-E635-87BD-174AF6369493}"/>
              </a:ext>
            </a:extLst>
          </p:cNvPr>
          <p:cNvSpPr txBox="1">
            <a:spLocks/>
          </p:cNvSpPr>
          <p:nvPr/>
        </p:nvSpPr>
        <p:spPr>
          <a:xfrm>
            <a:off x="11235184" y="1733116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Giao diện phức tạp, "nặng"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5E6548FD-3914-0D46-5A18-542EEF33FDAA}"/>
              </a:ext>
            </a:extLst>
          </p:cNvPr>
          <p:cNvSpPr txBox="1">
            <a:spLocks/>
          </p:cNvSpPr>
          <p:nvPr/>
        </p:nvSpPr>
        <p:spPr>
          <a:xfrm>
            <a:off x="11235184" y="2306867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1-2 tuần đào tạo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0ACA4D28-5234-4480-C2E1-D048FFBD811B}"/>
              </a:ext>
            </a:extLst>
          </p:cNvPr>
          <p:cNvSpPr txBox="1">
            <a:spLocks/>
          </p:cNvSpPr>
          <p:nvPr/>
        </p:nvSpPr>
        <p:spPr>
          <a:xfrm>
            <a:off x="11227101" y="3454369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it-IT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"Overkill" cho team nhỏ</a:t>
            </a: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93AE61D8-AB2C-06B1-84DF-34914EAC28B3}"/>
              </a:ext>
            </a:extLst>
          </p:cNvPr>
          <p:cNvSpPr txBox="1">
            <a:spLocks/>
          </p:cNvSpPr>
          <p:nvPr/>
        </p:nvSpPr>
        <p:spPr>
          <a:xfrm>
            <a:off x="11235184" y="2880618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Giá cao: 7.75−15/user/tháng (Standard/Premium)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125F567C-8A39-2F9B-69B3-2C8029FD93C1}"/>
              </a:ext>
            </a:extLst>
          </p:cNvPr>
          <p:cNvSpPr txBox="1">
            <a:spLocks/>
          </p:cNvSpPr>
          <p:nvPr/>
        </p:nvSpPr>
        <p:spPr>
          <a:xfrm>
            <a:off x="11227101" y="4028122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pt-BR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Jira admin chuyên trách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FC5C2E-F549-0EC3-2E71-DFCC1BC1EB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87" r="6788"/>
          <a:stretch>
            <a:fillRect/>
          </a:stretch>
        </p:blipFill>
        <p:spPr>
          <a:xfrm>
            <a:off x="15210609" y="1063921"/>
            <a:ext cx="4445172" cy="3633393"/>
          </a:xfrm>
          <a:prstGeom prst="rect">
            <a:avLst/>
          </a:prstGeom>
        </p:spPr>
      </p:pic>
      <p:sp>
        <p:nvSpPr>
          <p:cNvPr id="20" name="Google Shape;320;p34">
            <a:extLst>
              <a:ext uri="{FF2B5EF4-FFF2-40B4-BE49-F238E27FC236}">
                <a16:creationId xmlns:a16="http://schemas.microsoft.com/office/drawing/2014/main" id="{B25DE548-FB57-165C-EB0C-3632E561A512}"/>
              </a:ext>
            </a:extLst>
          </p:cNvPr>
          <p:cNvSpPr txBox="1">
            <a:spLocks/>
          </p:cNvSpPr>
          <p:nvPr/>
        </p:nvSpPr>
        <p:spPr>
          <a:xfrm>
            <a:off x="-158946" y="-6018705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4.2</a:t>
            </a:r>
          </a:p>
        </p:txBody>
      </p:sp>
      <p:sp>
        <p:nvSpPr>
          <p:cNvPr id="23" name="Google Shape;315;p34">
            <a:extLst>
              <a:ext uri="{FF2B5EF4-FFF2-40B4-BE49-F238E27FC236}">
                <a16:creationId xmlns:a16="http://schemas.microsoft.com/office/drawing/2014/main" id="{D869EF2F-D22E-644A-738A-8FEF99B2F772}"/>
              </a:ext>
            </a:extLst>
          </p:cNvPr>
          <p:cNvSpPr txBox="1">
            <a:spLocks/>
          </p:cNvSpPr>
          <p:nvPr/>
        </p:nvSpPr>
        <p:spPr>
          <a:xfrm>
            <a:off x="0" y="-5584339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Kịch bản: Team 8 người làm app mobile trong 3 Sprint</a:t>
            </a:r>
          </a:p>
        </p:txBody>
      </p:sp>
      <p:sp>
        <p:nvSpPr>
          <p:cNvPr id="24" name="Google Shape;315;p34">
            <a:extLst>
              <a:ext uri="{FF2B5EF4-FFF2-40B4-BE49-F238E27FC236}">
                <a16:creationId xmlns:a16="http://schemas.microsoft.com/office/drawing/2014/main" id="{D2A6DB0F-6EC5-0961-6D04-4E00B8EC4193}"/>
              </a:ext>
            </a:extLst>
          </p:cNvPr>
          <p:cNvSpPr txBox="1">
            <a:spLocks/>
          </p:cNvSpPr>
          <p:nvPr/>
        </p:nvSpPr>
        <p:spPr>
          <a:xfrm>
            <a:off x="0" y="-4605607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board "Sprint 1 - App Mobile"</a:t>
            </a:r>
          </a:p>
        </p:txBody>
      </p:sp>
      <p:sp>
        <p:nvSpPr>
          <p:cNvPr id="27" name="Google Shape;315;p34">
            <a:extLst>
              <a:ext uri="{FF2B5EF4-FFF2-40B4-BE49-F238E27FC236}">
                <a16:creationId xmlns:a16="http://schemas.microsoft.com/office/drawing/2014/main" id="{E421F517-647C-8345-D3C7-11ACDCC9BCA6}"/>
              </a:ext>
            </a:extLst>
          </p:cNvPr>
          <p:cNvSpPr txBox="1">
            <a:spLocks/>
          </p:cNvSpPr>
          <p:nvPr/>
        </p:nvSpPr>
        <p:spPr>
          <a:xfrm>
            <a:off x="0" y="-5094973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Setup trên TRELLO:</a:t>
            </a:r>
          </a:p>
        </p:txBody>
      </p:sp>
      <p:sp>
        <p:nvSpPr>
          <p:cNvPr id="28" name="Google Shape;315;p34">
            <a:extLst>
              <a:ext uri="{FF2B5EF4-FFF2-40B4-BE49-F238E27FC236}">
                <a16:creationId xmlns:a16="http://schemas.microsoft.com/office/drawing/2014/main" id="{CA91BBE9-E552-E675-375A-1ACA3443C027}"/>
              </a:ext>
            </a:extLst>
          </p:cNvPr>
          <p:cNvSpPr txBox="1">
            <a:spLocks/>
          </p:cNvSpPr>
          <p:nvPr/>
        </p:nvSpPr>
        <p:spPr>
          <a:xfrm>
            <a:off x="0" y="-4116241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2.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5 lists: Backlog | To Do | Doing | Review | Done</a:t>
            </a:r>
          </a:p>
        </p:txBody>
      </p:sp>
      <p:sp>
        <p:nvSpPr>
          <p:cNvPr id="29" name="Google Shape;315;p34">
            <a:extLst>
              <a:ext uri="{FF2B5EF4-FFF2-40B4-BE49-F238E27FC236}">
                <a16:creationId xmlns:a16="http://schemas.microsoft.com/office/drawing/2014/main" id="{11290D42-AF3C-F458-5D86-37F2864A3B6B}"/>
              </a:ext>
            </a:extLst>
          </p:cNvPr>
          <p:cNvSpPr txBox="1">
            <a:spLocks/>
          </p:cNvSpPr>
          <p:nvPr/>
        </p:nvSpPr>
        <p:spPr>
          <a:xfrm>
            <a:off x="0" y="-3626875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3.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cards, gán member, due date</a:t>
            </a:r>
          </a:p>
        </p:txBody>
      </p:sp>
      <p:sp>
        <p:nvSpPr>
          <p:cNvPr id="30" name="Google Shape;315;p34">
            <a:extLst>
              <a:ext uri="{FF2B5EF4-FFF2-40B4-BE49-F238E27FC236}">
                <a16:creationId xmlns:a16="http://schemas.microsoft.com/office/drawing/2014/main" id="{045D4A03-D461-C937-C94B-934F6AB173FF}"/>
              </a:ext>
            </a:extLst>
          </p:cNvPr>
          <p:cNvSpPr txBox="1">
            <a:spLocks/>
          </p:cNvSpPr>
          <p:nvPr/>
        </p:nvSpPr>
        <p:spPr>
          <a:xfrm>
            <a:off x="0" y="-3137509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4.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Cài Power-Up "Scrum for Trello" (Story Points)</a:t>
            </a:r>
          </a:p>
        </p:txBody>
      </p:sp>
      <p:sp>
        <p:nvSpPr>
          <p:cNvPr id="31" name="Google Shape;315;p34">
            <a:extLst>
              <a:ext uri="{FF2B5EF4-FFF2-40B4-BE49-F238E27FC236}">
                <a16:creationId xmlns:a16="http://schemas.microsoft.com/office/drawing/2014/main" id="{3C9D385A-BE80-8733-C59F-591FA5A9824C}"/>
              </a:ext>
            </a:extLst>
          </p:cNvPr>
          <p:cNvSpPr txBox="1">
            <a:spLocks/>
          </p:cNvSpPr>
          <p:nvPr/>
        </p:nvSpPr>
        <p:spPr>
          <a:xfrm>
            <a:off x="0" y="-2648143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5.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Daily standup: Mở board, update cards</a:t>
            </a:r>
          </a:p>
        </p:txBody>
      </p:sp>
      <p:sp>
        <p:nvSpPr>
          <p:cNvPr id="32" name="Google Shape;315;p34">
            <a:extLst>
              <a:ext uri="{FF2B5EF4-FFF2-40B4-BE49-F238E27FC236}">
                <a16:creationId xmlns:a16="http://schemas.microsoft.com/office/drawing/2014/main" id="{B20096D1-B027-51C3-C191-1D048D00081F}"/>
              </a:ext>
            </a:extLst>
          </p:cNvPr>
          <p:cNvSpPr txBox="1">
            <a:spLocks/>
          </p:cNvSpPr>
          <p:nvPr/>
        </p:nvSpPr>
        <p:spPr>
          <a:xfrm>
            <a:off x="0" y="-2158776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00B050"/>
                </a:solidFill>
                <a:latin typeface="Archivo Light" panose="020B0604020202020204" charset="0"/>
                <a:cs typeface="Archivo Light" panose="020B0604020202020204" charset="0"/>
              </a:rPr>
              <a:t>→ Thời gian setup: 15 phút</a:t>
            </a:r>
          </a:p>
        </p:txBody>
      </p:sp>
      <p:pic>
        <p:nvPicPr>
          <p:cNvPr id="33" name="Picture 2" descr="How to Set Up Trello Boards | 5 Things You Should Do">
            <a:extLst>
              <a:ext uri="{FF2B5EF4-FFF2-40B4-BE49-F238E27FC236}">
                <a16:creationId xmlns:a16="http://schemas.microsoft.com/office/drawing/2014/main" id="{F9AE22C8-85AF-B8D2-32E5-F8F25B93E4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38" r="4524"/>
          <a:stretch>
            <a:fillRect/>
          </a:stretch>
        </p:blipFill>
        <p:spPr bwMode="auto">
          <a:xfrm>
            <a:off x="4381885" y="-4790526"/>
            <a:ext cx="3857626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13D16C-2D64-EA2D-D8D3-F64820946F99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20/26</a:t>
            </a:r>
          </a:p>
        </p:txBody>
      </p:sp>
    </p:spTree>
    <p:extLst>
      <p:ext uri="{BB962C8B-B14F-4D97-AF65-F5344CB8AC3E}">
        <p14:creationId xmlns:p14="http://schemas.microsoft.com/office/powerpoint/2010/main" val="2098540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D597-A0DF-1F12-2B90-21E68F9B1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CC7219FD-A02D-D121-2645-8CC21045A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7" y="151399"/>
            <a:ext cx="4036587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SO SÁNH VÀ KHUYẾN NGHỊ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5E57AA3A-3269-812A-1D0A-D23B7EED37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3CC33FC7-18D1-72F3-820B-008B130E0D7E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Demo và so sánh thực tế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1B01DA11-1D88-A360-7489-001E99C7AB7F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4.2</a:t>
            </a:r>
          </a:p>
        </p:txBody>
      </p:sp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705A2E8E-D12C-951C-3CCA-4AC3EF4C4CBB}"/>
              </a:ext>
            </a:extLst>
          </p:cNvPr>
          <p:cNvSpPr txBox="1">
            <a:spLocks/>
          </p:cNvSpPr>
          <p:nvPr/>
        </p:nvSpPr>
        <p:spPr>
          <a:xfrm>
            <a:off x="604626" y="1107465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Kịch bản: Team 8 người làm app mobile trong 3 Sprint</a:t>
            </a: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D7C83093-437F-F540-B218-42360BAA786B}"/>
              </a:ext>
            </a:extLst>
          </p:cNvPr>
          <p:cNvSpPr txBox="1">
            <a:spLocks/>
          </p:cNvSpPr>
          <p:nvPr/>
        </p:nvSpPr>
        <p:spPr>
          <a:xfrm>
            <a:off x="604626" y="2086197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board "Sprint 1 - App Mobile"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8EA01FE4-9BCF-BE27-F165-2F63606299E7}"/>
              </a:ext>
            </a:extLst>
          </p:cNvPr>
          <p:cNvSpPr txBox="1">
            <a:spLocks/>
          </p:cNvSpPr>
          <p:nvPr/>
        </p:nvSpPr>
        <p:spPr>
          <a:xfrm>
            <a:off x="604626" y="1596831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Setup trên TRELLO:</a:t>
            </a: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7DCBD8D9-F47A-6B91-B1FB-647FE9996E8A}"/>
              </a:ext>
            </a:extLst>
          </p:cNvPr>
          <p:cNvSpPr txBox="1">
            <a:spLocks/>
          </p:cNvSpPr>
          <p:nvPr/>
        </p:nvSpPr>
        <p:spPr>
          <a:xfrm>
            <a:off x="604626" y="2575563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2.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5 lists: Backlog | To Do | Doing | Review | Done</a:t>
            </a: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343F9D53-45BC-3662-B928-62812067A102}"/>
              </a:ext>
            </a:extLst>
          </p:cNvPr>
          <p:cNvSpPr txBox="1">
            <a:spLocks/>
          </p:cNvSpPr>
          <p:nvPr/>
        </p:nvSpPr>
        <p:spPr>
          <a:xfrm>
            <a:off x="604626" y="3064929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3.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cards, gán member, due date</a:t>
            </a:r>
          </a:p>
        </p:txBody>
      </p:sp>
      <p:sp>
        <p:nvSpPr>
          <p:cNvPr id="8" name="Google Shape;315;p34">
            <a:extLst>
              <a:ext uri="{FF2B5EF4-FFF2-40B4-BE49-F238E27FC236}">
                <a16:creationId xmlns:a16="http://schemas.microsoft.com/office/drawing/2014/main" id="{DB9737ED-7CA0-3F1E-04D3-C7C47A54DF13}"/>
              </a:ext>
            </a:extLst>
          </p:cNvPr>
          <p:cNvSpPr txBox="1">
            <a:spLocks/>
          </p:cNvSpPr>
          <p:nvPr/>
        </p:nvSpPr>
        <p:spPr>
          <a:xfrm>
            <a:off x="604626" y="3554295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4.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Cài Power-Up "Scrum for Trello" (Story Points)</a:t>
            </a: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0A2DC9FB-9AE0-B76A-DC25-BCE590D79E59}"/>
              </a:ext>
            </a:extLst>
          </p:cNvPr>
          <p:cNvSpPr txBox="1">
            <a:spLocks/>
          </p:cNvSpPr>
          <p:nvPr/>
        </p:nvSpPr>
        <p:spPr>
          <a:xfrm>
            <a:off x="604626" y="4043661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5.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Daily standup: Mở board, update cards</a:t>
            </a: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267B1BCF-4B88-9C33-1161-9C551481BAB7}"/>
              </a:ext>
            </a:extLst>
          </p:cNvPr>
          <p:cNvSpPr txBox="1">
            <a:spLocks/>
          </p:cNvSpPr>
          <p:nvPr/>
        </p:nvSpPr>
        <p:spPr>
          <a:xfrm>
            <a:off x="604626" y="4533028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00B050"/>
                </a:solidFill>
                <a:latin typeface="Archivo Light" panose="020B0604020202020204" charset="0"/>
                <a:cs typeface="Archivo Light" panose="020B0604020202020204" charset="0"/>
              </a:rPr>
              <a:t>→ Thời gian setup: 15 phút</a:t>
            </a:r>
          </a:p>
        </p:txBody>
      </p:sp>
      <p:pic>
        <p:nvPicPr>
          <p:cNvPr id="15362" name="Picture 2" descr="How to Set Up Trello Boards | 5 Things You Should Do">
            <a:extLst>
              <a:ext uri="{FF2B5EF4-FFF2-40B4-BE49-F238E27FC236}">
                <a16:creationId xmlns:a16="http://schemas.microsoft.com/office/drawing/2014/main" id="{5E7D357D-3B68-C18B-3B9C-6EF434553A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38" r="4524"/>
          <a:stretch>
            <a:fillRect/>
          </a:stretch>
        </p:blipFill>
        <p:spPr bwMode="auto">
          <a:xfrm>
            <a:off x="4986511" y="1901278"/>
            <a:ext cx="3857626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594BB96E-3A06-937D-1062-74242546B441}"/>
              </a:ext>
            </a:extLst>
          </p:cNvPr>
          <p:cNvSpPr txBox="1">
            <a:spLocks/>
          </p:cNvSpPr>
          <p:nvPr/>
        </p:nvSpPr>
        <p:spPr>
          <a:xfrm>
            <a:off x="1350390" y="6412828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So sánh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2" name="Google Shape;320;p34">
            <a:extLst>
              <a:ext uri="{FF2B5EF4-FFF2-40B4-BE49-F238E27FC236}">
                <a16:creationId xmlns:a16="http://schemas.microsoft.com/office/drawing/2014/main" id="{E881BA10-2004-6144-C843-9E743F839C3C}"/>
              </a:ext>
            </a:extLst>
          </p:cNvPr>
          <p:cNvSpPr txBox="1">
            <a:spLocks/>
          </p:cNvSpPr>
          <p:nvPr/>
        </p:nvSpPr>
        <p:spPr>
          <a:xfrm>
            <a:off x="445680" y="6483964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4.1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3622E7A-969A-6862-797B-A3C681A69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719477"/>
              </p:ext>
            </p:extLst>
          </p:nvPr>
        </p:nvGraphicFramePr>
        <p:xfrm>
          <a:off x="1643796" y="6963393"/>
          <a:ext cx="5856408" cy="3416294"/>
        </p:xfrm>
        <a:graphic>
          <a:graphicData uri="http://schemas.openxmlformats.org/drawingml/2006/table">
            <a:tbl>
              <a:tblPr>
                <a:tableStyleId>{5B90B962-DD13-4830-A856-79B54E66E874}</a:tableStyleId>
              </a:tblPr>
              <a:tblGrid>
                <a:gridCol w="1952136">
                  <a:extLst>
                    <a:ext uri="{9D8B030D-6E8A-4147-A177-3AD203B41FA5}">
                      <a16:colId xmlns:a16="http://schemas.microsoft.com/office/drawing/2014/main" val="4128436888"/>
                    </a:ext>
                  </a:extLst>
                </a:gridCol>
                <a:gridCol w="1952136">
                  <a:extLst>
                    <a:ext uri="{9D8B030D-6E8A-4147-A177-3AD203B41FA5}">
                      <a16:colId xmlns:a16="http://schemas.microsoft.com/office/drawing/2014/main" val="683258279"/>
                    </a:ext>
                  </a:extLst>
                </a:gridCol>
                <a:gridCol w="1952136">
                  <a:extLst>
                    <a:ext uri="{9D8B030D-6E8A-4147-A177-3AD203B41FA5}">
                      <a16:colId xmlns:a16="http://schemas.microsoft.com/office/drawing/2014/main" val="1100427606"/>
                    </a:ext>
                  </a:extLst>
                </a:gridCol>
              </a:tblGrid>
              <a:tr h="2440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Tiêu chí</a:t>
                      </a:r>
                    </a:p>
                  </a:txBody>
                  <a:tcPr marL="73206" marR="73206" marT="36603" marB="36603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TRELLO</a:t>
                      </a:r>
                    </a:p>
                  </a:txBody>
                  <a:tcPr marL="73206" marR="73206" marT="36603" marB="36603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JIRA</a:t>
                      </a:r>
                    </a:p>
                  </a:txBody>
                  <a:tcPr marL="73206" marR="73206" marT="36603" marB="36603" anchor="b"/>
                </a:tc>
                <a:extLst>
                  <a:ext uri="{0D108BD9-81ED-4DB2-BD59-A6C34878D82A}">
                    <a16:rowId xmlns:a16="http://schemas.microsoft.com/office/drawing/2014/main" val="1589374097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Giá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Free - $5/user/tháng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$0 (≤10 users) - $15/user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2207762177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Độ dễ dùng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Rất dễ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Phức tạp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040145086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Learning curve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10 phút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1-2 tuần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833131722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Kanban Board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Xuất sắc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Có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4226118424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Scrum Board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vi-VN" sz="1100">
                          <a:solidFill>
                            <a:schemeClr val="tx1"/>
                          </a:solidFill>
                          <a:effectLst/>
                        </a:rPr>
                        <a:t>Cơ bản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Chuyên nghiệp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973541318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Burndown Chart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Cần Power-Up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Built-in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06552977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Story Points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Cần Power-Up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Built-in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919858060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Epic/Story/Task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Không phân cấp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Đầy đủ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93755775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Dependencies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Không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Có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2628201616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Reports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Hạn chế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Mạnh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145761970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Tích hợp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 Tốt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Xuất sắc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634092484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Mobile app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Tốt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 Đầy đủ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807627574"/>
                  </a:ext>
                </a:extLst>
              </a:tr>
              <a:tr h="2440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Offline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 Không</a:t>
                      </a:r>
                    </a:p>
                  </a:txBody>
                  <a:tcPr marL="73206" marR="73206" marT="36603" marB="3660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Không</a:t>
                      </a:r>
                    </a:p>
                  </a:txBody>
                  <a:tcPr marL="73206" marR="73206" marT="36603" marB="36603" anchor="ctr"/>
                </a:tc>
                <a:extLst>
                  <a:ext uri="{0D108BD9-81ED-4DB2-BD59-A6C34878D82A}">
                    <a16:rowId xmlns:a16="http://schemas.microsoft.com/office/drawing/2014/main" val="3918193718"/>
                  </a:ext>
                </a:extLst>
              </a:tr>
            </a:tbl>
          </a:graphicData>
        </a:graphic>
      </p:graphicFrame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BF01DD96-64F0-6160-B64B-84F00D2105A6}"/>
              </a:ext>
            </a:extLst>
          </p:cNvPr>
          <p:cNvSpPr txBox="1">
            <a:spLocks/>
          </p:cNvSpPr>
          <p:nvPr/>
        </p:nvSpPr>
        <p:spPr>
          <a:xfrm>
            <a:off x="745764" y="-6389431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Demo và so sánh thực tế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5" name="Google Shape;320;p34">
            <a:extLst>
              <a:ext uri="{FF2B5EF4-FFF2-40B4-BE49-F238E27FC236}">
                <a16:creationId xmlns:a16="http://schemas.microsoft.com/office/drawing/2014/main" id="{E2DE081F-49B7-9494-9EF8-9934133FDC39}"/>
              </a:ext>
            </a:extLst>
          </p:cNvPr>
          <p:cNvSpPr txBox="1">
            <a:spLocks/>
          </p:cNvSpPr>
          <p:nvPr/>
        </p:nvSpPr>
        <p:spPr>
          <a:xfrm>
            <a:off x="-158946" y="-6318295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4.2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0360A01A-F667-12A8-CD11-FC86ACF501F5}"/>
              </a:ext>
            </a:extLst>
          </p:cNvPr>
          <p:cNvSpPr txBox="1">
            <a:spLocks/>
          </p:cNvSpPr>
          <p:nvPr/>
        </p:nvSpPr>
        <p:spPr>
          <a:xfrm>
            <a:off x="0" y="-5883929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Kịch bản: Team 8 người làm app mobile trong 3 Sprint</a:t>
            </a: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1FE6D113-5940-67DF-983B-8F5243AF2489}"/>
              </a:ext>
            </a:extLst>
          </p:cNvPr>
          <p:cNvSpPr txBox="1">
            <a:spLocks/>
          </p:cNvSpPr>
          <p:nvPr/>
        </p:nvSpPr>
        <p:spPr>
          <a:xfrm>
            <a:off x="0" y="-5027539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Create Project → Template "Scrum"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8A29AA29-1A86-D2C3-5A12-B310280B1800}"/>
              </a:ext>
            </a:extLst>
          </p:cNvPr>
          <p:cNvSpPr txBox="1">
            <a:spLocks/>
          </p:cNvSpPr>
          <p:nvPr/>
        </p:nvSpPr>
        <p:spPr>
          <a:xfrm>
            <a:off x="0" y="-5455734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Setup trên </a:t>
            </a:r>
            <a:r>
              <a:rPr lang="en-US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Jira</a:t>
            </a:r>
            <a:r>
              <a:rPr lang="vi-VN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:</a:t>
            </a: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39C5D646-56A3-00F4-5529-0A60A36C422F}"/>
              </a:ext>
            </a:extLst>
          </p:cNvPr>
          <p:cNvSpPr txBox="1">
            <a:spLocks/>
          </p:cNvSpPr>
          <p:nvPr/>
        </p:nvSpPr>
        <p:spPr>
          <a:xfrm>
            <a:off x="0" y="-4599344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2.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Epic "Tính năng đăng nhập"</a:t>
            </a:r>
          </a:p>
        </p:txBody>
      </p:sp>
      <p:sp>
        <p:nvSpPr>
          <p:cNvPr id="20" name="Google Shape;315;p34">
            <a:extLst>
              <a:ext uri="{FF2B5EF4-FFF2-40B4-BE49-F238E27FC236}">
                <a16:creationId xmlns:a16="http://schemas.microsoft.com/office/drawing/2014/main" id="{B806DF18-E010-0EF7-F983-7E2C0533A843}"/>
              </a:ext>
            </a:extLst>
          </p:cNvPr>
          <p:cNvSpPr txBox="1">
            <a:spLocks/>
          </p:cNvSpPr>
          <p:nvPr/>
        </p:nvSpPr>
        <p:spPr>
          <a:xfrm>
            <a:off x="0" y="-4171149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3.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Stories, chia thành Tasks</a:t>
            </a:r>
          </a:p>
        </p:txBody>
      </p:sp>
      <p:sp>
        <p:nvSpPr>
          <p:cNvPr id="23" name="Google Shape;315;p34">
            <a:extLst>
              <a:ext uri="{FF2B5EF4-FFF2-40B4-BE49-F238E27FC236}">
                <a16:creationId xmlns:a16="http://schemas.microsoft.com/office/drawing/2014/main" id="{900E90A3-594B-2F72-DDDD-B43E7B66327E}"/>
              </a:ext>
            </a:extLst>
          </p:cNvPr>
          <p:cNvSpPr txBox="1">
            <a:spLocks/>
          </p:cNvSpPr>
          <p:nvPr/>
        </p:nvSpPr>
        <p:spPr>
          <a:xfrm>
            <a:off x="0" y="-3742954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4.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Estimate Story Points</a:t>
            </a:r>
          </a:p>
        </p:txBody>
      </p:sp>
      <p:sp>
        <p:nvSpPr>
          <p:cNvPr id="24" name="Google Shape;315;p34">
            <a:extLst>
              <a:ext uri="{FF2B5EF4-FFF2-40B4-BE49-F238E27FC236}">
                <a16:creationId xmlns:a16="http://schemas.microsoft.com/office/drawing/2014/main" id="{E9353726-6DA5-1E66-5BFC-57CAA3BA2B3C}"/>
              </a:ext>
            </a:extLst>
          </p:cNvPr>
          <p:cNvSpPr txBox="1">
            <a:spLocks/>
          </p:cNvSpPr>
          <p:nvPr/>
        </p:nvSpPr>
        <p:spPr>
          <a:xfrm>
            <a:off x="0" y="-3314759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5.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Create Sprint → Drag stories vào</a:t>
            </a:r>
          </a:p>
        </p:txBody>
      </p:sp>
      <p:sp>
        <p:nvSpPr>
          <p:cNvPr id="27" name="Google Shape;315;p34">
            <a:extLst>
              <a:ext uri="{FF2B5EF4-FFF2-40B4-BE49-F238E27FC236}">
                <a16:creationId xmlns:a16="http://schemas.microsoft.com/office/drawing/2014/main" id="{4DF324D4-D9D3-CB6F-23B5-E19DB526EAFA}"/>
              </a:ext>
            </a:extLst>
          </p:cNvPr>
          <p:cNvSpPr txBox="1">
            <a:spLocks/>
          </p:cNvSpPr>
          <p:nvPr/>
        </p:nvSpPr>
        <p:spPr>
          <a:xfrm>
            <a:off x="0" y="-2458366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0000"/>
                </a:solidFill>
                <a:latin typeface="Archivo Light" panose="020B0604020202020204" charset="0"/>
                <a:cs typeface="Archivo Light" panose="020B0604020202020204" charset="0"/>
              </a:rPr>
              <a:t>→ Thời gian setup: 1-2 giờ (lần đầu)</a:t>
            </a:r>
          </a:p>
        </p:txBody>
      </p:sp>
      <p:sp>
        <p:nvSpPr>
          <p:cNvPr id="28" name="Google Shape;315;p34">
            <a:extLst>
              <a:ext uri="{FF2B5EF4-FFF2-40B4-BE49-F238E27FC236}">
                <a16:creationId xmlns:a16="http://schemas.microsoft.com/office/drawing/2014/main" id="{129B0B67-ED92-87A1-0145-340AD06AD8C1}"/>
              </a:ext>
            </a:extLst>
          </p:cNvPr>
          <p:cNvSpPr txBox="1">
            <a:spLocks/>
          </p:cNvSpPr>
          <p:nvPr/>
        </p:nvSpPr>
        <p:spPr>
          <a:xfrm>
            <a:off x="0" y="-2886564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6.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Start Sprint → Xem Burndown auto</a:t>
            </a:r>
          </a:p>
        </p:txBody>
      </p:sp>
      <p:pic>
        <p:nvPicPr>
          <p:cNvPr id="29" name="Picture 2" descr="Những bệnh nghề nghiệp thường gặp của dân văn phòng và cách phòng tránh">
            <a:extLst>
              <a:ext uri="{FF2B5EF4-FFF2-40B4-BE49-F238E27FC236}">
                <a16:creationId xmlns:a16="http://schemas.microsoft.com/office/drawing/2014/main" id="{D1F9BDF7-C22C-0BCD-1618-6DB180FA7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825" y="-5157572"/>
            <a:ext cx="4549478" cy="30282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D615781-31C7-7494-42B7-1410C86D0017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21/26</a:t>
            </a:r>
          </a:p>
        </p:txBody>
      </p:sp>
    </p:spTree>
    <p:extLst>
      <p:ext uri="{BB962C8B-B14F-4D97-AF65-F5344CB8AC3E}">
        <p14:creationId xmlns:p14="http://schemas.microsoft.com/office/powerpoint/2010/main" val="1362795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3EF0-4A07-CBBF-0923-639C97B6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3624E706-1B4D-C8D0-1220-5AD195BEC1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7" y="151399"/>
            <a:ext cx="4036587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SO SÁNH VÀ KHUYẾN NGHỊ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6045DD6E-76B7-E348-ECD8-F678B712A50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737801D4-AEB2-B6AC-AA4B-420B85C95878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Demo và so sánh thực tế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BFDD1DF5-125A-59F7-AE58-D6385E0C8DFD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4.2</a:t>
            </a:r>
          </a:p>
        </p:txBody>
      </p:sp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268AFFE0-5970-67AA-DDE2-67B43A94C692}"/>
              </a:ext>
            </a:extLst>
          </p:cNvPr>
          <p:cNvSpPr txBox="1">
            <a:spLocks/>
          </p:cNvSpPr>
          <p:nvPr/>
        </p:nvSpPr>
        <p:spPr>
          <a:xfrm>
            <a:off x="604626" y="1107465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Kịch bản: Team 8 người làm app mobile trong 3 Sprint</a:t>
            </a: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68D8DEB5-4A68-0417-BC74-82B708840CD8}"/>
              </a:ext>
            </a:extLst>
          </p:cNvPr>
          <p:cNvSpPr txBox="1">
            <a:spLocks/>
          </p:cNvSpPr>
          <p:nvPr/>
        </p:nvSpPr>
        <p:spPr>
          <a:xfrm>
            <a:off x="604626" y="1963855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Create Project → Template "Scrum"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B09593EA-76F3-8618-723B-10DB13F0A019}"/>
              </a:ext>
            </a:extLst>
          </p:cNvPr>
          <p:cNvSpPr txBox="1">
            <a:spLocks/>
          </p:cNvSpPr>
          <p:nvPr/>
        </p:nvSpPr>
        <p:spPr>
          <a:xfrm>
            <a:off x="604626" y="1535660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Setup trên </a:t>
            </a:r>
            <a:r>
              <a:rPr lang="en-US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Jira</a:t>
            </a:r>
            <a:r>
              <a:rPr lang="vi-VN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:</a:t>
            </a: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6C6ACF5D-926B-2772-D47D-9E1438913ADF}"/>
              </a:ext>
            </a:extLst>
          </p:cNvPr>
          <p:cNvSpPr txBox="1">
            <a:spLocks/>
          </p:cNvSpPr>
          <p:nvPr/>
        </p:nvSpPr>
        <p:spPr>
          <a:xfrm>
            <a:off x="604626" y="2392050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2.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Epic "Tính năng đăng nhập"</a:t>
            </a: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4A21AB29-C59D-FD88-ADBA-8D0DFF93B3B8}"/>
              </a:ext>
            </a:extLst>
          </p:cNvPr>
          <p:cNvSpPr txBox="1">
            <a:spLocks/>
          </p:cNvSpPr>
          <p:nvPr/>
        </p:nvSpPr>
        <p:spPr>
          <a:xfrm>
            <a:off x="604626" y="2820245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3.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Stories, chia thành Tasks</a:t>
            </a:r>
          </a:p>
        </p:txBody>
      </p:sp>
      <p:sp>
        <p:nvSpPr>
          <p:cNvPr id="8" name="Google Shape;315;p34">
            <a:extLst>
              <a:ext uri="{FF2B5EF4-FFF2-40B4-BE49-F238E27FC236}">
                <a16:creationId xmlns:a16="http://schemas.microsoft.com/office/drawing/2014/main" id="{B133F687-99D9-6DBA-6265-8F620B442FB6}"/>
              </a:ext>
            </a:extLst>
          </p:cNvPr>
          <p:cNvSpPr txBox="1">
            <a:spLocks/>
          </p:cNvSpPr>
          <p:nvPr/>
        </p:nvSpPr>
        <p:spPr>
          <a:xfrm>
            <a:off x="604626" y="3248440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4.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Estimate Story Points</a:t>
            </a: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F8A48F46-AC98-DACD-4AF2-5A776783C4CC}"/>
              </a:ext>
            </a:extLst>
          </p:cNvPr>
          <p:cNvSpPr txBox="1">
            <a:spLocks/>
          </p:cNvSpPr>
          <p:nvPr/>
        </p:nvSpPr>
        <p:spPr>
          <a:xfrm>
            <a:off x="604626" y="3676635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5.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Create Sprint → Drag stories vào</a:t>
            </a: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C62BB89C-193E-FA14-DB3C-B14056F5721B}"/>
              </a:ext>
            </a:extLst>
          </p:cNvPr>
          <p:cNvSpPr txBox="1">
            <a:spLocks/>
          </p:cNvSpPr>
          <p:nvPr/>
        </p:nvSpPr>
        <p:spPr>
          <a:xfrm>
            <a:off x="604626" y="4533028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0000"/>
                </a:solidFill>
                <a:latin typeface="Archivo Light" panose="020B0604020202020204" charset="0"/>
                <a:cs typeface="Archivo Light" panose="020B0604020202020204" charset="0"/>
              </a:rPr>
              <a:t>→ Thời gian setup: 1-2 giờ (lần đầu)</a:t>
            </a: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46931CF1-6EEB-AF2F-08D2-7358958E82E8}"/>
              </a:ext>
            </a:extLst>
          </p:cNvPr>
          <p:cNvSpPr txBox="1">
            <a:spLocks/>
          </p:cNvSpPr>
          <p:nvPr/>
        </p:nvSpPr>
        <p:spPr>
          <a:xfrm>
            <a:off x="604626" y="4104830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6.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Start Sprint → Xem Burndown auto</a:t>
            </a:r>
          </a:p>
        </p:txBody>
      </p:sp>
      <p:pic>
        <p:nvPicPr>
          <p:cNvPr id="16386" name="Picture 2" descr="Những bệnh nghề nghiệp thường gặp của dân văn phòng và cách phòng tránh">
            <a:extLst>
              <a:ext uri="{FF2B5EF4-FFF2-40B4-BE49-F238E27FC236}">
                <a16:creationId xmlns:a16="http://schemas.microsoft.com/office/drawing/2014/main" id="{DC399BBE-21CB-34E6-2892-1685DC3F5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451" y="1833822"/>
            <a:ext cx="4549478" cy="30282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18B4E43A-5B59-496E-93B3-5DA604B2FCAC}"/>
              </a:ext>
            </a:extLst>
          </p:cNvPr>
          <p:cNvSpPr txBox="1">
            <a:spLocks/>
          </p:cNvSpPr>
          <p:nvPr/>
        </p:nvSpPr>
        <p:spPr>
          <a:xfrm>
            <a:off x="1398588" y="6619305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Demo và so sánh thực tế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2" name="Google Shape;320;p34">
            <a:extLst>
              <a:ext uri="{FF2B5EF4-FFF2-40B4-BE49-F238E27FC236}">
                <a16:creationId xmlns:a16="http://schemas.microsoft.com/office/drawing/2014/main" id="{C9C2034F-43CE-ABCF-E261-2F986FEC4366}"/>
              </a:ext>
            </a:extLst>
          </p:cNvPr>
          <p:cNvSpPr txBox="1">
            <a:spLocks/>
          </p:cNvSpPr>
          <p:nvPr/>
        </p:nvSpPr>
        <p:spPr>
          <a:xfrm>
            <a:off x="493878" y="6690441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4.2</a:t>
            </a: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818D795E-8E11-3455-1FBA-D79A7A792D17}"/>
              </a:ext>
            </a:extLst>
          </p:cNvPr>
          <p:cNvSpPr txBox="1">
            <a:spLocks/>
          </p:cNvSpPr>
          <p:nvPr/>
        </p:nvSpPr>
        <p:spPr>
          <a:xfrm>
            <a:off x="652824" y="7124807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Kịch bản: Team 8 người làm app mobile trong 3 Sprint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4074A4B8-A1B1-E381-1757-BFA6741AD6B0}"/>
              </a:ext>
            </a:extLst>
          </p:cNvPr>
          <p:cNvSpPr txBox="1">
            <a:spLocks/>
          </p:cNvSpPr>
          <p:nvPr/>
        </p:nvSpPr>
        <p:spPr>
          <a:xfrm>
            <a:off x="652824" y="8103539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board "Sprint 1 - App Mobile"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7ABFA045-69A5-55CE-C36E-044E52FD3AD7}"/>
              </a:ext>
            </a:extLst>
          </p:cNvPr>
          <p:cNvSpPr txBox="1">
            <a:spLocks/>
          </p:cNvSpPr>
          <p:nvPr/>
        </p:nvSpPr>
        <p:spPr>
          <a:xfrm>
            <a:off x="652824" y="7614173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Setup trên TRELLO: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80C99887-BE1E-31F4-B45A-4F0A7BD977A1}"/>
              </a:ext>
            </a:extLst>
          </p:cNvPr>
          <p:cNvSpPr txBox="1">
            <a:spLocks/>
          </p:cNvSpPr>
          <p:nvPr/>
        </p:nvSpPr>
        <p:spPr>
          <a:xfrm>
            <a:off x="652824" y="8592905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2.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5 lists: Backlog | To Do | Doing | Review | Done</a:t>
            </a: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28CC3F09-0F83-B87C-ED47-AD295968E323}"/>
              </a:ext>
            </a:extLst>
          </p:cNvPr>
          <p:cNvSpPr txBox="1">
            <a:spLocks/>
          </p:cNvSpPr>
          <p:nvPr/>
        </p:nvSpPr>
        <p:spPr>
          <a:xfrm>
            <a:off x="652824" y="9082271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3.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cards, gán member, due date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39D644DF-2C5D-1DAB-A3E6-711EEAAD0948}"/>
              </a:ext>
            </a:extLst>
          </p:cNvPr>
          <p:cNvSpPr txBox="1">
            <a:spLocks/>
          </p:cNvSpPr>
          <p:nvPr/>
        </p:nvSpPr>
        <p:spPr>
          <a:xfrm>
            <a:off x="652824" y="9571637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4.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Cài Power-Up "Scrum for Trello" (Story Points)</a:t>
            </a: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01C2658F-BF0C-C762-B06A-514360E91287}"/>
              </a:ext>
            </a:extLst>
          </p:cNvPr>
          <p:cNvSpPr txBox="1">
            <a:spLocks/>
          </p:cNvSpPr>
          <p:nvPr/>
        </p:nvSpPr>
        <p:spPr>
          <a:xfrm>
            <a:off x="652824" y="10061003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5.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Daily standup: Mở board, update cards</a:t>
            </a:r>
          </a:p>
        </p:txBody>
      </p:sp>
      <p:sp>
        <p:nvSpPr>
          <p:cNvPr id="20" name="Google Shape;315;p34">
            <a:extLst>
              <a:ext uri="{FF2B5EF4-FFF2-40B4-BE49-F238E27FC236}">
                <a16:creationId xmlns:a16="http://schemas.microsoft.com/office/drawing/2014/main" id="{A19C49EB-BB43-2B57-E776-264CB9D433AA}"/>
              </a:ext>
            </a:extLst>
          </p:cNvPr>
          <p:cNvSpPr txBox="1">
            <a:spLocks/>
          </p:cNvSpPr>
          <p:nvPr/>
        </p:nvSpPr>
        <p:spPr>
          <a:xfrm>
            <a:off x="652824" y="10550370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00B050"/>
                </a:solidFill>
                <a:latin typeface="Archivo Light" panose="020B0604020202020204" charset="0"/>
                <a:cs typeface="Archivo Light" panose="020B0604020202020204" charset="0"/>
              </a:rPr>
              <a:t>→ Thời gian setup: 15 phút</a:t>
            </a:r>
          </a:p>
        </p:txBody>
      </p:sp>
      <p:pic>
        <p:nvPicPr>
          <p:cNvPr id="23" name="Picture 2" descr="How to Set Up Trello Boards | 5 Things You Should Do">
            <a:extLst>
              <a:ext uri="{FF2B5EF4-FFF2-40B4-BE49-F238E27FC236}">
                <a16:creationId xmlns:a16="http://schemas.microsoft.com/office/drawing/2014/main" id="{95EA3479-DFAC-34F4-80DD-2271D37340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38" r="4524"/>
          <a:stretch>
            <a:fillRect/>
          </a:stretch>
        </p:blipFill>
        <p:spPr bwMode="auto">
          <a:xfrm>
            <a:off x="5034709" y="7918620"/>
            <a:ext cx="3857626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Google Shape;315;p34">
            <a:extLst>
              <a:ext uri="{FF2B5EF4-FFF2-40B4-BE49-F238E27FC236}">
                <a16:creationId xmlns:a16="http://schemas.microsoft.com/office/drawing/2014/main" id="{F462A5D3-F38E-C3A2-9BA4-025D65524911}"/>
              </a:ext>
            </a:extLst>
          </p:cNvPr>
          <p:cNvSpPr txBox="1">
            <a:spLocks/>
          </p:cNvSpPr>
          <p:nvPr/>
        </p:nvSpPr>
        <p:spPr>
          <a:xfrm>
            <a:off x="1139613" y="-6329579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Khuyến nghị lựa chọn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7" name="Google Shape;320;p34">
            <a:extLst>
              <a:ext uri="{FF2B5EF4-FFF2-40B4-BE49-F238E27FC236}">
                <a16:creationId xmlns:a16="http://schemas.microsoft.com/office/drawing/2014/main" id="{F03323E3-11F2-EAC1-EC1E-B7B94A7FB20B}"/>
              </a:ext>
            </a:extLst>
          </p:cNvPr>
          <p:cNvSpPr txBox="1">
            <a:spLocks/>
          </p:cNvSpPr>
          <p:nvPr/>
        </p:nvSpPr>
        <p:spPr>
          <a:xfrm>
            <a:off x="234903" y="-6258443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4.3</a:t>
            </a:r>
          </a:p>
        </p:txBody>
      </p:sp>
      <p:sp>
        <p:nvSpPr>
          <p:cNvPr id="28" name="Google Shape;315;p34">
            <a:extLst>
              <a:ext uri="{FF2B5EF4-FFF2-40B4-BE49-F238E27FC236}">
                <a16:creationId xmlns:a16="http://schemas.microsoft.com/office/drawing/2014/main" id="{494508DE-7E3E-0EA1-314D-08014F25F6DB}"/>
              </a:ext>
            </a:extLst>
          </p:cNvPr>
          <p:cNvSpPr txBox="1">
            <a:spLocks/>
          </p:cNvSpPr>
          <p:nvPr/>
        </p:nvSpPr>
        <p:spPr>
          <a:xfrm>
            <a:off x="397485" y="-5824077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Lời khuyên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9" name="Google Shape;315;p34">
            <a:extLst>
              <a:ext uri="{FF2B5EF4-FFF2-40B4-BE49-F238E27FC236}">
                <a16:creationId xmlns:a16="http://schemas.microsoft.com/office/drawing/2014/main" id="{E2BCD71E-E132-CF6A-B07C-F104E37FC2F6}"/>
              </a:ext>
            </a:extLst>
          </p:cNvPr>
          <p:cNvSpPr txBox="1">
            <a:spLocks/>
          </p:cNvSpPr>
          <p:nvPr/>
        </p:nvSpPr>
        <p:spPr>
          <a:xfrm>
            <a:off x="397485" y="-4918625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Khi team &gt;15 người: Chuyển Jira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0" name="Google Shape;315;p34">
            <a:extLst>
              <a:ext uri="{FF2B5EF4-FFF2-40B4-BE49-F238E27FC236}">
                <a16:creationId xmlns:a16="http://schemas.microsoft.com/office/drawing/2014/main" id="{C55406F5-3C00-00AC-A8A0-7CDA76087362}"/>
              </a:ext>
            </a:extLst>
          </p:cNvPr>
          <p:cNvSpPr txBox="1">
            <a:spLocks/>
          </p:cNvSpPr>
          <p:nvPr/>
        </p:nvSpPr>
        <p:spPr>
          <a:xfrm>
            <a:off x="421580" y="-5325926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Bắt đầu: Dùng Trello học Scrum cơ bản</a:t>
            </a:r>
          </a:p>
        </p:txBody>
      </p:sp>
      <p:sp>
        <p:nvSpPr>
          <p:cNvPr id="31" name="Google Shape;315;p34">
            <a:extLst>
              <a:ext uri="{FF2B5EF4-FFF2-40B4-BE49-F238E27FC236}">
                <a16:creationId xmlns:a16="http://schemas.microsoft.com/office/drawing/2014/main" id="{5AB8C2D4-0363-F8AD-1AED-67B8E7D52C53}"/>
              </a:ext>
            </a:extLst>
          </p:cNvPr>
          <p:cNvSpPr txBox="1">
            <a:spLocks/>
          </p:cNvSpPr>
          <p:nvPr/>
        </p:nvSpPr>
        <p:spPr>
          <a:xfrm>
            <a:off x="421583" y="-4571421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Khi cần báo cáo cho sếp: Dùng Jira</a:t>
            </a:r>
          </a:p>
        </p:txBody>
      </p:sp>
      <p:sp>
        <p:nvSpPr>
          <p:cNvPr id="32" name="Google Shape;315;p34">
            <a:extLst>
              <a:ext uri="{FF2B5EF4-FFF2-40B4-BE49-F238E27FC236}">
                <a16:creationId xmlns:a16="http://schemas.microsoft.com/office/drawing/2014/main" id="{C3C8423D-FBA1-0D4B-02DE-760D4021987D}"/>
              </a:ext>
            </a:extLst>
          </p:cNvPr>
          <p:cNvSpPr txBox="1">
            <a:spLocks/>
          </p:cNvSpPr>
          <p:nvPr/>
        </p:nvSpPr>
        <p:spPr>
          <a:xfrm>
            <a:off x="333296" y="-4090776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Budget hạn chế: Trello free đủ</a:t>
            </a:r>
          </a:p>
        </p:txBody>
      </p:sp>
      <p:sp>
        <p:nvSpPr>
          <p:cNvPr id="33" name="Google Shape;315;p34">
            <a:extLst>
              <a:ext uri="{FF2B5EF4-FFF2-40B4-BE49-F238E27FC236}">
                <a16:creationId xmlns:a16="http://schemas.microsoft.com/office/drawing/2014/main" id="{564A30CA-4D42-3271-9FF5-19E22A741A21}"/>
              </a:ext>
            </a:extLst>
          </p:cNvPr>
          <p:cNvSpPr txBox="1">
            <a:spLocks/>
          </p:cNvSpPr>
          <p:nvPr/>
        </p:nvSpPr>
        <p:spPr>
          <a:xfrm>
            <a:off x="389488" y="-3302045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Team 5 người mua Jira Premium (lãng phí)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4" name="Google Shape;315;p34">
            <a:extLst>
              <a:ext uri="{FF2B5EF4-FFF2-40B4-BE49-F238E27FC236}">
                <a16:creationId xmlns:a16="http://schemas.microsoft.com/office/drawing/2014/main" id="{BC15A8E0-DF3F-0AE8-A4ED-20E0890FA97C}"/>
              </a:ext>
            </a:extLst>
          </p:cNvPr>
          <p:cNvSpPr txBox="1">
            <a:spLocks/>
          </p:cNvSpPr>
          <p:nvPr/>
        </p:nvSpPr>
        <p:spPr>
          <a:xfrm>
            <a:off x="445680" y="-2398514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Không đào tạo → dùng tool sai cách</a:t>
            </a:r>
          </a:p>
        </p:txBody>
      </p:sp>
      <p:sp>
        <p:nvSpPr>
          <p:cNvPr id="35" name="Google Shape;315;p34">
            <a:extLst>
              <a:ext uri="{FF2B5EF4-FFF2-40B4-BE49-F238E27FC236}">
                <a16:creationId xmlns:a16="http://schemas.microsoft.com/office/drawing/2014/main" id="{2448C926-027C-08AE-7D1F-74C20FA8ED58}"/>
              </a:ext>
            </a:extLst>
          </p:cNvPr>
          <p:cNvSpPr txBox="1">
            <a:spLocks/>
          </p:cNvSpPr>
          <p:nvPr/>
        </p:nvSpPr>
        <p:spPr>
          <a:xfrm>
            <a:off x="333296" y="-2887096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Team 50 người dùng Trello (thiếu kiểm soát)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6" name="Google Shape;315;p34">
            <a:extLst>
              <a:ext uri="{FF2B5EF4-FFF2-40B4-BE49-F238E27FC236}">
                <a16:creationId xmlns:a16="http://schemas.microsoft.com/office/drawing/2014/main" id="{A4B68467-1463-2B52-8DD4-716F93612BB7}"/>
              </a:ext>
            </a:extLst>
          </p:cNvPr>
          <p:cNvSpPr txBox="1">
            <a:spLocks/>
          </p:cNvSpPr>
          <p:nvPr/>
        </p:nvSpPr>
        <p:spPr>
          <a:xfrm>
            <a:off x="389488" y="-3687056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Lỗi thường gặp:</a:t>
            </a:r>
          </a:p>
        </p:txBody>
      </p:sp>
      <p:pic>
        <p:nvPicPr>
          <p:cNvPr id="37" name="Picture 2" descr="Trello VS Jira: Why Jira is the Superior Tool for Non-Developers - Idalko">
            <a:extLst>
              <a:ext uri="{FF2B5EF4-FFF2-40B4-BE49-F238E27FC236}">
                <a16:creationId xmlns:a16="http://schemas.microsoft.com/office/drawing/2014/main" id="{9D7EA267-C754-8AF6-AED9-01C9D5C0C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121" y="-5197417"/>
            <a:ext cx="4620642" cy="2310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BF37B79-164B-62EA-2F5C-B506A70684A4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22/26</a:t>
            </a:r>
          </a:p>
        </p:txBody>
      </p:sp>
    </p:spTree>
    <p:extLst>
      <p:ext uri="{BB962C8B-B14F-4D97-AF65-F5344CB8AC3E}">
        <p14:creationId xmlns:p14="http://schemas.microsoft.com/office/powerpoint/2010/main" val="3339345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41110-928C-B98B-6788-F1B3194BF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A44440DD-D79D-0C08-6A8B-ADA6387629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7" y="151399"/>
            <a:ext cx="4036587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SO SÁNH VÀ KHUYẾN NGHỊ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B9051E6F-81A6-0AB6-75C8-D21A4594366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9E2BDFB3-B215-26C7-5BC3-DB02B8C50E2A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Khuyến nghị lựa chọn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F482904C-920D-277B-BC5B-0B984A025841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4.3</a:t>
            </a:r>
          </a:p>
        </p:txBody>
      </p:sp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5FA590B6-3538-7CFC-12BE-A5BCAA5A4B94}"/>
              </a:ext>
            </a:extLst>
          </p:cNvPr>
          <p:cNvSpPr txBox="1">
            <a:spLocks/>
          </p:cNvSpPr>
          <p:nvPr/>
        </p:nvSpPr>
        <p:spPr>
          <a:xfrm>
            <a:off x="608262" y="1107465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Lời khuyên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1DFDF9E4-7503-EF8D-8472-FD3CA15C6134}"/>
              </a:ext>
            </a:extLst>
          </p:cNvPr>
          <p:cNvSpPr txBox="1">
            <a:spLocks/>
          </p:cNvSpPr>
          <p:nvPr/>
        </p:nvSpPr>
        <p:spPr>
          <a:xfrm>
            <a:off x="608262" y="2012917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Khi team &gt;15 người: Chuyển Jira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05126E74-8141-B33B-99E0-774CCFC14567}"/>
              </a:ext>
            </a:extLst>
          </p:cNvPr>
          <p:cNvSpPr txBox="1">
            <a:spLocks/>
          </p:cNvSpPr>
          <p:nvPr/>
        </p:nvSpPr>
        <p:spPr>
          <a:xfrm>
            <a:off x="632357" y="1605616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Bắt đầu: Dùng Trello học Scrum cơ bản</a:t>
            </a: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A4E1C3DC-03E1-DC67-1134-7375D3A6168E}"/>
              </a:ext>
            </a:extLst>
          </p:cNvPr>
          <p:cNvSpPr txBox="1">
            <a:spLocks/>
          </p:cNvSpPr>
          <p:nvPr/>
        </p:nvSpPr>
        <p:spPr>
          <a:xfrm>
            <a:off x="632360" y="2360121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Khi cần báo cáo cho sếp: Dùng Jira</a:t>
            </a: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BB543F63-91A0-96E1-A8AC-9439717B0FA5}"/>
              </a:ext>
            </a:extLst>
          </p:cNvPr>
          <p:cNvSpPr txBox="1">
            <a:spLocks/>
          </p:cNvSpPr>
          <p:nvPr/>
        </p:nvSpPr>
        <p:spPr>
          <a:xfrm>
            <a:off x="544073" y="2840766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Budget hạn chế: Trello free đủ</a:t>
            </a:r>
          </a:p>
        </p:txBody>
      </p:sp>
      <p:sp>
        <p:nvSpPr>
          <p:cNvPr id="8" name="Google Shape;315;p34">
            <a:extLst>
              <a:ext uri="{FF2B5EF4-FFF2-40B4-BE49-F238E27FC236}">
                <a16:creationId xmlns:a16="http://schemas.microsoft.com/office/drawing/2014/main" id="{012492DA-8EDA-4F09-A3B3-A275CEB3A2BC}"/>
              </a:ext>
            </a:extLst>
          </p:cNvPr>
          <p:cNvSpPr txBox="1">
            <a:spLocks/>
          </p:cNvSpPr>
          <p:nvPr/>
        </p:nvSpPr>
        <p:spPr>
          <a:xfrm>
            <a:off x="600265" y="3629497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Team 5 người mua Jira Premium (lãng phí)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6D699846-D92F-0893-C6F1-F10AFD022580}"/>
              </a:ext>
            </a:extLst>
          </p:cNvPr>
          <p:cNvSpPr txBox="1">
            <a:spLocks/>
          </p:cNvSpPr>
          <p:nvPr/>
        </p:nvSpPr>
        <p:spPr>
          <a:xfrm>
            <a:off x="656457" y="4533028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Không đào tạo → dùng tool sai cách</a:t>
            </a: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98F9373A-BD7C-4AEE-DC4F-F060998A65BC}"/>
              </a:ext>
            </a:extLst>
          </p:cNvPr>
          <p:cNvSpPr txBox="1">
            <a:spLocks/>
          </p:cNvSpPr>
          <p:nvPr/>
        </p:nvSpPr>
        <p:spPr>
          <a:xfrm>
            <a:off x="544073" y="4044446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Team 50 người dùng Trello (thiếu kiểm soát)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1" name="Google Shape;315;p34">
            <a:extLst>
              <a:ext uri="{FF2B5EF4-FFF2-40B4-BE49-F238E27FC236}">
                <a16:creationId xmlns:a16="http://schemas.microsoft.com/office/drawing/2014/main" id="{D3C46433-AA3A-C671-D17C-09103051E97B}"/>
              </a:ext>
            </a:extLst>
          </p:cNvPr>
          <p:cNvSpPr txBox="1">
            <a:spLocks/>
          </p:cNvSpPr>
          <p:nvPr/>
        </p:nvSpPr>
        <p:spPr>
          <a:xfrm>
            <a:off x="600265" y="3244486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Lỗi thường gặp:</a:t>
            </a:r>
          </a:p>
        </p:txBody>
      </p:sp>
      <p:pic>
        <p:nvPicPr>
          <p:cNvPr id="17410" name="Picture 2" descr="Trello VS Jira: Why Jira is the Superior Tool for Non-Developers - Idalko">
            <a:extLst>
              <a:ext uri="{FF2B5EF4-FFF2-40B4-BE49-F238E27FC236}">
                <a16:creationId xmlns:a16="http://schemas.microsoft.com/office/drawing/2014/main" id="{74E36F58-FF1B-4DBE-BC2E-62741F373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898" y="1734125"/>
            <a:ext cx="4620642" cy="2310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C2A39A18-A40A-8C1B-5066-902D6E2B0054}"/>
              </a:ext>
            </a:extLst>
          </p:cNvPr>
          <p:cNvSpPr txBox="1">
            <a:spLocks/>
          </p:cNvSpPr>
          <p:nvPr/>
        </p:nvSpPr>
        <p:spPr>
          <a:xfrm>
            <a:off x="595909" y="7061756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Demo và so sánh thực tế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3" name="Google Shape;320;p34">
            <a:extLst>
              <a:ext uri="{FF2B5EF4-FFF2-40B4-BE49-F238E27FC236}">
                <a16:creationId xmlns:a16="http://schemas.microsoft.com/office/drawing/2014/main" id="{DC7B6203-2DCA-642C-D4A1-DFF10EBA65CA}"/>
              </a:ext>
            </a:extLst>
          </p:cNvPr>
          <p:cNvSpPr txBox="1">
            <a:spLocks/>
          </p:cNvSpPr>
          <p:nvPr/>
        </p:nvSpPr>
        <p:spPr>
          <a:xfrm>
            <a:off x="-308801" y="7132892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4.2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F471E085-0999-2C5C-C337-67B451F0D786}"/>
              </a:ext>
            </a:extLst>
          </p:cNvPr>
          <p:cNvSpPr txBox="1">
            <a:spLocks/>
          </p:cNvSpPr>
          <p:nvPr/>
        </p:nvSpPr>
        <p:spPr>
          <a:xfrm>
            <a:off x="-149855" y="7567258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Kịch bản: Team 8 người làm app mobile trong 3 Sprint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D866808E-DCDC-8FB0-FD33-CE7BF9C5050E}"/>
              </a:ext>
            </a:extLst>
          </p:cNvPr>
          <p:cNvSpPr txBox="1">
            <a:spLocks/>
          </p:cNvSpPr>
          <p:nvPr/>
        </p:nvSpPr>
        <p:spPr>
          <a:xfrm>
            <a:off x="-149855" y="8423648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1.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Create Project → Template "Scrum"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5FCBE37B-F5CB-E72A-A3D6-8A387C3FCC1C}"/>
              </a:ext>
            </a:extLst>
          </p:cNvPr>
          <p:cNvSpPr txBox="1">
            <a:spLocks/>
          </p:cNvSpPr>
          <p:nvPr/>
        </p:nvSpPr>
        <p:spPr>
          <a:xfrm>
            <a:off x="-149855" y="7995453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Setup trên </a:t>
            </a:r>
            <a:r>
              <a:rPr lang="en-US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Jira</a:t>
            </a:r>
            <a:r>
              <a:rPr lang="vi-VN" sz="1400">
                <a:solidFill>
                  <a:srgbClr val="FFC000"/>
                </a:solidFill>
                <a:latin typeface="Archivo Light" panose="020B0604020202020204" charset="0"/>
                <a:cs typeface="Archivo Light" panose="020B0604020202020204" charset="0"/>
              </a:rPr>
              <a:t>:</a:t>
            </a: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6DC26675-7941-9EB8-2319-B33F4B71E1CB}"/>
              </a:ext>
            </a:extLst>
          </p:cNvPr>
          <p:cNvSpPr txBox="1">
            <a:spLocks/>
          </p:cNvSpPr>
          <p:nvPr/>
        </p:nvSpPr>
        <p:spPr>
          <a:xfrm>
            <a:off x="-149855" y="8851843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2.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Epic "Tính năng đăng nhập"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A0771C17-2D78-98E3-2BE9-65B419498AF5}"/>
              </a:ext>
            </a:extLst>
          </p:cNvPr>
          <p:cNvSpPr txBox="1">
            <a:spLocks/>
          </p:cNvSpPr>
          <p:nvPr/>
        </p:nvSpPr>
        <p:spPr>
          <a:xfrm>
            <a:off x="-149855" y="9280038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3.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Tạo Stories, chia thành Tasks</a:t>
            </a: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82EB864E-67E5-7288-84F1-A0B03D2E2505}"/>
              </a:ext>
            </a:extLst>
          </p:cNvPr>
          <p:cNvSpPr txBox="1">
            <a:spLocks/>
          </p:cNvSpPr>
          <p:nvPr/>
        </p:nvSpPr>
        <p:spPr>
          <a:xfrm>
            <a:off x="-149855" y="9708233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4.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Estimate Story Points</a:t>
            </a:r>
          </a:p>
        </p:txBody>
      </p:sp>
      <p:sp>
        <p:nvSpPr>
          <p:cNvPr id="20" name="Google Shape;315;p34">
            <a:extLst>
              <a:ext uri="{FF2B5EF4-FFF2-40B4-BE49-F238E27FC236}">
                <a16:creationId xmlns:a16="http://schemas.microsoft.com/office/drawing/2014/main" id="{C83697E5-7FBF-FB76-E7E9-255F92E7DAC0}"/>
              </a:ext>
            </a:extLst>
          </p:cNvPr>
          <p:cNvSpPr txBox="1">
            <a:spLocks/>
          </p:cNvSpPr>
          <p:nvPr/>
        </p:nvSpPr>
        <p:spPr>
          <a:xfrm>
            <a:off x="-149855" y="10136428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5.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Create Sprint → Drag stories vào</a:t>
            </a:r>
          </a:p>
        </p:txBody>
      </p:sp>
      <p:sp>
        <p:nvSpPr>
          <p:cNvPr id="23" name="Google Shape;315;p34">
            <a:extLst>
              <a:ext uri="{FF2B5EF4-FFF2-40B4-BE49-F238E27FC236}">
                <a16:creationId xmlns:a16="http://schemas.microsoft.com/office/drawing/2014/main" id="{472C70F2-5D76-83C1-9630-140B93C5AD24}"/>
              </a:ext>
            </a:extLst>
          </p:cNvPr>
          <p:cNvSpPr txBox="1">
            <a:spLocks/>
          </p:cNvSpPr>
          <p:nvPr/>
        </p:nvSpPr>
        <p:spPr>
          <a:xfrm>
            <a:off x="-149855" y="10992821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0000"/>
                </a:solidFill>
                <a:latin typeface="Archivo Light" panose="020B0604020202020204" charset="0"/>
                <a:cs typeface="Archivo Light" panose="020B0604020202020204" charset="0"/>
              </a:rPr>
              <a:t>→ Thời gian setup: 1-2 giờ (lần đầu)</a:t>
            </a:r>
          </a:p>
        </p:txBody>
      </p:sp>
      <p:sp>
        <p:nvSpPr>
          <p:cNvPr id="24" name="Google Shape;315;p34">
            <a:extLst>
              <a:ext uri="{FF2B5EF4-FFF2-40B4-BE49-F238E27FC236}">
                <a16:creationId xmlns:a16="http://schemas.microsoft.com/office/drawing/2014/main" id="{6A7A9BEE-0A5D-B367-1992-C779B13FFF92}"/>
              </a:ext>
            </a:extLst>
          </p:cNvPr>
          <p:cNvSpPr txBox="1">
            <a:spLocks/>
          </p:cNvSpPr>
          <p:nvPr/>
        </p:nvSpPr>
        <p:spPr>
          <a:xfrm>
            <a:off x="-149855" y="10564623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6. </a:t>
            </a:r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Start Sprint → Xem Burndown auto</a:t>
            </a:r>
          </a:p>
        </p:txBody>
      </p:sp>
      <p:pic>
        <p:nvPicPr>
          <p:cNvPr id="27" name="Picture 2" descr="Những bệnh nghề nghiệp thường gặp của dân văn phòng và cách phòng tránh">
            <a:extLst>
              <a:ext uri="{FF2B5EF4-FFF2-40B4-BE49-F238E27FC236}">
                <a16:creationId xmlns:a16="http://schemas.microsoft.com/office/drawing/2014/main" id="{37ECCADD-2646-7FDD-29B4-D2AD498A5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970" y="8293615"/>
            <a:ext cx="4549478" cy="30282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Google Shape;315;p34">
            <a:extLst>
              <a:ext uri="{FF2B5EF4-FFF2-40B4-BE49-F238E27FC236}">
                <a16:creationId xmlns:a16="http://schemas.microsoft.com/office/drawing/2014/main" id="{FAAF937B-C539-6333-4DC1-E1180A5EB287}"/>
              </a:ext>
            </a:extLst>
          </p:cNvPr>
          <p:cNvSpPr txBox="1">
            <a:spLocks/>
          </p:cNvSpPr>
          <p:nvPr/>
        </p:nvSpPr>
        <p:spPr>
          <a:xfrm>
            <a:off x="909243" y="-615131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Công cụ bổ sung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9" name="Google Shape;320;p34">
            <a:extLst>
              <a:ext uri="{FF2B5EF4-FFF2-40B4-BE49-F238E27FC236}">
                <a16:creationId xmlns:a16="http://schemas.microsoft.com/office/drawing/2014/main" id="{614C9F06-0194-DD78-8FCD-55F655A649E3}"/>
              </a:ext>
            </a:extLst>
          </p:cNvPr>
          <p:cNvSpPr txBox="1">
            <a:spLocks/>
          </p:cNvSpPr>
          <p:nvPr/>
        </p:nvSpPr>
        <p:spPr>
          <a:xfrm>
            <a:off x="4533" y="-6080177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4.4</a:t>
            </a:r>
          </a:p>
        </p:txBody>
      </p:sp>
      <p:sp>
        <p:nvSpPr>
          <p:cNvPr id="30" name="Google Shape;315;p34">
            <a:extLst>
              <a:ext uri="{FF2B5EF4-FFF2-40B4-BE49-F238E27FC236}">
                <a16:creationId xmlns:a16="http://schemas.microsoft.com/office/drawing/2014/main" id="{AD1EF60A-5B2F-93CD-5350-27CC6F46F85B}"/>
              </a:ext>
            </a:extLst>
          </p:cNvPr>
          <p:cNvSpPr txBox="1">
            <a:spLocks/>
          </p:cNvSpPr>
          <p:nvPr/>
        </p:nvSpPr>
        <p:spPr>
          <a:xfrm>
            <a:off x="4544125" y="-5468565"/>
            <a:ext cx="5711282" cy="128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Asana: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Giao diện đẹp, dễ dùng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Hybrid Scrum/Kanban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Tốt cho non-tech team</a:t>
            </a:r>
          </a:p>
        </p:txBody>
      </p:sp>
      <p:sp>
        <p:nvSpPr>
          <p:cNvPr id="31" name="Google Shape;315;p34">
            <a:extLst>
              <a:ext uri="{FF2B5EF4-FFF2-40B4-BE49-F238E27FC236}">
                <a16:creationId xmlns:a16="http://schemas.microsoft.com/office/drawing/2014/main" id="{3B45FC2E-2493-F0D7-1B09-EC26A1309402}"/>
              </a:ext>
            </a:extLst>
          </p:cNvPr>
          <p:cNvSpPr txBox="1">
            <a:spLocks/>
          </p:cNvSpPr>
          <p:nvPr/>
        </p:nvSpPr>
        <p:spPr>
          <a:xfrm>
            <a:off x="102926" y="-5449099"/>
            <a:ext cx="3328907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Azure DevOps: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Của Microsoft, mạnh về CI/CD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Phù hợp dự án .NET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Miễn phí ≤5 users</a:t>
            </a:r>
          </a:p>
        </p:txBody>
      </p:sp>
      <p:sp>
        <p:nvSpPr>
          <p:cNvPr id="32" name="Google Shape;315;p34">
            <a:extLst>
              <a:ext uri="{FF2B5EF4-FFF2-40B4-BE49-F238E27FC236}">
                <a16:creationId xmlns:a16="http://schemas.microsoft.com/office/drawing/2014/main" id="{9CD3579D-9AFC-ACA8-F1BE-FA80C46D9884}"/>
              </a:ext>
            </a:extLst>
          </p:cNvPr>
          <p:cNvSpPr txBox="1">
            <a:spLocks/>
          </p:cNvSpPr>
          <p:nvPr/>
        </p:nvSpPr>
        <p:spPr>
          <a:xfrm>
            <a:off x="102926" y="-3912511"/>
            <a:ext cx="3694825" cy="10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Monday.com: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Visual timeline tốt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Nhiều template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Giá cao</a:t>
            </a:r>
          </a:p>
        </p:txBody>
      </p:sp>
      <p:sp>
        <p:nvSpPr>
          <p:cNvPr id="33" name="Google Shape;315;p34">
            <a:extLst>
              <a:ext uri="{FF2B5EF4-FFF2-40B4-BE49-F238E27FC236}">
                <a16:creationId xmlns:a16="http://schemas.microsoft.com/office/drawing/2014/main" id="{5151E2CB-8501-969D-BA97-2B366F4EA137}"/>
              </a:ext>
            </a:extLst>
          </p:cNvPr>
          <p:cNvSpPr txBox="1">
            <a:spLocks/>
          </p:cNvSpPr>
          <p:nvPr/>
        </p:nvSpPr>
        <p:spPr>
          <a:xfrm>
            <a:off x="4544125" y="-3957293"/>
            <a:ext cx="4702087" cy="113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ClickUp: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All-in-one (docs, goals, time tracking)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Phức tạp nhưng mạnh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65CF9E-5CC7-BAC9-64EC-CFF2DF34D679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23/26</a:t>
            </a:r>
          </a:p>
        </p:txBody>
      </p:sp>
    </p:spTree>
    <p:extLst>
      <p:ext uri="{BB962C8B-B14F-4D97-AF65-F5344CB8AC3E}">
        <p14:creationId xmlns:p14="http://schemas.microsoft.com/office/powerpoint/2010/main" val="1568736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10" grpId="0"/>
      <p:bldP spid="5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6877E-FBA0-3CE8-C741-DF97EB1F1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7074C441-1293-3FB4-BE2A-45C4CF8AE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0157" y="151399"/>
            <a:ext cx="4036587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SO SÁNH VÀ KHUYẾN NGHỊ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BEC86366-EBF4-013F-CCC8-42A812BCC6E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45680" y="235849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25" name="Google Shape;315;p34">
            <a:extLst>
              <a:ext uri="{FF2B5EF4-FFF2-40B4-BE49-F238E27FC236}">
                <a16:creationId xmlns:a16="http://schemas.microsoft.com/office/drawing/2014/main" id="{AEAC3DB3-6666-C9FF-F907-CF6305CE145B}"/>
              </a:ext>
            </a:extLst>
          </p:cNvPr>
          <p:cNvSpPr txBox="1">
            <a:spLocks/>
          </p:cNvSpPr>
          <p:nvPr/>
        </p:nvSpPr>
        <p:spPr>
          <a:xfrm>
            <a:off x="1350390" y="601963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Công cụ bổ sung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6" name="Google Shape;320;p34">
            <a:extLst>
              <a:ext uri="{FF2B5EF4-FFF2-40B4-BE49-F238E27FC236}">
                <a16:creationId xmlns:a16="http://schemas.microsoft.com/office/drawing/2014/main" id="{CC36DDF2-2924-51B5-4D1E-6B88D5368625}"/>
              </a:ext>
            </a:extLst>
          </p:cNvPr>
          <p:cNvSpPr txBox="1">
            <a:spLocks/>
          </p:cNvSpPr>
          <p:nvPr/>
        </p:nvSpPr>
        <p:spPr>
          <a:xfrm>
            <a:off x="445680" y="673099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4.4</a:t>
            </a:r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EB9ED771-F03C-255E-DB33-C1BBDCB02335}"/>
              </a:ext>
            </a:extLst>
          </p:cNvPr>
          <p:cNvSpPr txBox="1">
            <a:spLocks/>
          </p:cNvSpPr>
          <p:nvPr/>
        </p:nvSpPr>
        <p:spPr>
          <a:xfrm>
            <a:off x="4985272" y="1284711"/>
            <a:ext cx="5711282" cy="128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Asana: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Giao diện đẹp, dễ dùng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Hybrid Scrum/Kanban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Tốt cho non-tech team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8E1703AD-84EF-A22C-E521-726A63EA5593}"/>
              </a:ext>
            </a:extLst>
          </p:cNvPr>
          <p:cNvSpPr txBox="1">
            <a:spLocks/>
          </p:cNvSpPr>
          <p:nvPr/>
        </p:nvSpPr>
        <p:spPr>
          <a:xfrm>
            <a:off x="544073" y="1304177"/>
            <a:ext cx="3328907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Azure DevOps: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Của Microsoft, mạnh về CI/CD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Phù hợp dự án .NET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Miễn phí ≤5 users</a:t>
            </a: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632E0659-E1FB-5ABD-CD33-3C58B6E479D5}"/>
              </a:ext>
            </a:extLst>
          </p:cNvPr>
          <p:cNvSpPr txBox="1">
            <a:spLocks/>
          </p:cNvSpPr>
          <p:nvPr/>
        </p:nvSpPr>
        <p:spPr>
          <a:xfrm>
            <a:off x="544073" y="2840765"/>
            <a:ext cx="3694825" cy="10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Monday.com: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Visual timeline tốt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Nhiều template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Giá cao</a:t>
            </a: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3636F3EB-8097-A6DD-C8AB-4C12B13CCF2A}"/>
              </a:ext>
            </a:extLst>
          </p:cNvPr>
          <p:cNvSpPr txBox="1">
            <a:spLocks/>
          </p:cNvSpPr>
          <p:nvPr/>
        </p:nvSpPr>
        <p:spPr>
          <a:xfrm>
            <a:off x="4985272" y="2795983"/>
            <a:ext cx="4702087" cy="113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ClickUp: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All-in-one (docs, goals, time tracking)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Phức tạp nhưng mạnh</a:t>
            </a:r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B7DAA6A4-8A3B-1ED8-5786-BA09318382FD}"/>
              </a:ext>
            </a:extLst>
          </p:cNvPr>
          <p:cNvSpPr txBox="1">
            <a:spLocks/>
          </p:cNvSpPr>
          <p:nvPr/>
        </p:nvSpPr>
        <p:spPr>
          <a:xfrm>
            <a:off x="1238006" y="6796286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Khuyến nghị lựa chọn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2" name="Google Shape;320;p34">
            <a:extLst>
              <a:ext uri="{FF2B5EF4-FFF2-40B4-BE49-F238E27FC236}">
                <a16:creationId xmlns:a16="http://schemas.microsoft.com/office/drawing/2014/main" id="{51DC581F-E6CB-7B22-9721-D7095C3CCFD1}"/>
              </a:ext>
            </a:extLst>
          </p:cNvPr>
          <p:cNvSpPr txBox="1">
            <a:spLocks/>
          </p:cNvSpPr>
          <p:nvPr/>
        </p:nvSpPr>
        <p:spPr>
          <a:xfrm>
            <a:off x="333296" y="6867422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4.3</a:t>
            </a: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3FF81A9A-7267-2AF7-AD3E-3C29FDD71A10}"/>
              </a:ext>
            </a:extLst>
          </p:cNvPr>
          <p:cNvSpPr txBox="1">
            <a:spLocks/>
          </p:cNvSpPr>
          <p:nvPr/>
        </p:nvSpPr>
        <p:spPr>
          <a:xfrm>
            <a:off x="495878" y="7301788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latin typeface="Archivo Light" panose="020B0604020202020204" charset="0"/>
                <a:cs typeface="Archivo Light" panose="020B0604020202020204" charset="0"/>
              </a:rPr>
              <a:t>Lời khuyên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5B4B3997-A869-8087-E5EF-4BCBB5C3826B}"/>
              </a:ext>
            </a:extLst>
          </p:cNvPr>
          <p:cNvSpPr txBox="1">
            <a:spLocks/>
          </p:cNvSpPr>
          <p:nvPr/>
        </p:nvSpPr>
        <p:spPr>
          <a:xfrm>
            <a:off x="495878" y="8207240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Khi team &gt;15 người: Chuyển Jira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5F84D49E-018D-413C-AEFB-597A2F276B9B}"/>
              </a:ext>
            </a:extLst>
          </p:cNvPr>
          <p:cNvSpPr txBox="1">
            <a:spLocks/>
          </p:cNvSpPr>
          <p:nvPr/>
        </p:nvSpPr>
        <p:spPr>
          <a:xfrm>
            <a:off x="519973" y="7799939"/>
            <a:ext cx="475028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Bắt đầu: Dùng Trello học Scrum cơ bản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0484C5EE-0793-8E4F-E554-211E27EB0BFC}"/>
              </a:ext>
            </a:extLst>
          </p:cNvPr>
          <p:cNvSpPr txBox="1">
            <a:spLocks/>
          </p:cNvSpPr>
          <p:nvPr/>
        </p:nvSpPr>
        <p:spPr>
          <a:xfrm>
            <a:off x="519976" y="8554444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Khi cần báo cáo cho sếp: Dùng Jira</a:t>
            </a: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4F7BCFCA-0DFE-1792-69F6-488F867F0843}"/>
              </a:ext>
            </a:extLst>
          </p:cNvPr>
          <p:cNvSpPr txBox="1">
            <a:spLocks/>
          </p:cNvSpPr>
          <p:nvPr/>
        </p:nvSpPr>
        <p:spPr>
          <a:xfrm>
            <a:off x="431689" y="9035089"/>
            <a:ext cx="369482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Budget hạn chế: Trello free đủ</a:t>
            </a:r>
          </a:p>
        </p:txBody>
      </p:sp>
      <p:sp>
        <p:nvSpPr>
          <p:cNvPr id="18" name="Google Shape;315;p34">
            <a:extLst>
              <a:ext uri="{FF2B5EF4-FFF2-40B4-BE49-F238E27FC236}">
                <a16:creationId xmlns:a16="http://schemas.microsoft.com/office/drawing/2014/main" id="{75E46ED1-C112-E456-2FDD-E309B49C04E9}"/>
              </a:ext>
            </a:extLst>
          </p:cNvPr>
          <p:cNvSpPr txBox="1">
            <a:spLocks/>
          </p:cNvSpPr>
          <p:nvPr/>
        </p:nvSpPr>
        <p:spPr>
          <a:xfrm>
            <a:off x="487881" y="9823820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Team 5 người mua Jira Premium (lãng phí)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9" name="Google Shape;315;p34">
            <a:extLst>
              <a:ext uri="{FF2B5EF4-FFF2-40B4-BE49-F238E27FC236}">
                <a16:creationId xmlns:a16="http://schemas.microsoft.com/office/drawing/2014/main" id="{7C5CA3DA-E040-FD62-8F5E-67790BF314F4}"/>
              </a:ext>
            </a:extLst>
          </p:cNvPr>
          <p:cNvSpPr txBox="1">
            <a:spLocks/>
          </p:cNvSpPr>
          <p:nvPr/>
        </p:nvSpPr>
        <p:spPr>
          <a:xfrm>
            <a:off x="544073" y="10727351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Không đào tạo → dùng tool sai cách</a:t>
            </a:r>
          </a:p>
        </p:txBody>
      </p:sp>
      <p:sp>
        <p:nvSpPr>
          <p:cNvPr id="20" name="Google Shape;315;p34">
            <a:extLst>
              <a:ext uri="{FF2B5EF4-FFF2-40B4-BE49-F238E27FC236}">
                <a16:creationId xmlns:a16="http://schemas.microsoft.com/office/drawing/2014/main" id="{45973CD4-4A67-8F67-8C80-2FC8CE12D7C7}"/>
              </a:ext>
            </a:extLst>
          </p:cNvPr>
          <p:cNvSpPr txBox="1">
            <a:spLocks/>
          </p:cNvSpPr>
          <p:nvPr/>
        </p:nvSpPr>
        <p:spPr>
          <a:xfrm>
            <a:off x="431689" y="10238769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Team 50 người dùng Trello (thiếu kiểm soát)</a:t>
            </a:r>
            <a:endParaRPr lang="en-US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3" name="Google Shape;315;p34">
            <a:extLst>
              <a:ext uri="{FF2B5EF4-FFF2-40B4-BE49-F238E27FC236}">
                <a16:creationId xmlns:a16="http://schemas.microsoft.com/office/drawing/2014/main" id="{8B68523B-2D74-5316-A266-C39B7D1A7A7D}"/>
              </a:ext>
            </a:extLst>
          </p:cNvPr>
          <p:cNvSpPr txBox="1">
            <a:spLocks/>
          </p:cNvSpPr>
          <p:nvPr/>
        </p:nvSpPr>
        <p:spPr>
          <a:xfrm>
            <a:off x="487881" y="9438809"/>
            <a:ext cx="63106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Lỗi thường gặp:</a:t>
            </a:r>
          </a:p>
        </p:txBody>
      </p:sp>
      <p:pic>
        <p:nvPicPr>
          <p:cNvPr id="24" name="Picture 2" descr="Trello VS Jira: Why Jira is the Superior Tool for Non-Developers - Idalko">
            <a:extLst>
              <a:ext uri="{FF2B5EF4-FFF2-40B4-BE49-F238E27FC236}">
                <a16:creationId xmlns:a16="http://schemas.microsoft.com/office/drawing/2014/main" id="{42505AAA-5DE4-D927-26F2-C466D9EC3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514" y="7928448"/>
            <a:ext cx="4620642" cy="2310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Google Shape;315;p34">
            <a:extLst>
              <a:ext uri="{FF2B5EF4-FFF2-40B4-BE49-F238E27FC236}">
                <a16:creationId xmlns:a16="http://schemas.microsoft.com/office/drawing/2014/main" id="{0286B1A6-5939-4377-730E-4FCE36472343}"/>
              </a:ext>
            </a:extLst>
          </p:cNvPr>
          <p:cNvSpPr txBox="1">
            <a:spLocks/>
          </p:cNvSpPr>
          <p:nvPr/>
        </p:nvSpPr>
        <p:spPr>
          <a:xfrm>
            <a:off x="4016299" y="-6597923"/>
            <a:ext cx="40365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TỔNG KẾT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8" name="Google Shape;320;p34">
            <a:extLst>
              <a:ext uri="{FF2B5EF4-FFF2-40B4-BE49-F238E27FC236}">
                <a16:creationId xmlns:a16="http://schemas.microsoft.com/office/drawing/2014/main" id="{45F3968C-6AAF-9978-6714-D1997A19475E}"/>
              </a:ext>
            </a:extLst>
          </p:cNvPr>
          <p:cNvSpPr txBox="1">
            <a:spLocks/>
          </p:cNvSpPr>
          <p:nvPr/>
        </p:nvSpPr>
        <p:spPr>
          <a:xfrm>
            <a:off x="3091822" y="-6513473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5.</a:t>
            </a:r>
          </a:p>
        </p:txBody>
      </p:sp>
      <p:sp>
        <p:nvSpPr>
          <p:cNvPr id="29" name="Google Shape;315;p34">
            <a:extLst>
              <a:ext uri="{FF2B5EF4-FFF2-40B4-BE49-F238E27FC236}">
                <a16:creationId xmlns:a16="http://schemas.microsoft.com/office/drawing/2014/main" id="{D5464B34-573D-C2AF-F007-0D7064813674}"/>
              </a:ext>
            </a:extLst>
          </p:cNvPr>
          <p:cNvSpPr txBox="1">
            <a:spLocks/>
          </p:cNvSpPr>
          <p:nvPr/>
        </p:nvSpPr>
        <p:spPr>
          <a:xfrm>
            <a:off x="4985272" y="-5444373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Trello: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Công cụ đơn giản, visual, miễn phí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Phù hợp team nhỏ, dự án đơn giản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Học nhanh, triển khai ngay</a:t>
            </a:r>
          </a:p>
        </p:txBody>
      </p:sp>
      <p:sp>
        <p:nvSpPr>
          <p:cNvPr id="30" name="Google Shape;315;p34">
            <a:extLst>
              <a:ext uri="{FF2B5EF4-FFF2-40B4-BE49-F238E27FC236}">
                <a16:creationId xmlns:a16="http://schemas.microsoft.com/office/drawing/2014/main" id="{D1553DE7-E579-84C6-2D97-2F7076EFB861}"/>
              </a:ext>
            </a:extLst>
          </p:cNvPr>
          <p:cNvSpPr txBox="1">
            <a:spLocks/>
          </p:cNvSpPr>
          <p:nvPr/>
        </p:nvSpPr>
        <p:spPr>
          <a:xfrm>
            <a:off x="406437" y="-4850353"/>
            <a:ext cx="4750285" cy="1186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Kanban: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Là PHƯƠNG PHÁP trực quan hóa công việc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Được áp dụng trong Scrum qua Kanban Board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Nền tảng của Trello và Jira</a:t>
            </a:r>
          </a:p>
        </p:txBody>
      </p:sp>
      <p:sp>
        <p:nvSpPr>
          <p:cNvPr id="31" name="Google Shape;315;p34">
            <a:extLst>
              <a:ext uri="{FF2B5EF4-FFF2-40B4-BE49-F238E27FC236}">
                <a16:creationId xmlns:a16="http://schemas.microsoft.com/office/drawing/2014/main" id="{5A8D16D6-4E72-8695-1964-8CB673CA0139}"/>
              </a:ext>
            </a:extLst>
          </p:cNvPr>
          <p:cNvSpPr txBox="1">
            <a:spLocks/>
          </p:cNvSpPr>
          <p:nvPr/>
        </p:nvSpPr>
        <p:spPr>
          <a:xfrm>
            <a:off x="4985272" y="-3481340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Jira: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Công cụ chuyên nghiệp, đầy đủ tính năng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Phù hợp team lớn, dự án phức tạp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đầu tư thời gian học</a:t>
            </a:r>
          </a:p>
          <a:p>
            <a:pPr algn="l"/>
            <a:endParaRPr lang="vi-VN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670E1518-E000-4C14-0DAA-2D7D36B1F0CF}"/>
              </a:ext>
            </a:extLst>
          </p:cNvPr>
          <p:cNvSpPr/>
          <p:nvPr/>
        </p:nvSpPr>
        <p:spPr>
          <a:xfrm rot="19786860">
            <a:off x="4108325" y="-4917743"/>
            <a:ext cx="600075" cy="527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135231A7-649B-6A75-9566-D380BBEA2E1E}"/>
              </a:ext>
            </a:extLst>
          </p:cNvPr>
          <p:cNvSpPr/>
          <p:nvPr/>
        </p:nvSpPr>
        <p:spPr>
          <a:xfrm rot="1768055">
            <a:off x="4182524" y="-3981420"/>
            <a:ext cx="600075" cy="527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E04BA9-2559-461E-7E69-BEE065E5B6E0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24/26</a:t>
            </a:r>
          </a:p>
        </p:txBody>
      </p:sp>
    </p:spTree>
    <p:extLst>
      <p:ext uri="{BB962C8B-B14F-4D97-AF65-F5344CB8AC3E}">
        <p14:creationId xmlns:p14="http://schemas.microsoft.com/office/powerpoint/2010/main" val="4095226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A2456-41EF-1909-A10A-C598744C4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4">
            <a:extLst>
              <a:ext uri="{FF2B5EF4-FFF2-40B4-BE49-F238E27FC236}">
                <a16:creationId xmlns:a16="http://schemas.microsoft.com/office/drawing/2014/main" id="{E82ECE54-C10F-197B-1E70-D8DC544818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5737" y="158713"/>
            <a:ext cx="4036587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TỔNG KẾT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22" name="Google Shape;320;p34">
            <a:extLst>
              <a:ext uri="{FF2B5EF4-FFF2-40B4-BE49-F238E27FC236}">
                <a16:creationId xmlns:a16="http://schemas.microsoft.com/office/drawing/2014/main" id="{4FF5393E-CDF7-25FB-8092-AAA17C1C1CD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81260" y="243163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</a:t>
            </a:r>
            <a:endParaRPr/>
          </a:p>
        </p:txBody>
      </p:sp>
      <p:sp>
        <p:nvSpPr>
          <p:cNvPr id="3" name="Google Shape;315;p34">
            <a:extLst>
              <a:ext uri="{FF2B5EF4-FFF2-40B4-BE49-F238E27FC236}">
                <a16:creationId xmlns:a16="http://schemas.microsoft.com/office/drawing/2014/main" id="{1F452384-1389-31D6-EDC2-2B964262EB33}"/>
              </a:ext>
            </a:extLst>
          </p:cNvPr>
          <p:cNvSpPr txBox="1">
            <a:spLocks/>
          </p:cNvSpPr>
          <p:nvPr/>
        </p:nvSpPr>
        <p:spPr>
          <a:xfrm>
            <a:off x="5074710" y="1312263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Trello: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Công cụ đơn giản, visual, miễn phí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Phù hợp team nhỏ, dự án đơn giản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Học nhanh, triển khai ngay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CB46BB02-30D6-C55D-DE77-48B110521EA0}"/>
              </a:ext>
            </a:extLst>
          </p:cNvPr>
          <p:cNvSpPr txBox="1">
            <a:spLocks/>
          </p:cNvSpPr>
          <p:nvPr/>
        </p:nvSpPr>
        <p:spPr>
          <a:xfrm>
            <a:off x="495875" y="1906283"/>
            <a:ext cx="4750285" cy="1186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Kanban: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Là PHƯƠNG PHÁP trực quan hóa công việc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Được áp dụng trong Scrum qua Kanban Board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Nền tảng của Trello và Jira</a:t>
            </a:r>
          </a:p>
        </p:txBody>
      </p:sp>
      <p:sp>
        <p:nvSpPr>
          <p:cNvPr id="10" name="Google Shape;315;p34">
            <a:extLst>
              <a:ext uri="{FF2B5EF4-FFF2-40B4-BE49-F238E27FC236}">
                <a16:creationId xmlns:a16="http://schemas.microsoft.com/office/drawing/2014/main" id="{DE537D28-99EE-E063-E677-636E40191211}"/>
              </a:ext>
            </a:extLst>
          </p:cNvPr>
          <p:cNvSpPr txBox="1">
            <a:spLocks/>
          </p:cNvSpPr>
          <p:nvPr/>
        </p:nvSpPr>
        <p:spPr>
          <a:xfrm>
            <a:off x="5074710" y="3275296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Jira: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Công cụ chuyên nghiệp, đầy đủ tính năng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Phù hợp team lớn, dự án phức tạp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đầu tư thời gian học</a:t>
            </a:r>
          </a:p>
          <a:p>
            <a:pPr algn="l"/>
            <a:endParaRPr lang="vi-VN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FA9E336-2FC9-4F3C-1089-8B05A32C6656}"/>
              </a:ext>
            </a:extLst>
          </p:cNvPr>
          <p:cNvSpPr/>
          <p:nvPr/>
        </p:nvSpPr>
        <p:spPr>
          <a:xfrm rot="19786860">
            <a:off x="4197763" y="1838893"/>
            <a:ext cx="600075" cy="527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97C4099-E11F-F1FE-7D2C-45CFB1A97506}"/>
              </a:ext>
            </a:extLst>
          </p:cNvPr>
          <p:cNvSpPr/>
          <p:nvPr/>
        </p:nvSpPr>
        <p:spPr>
          <a:xfrm rot="1768055">
            <a:off x="4271962" y="2775216"/>
            <a:ext cx="600075" cy="527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315;p34">
            <a:extLst>
              <a:ext uri="{FF2B5EF4-FFF2-40B4-BE49-F238E27FC236}">
                <a16:creationId xmlns:a16="http://schemas.microsoft.com/office/drawing/2014/main" id="{C3046E0A-80B5-659A-F5FA-AABD21E637EE}"/>
              </a:ext>
            </a:extLst>
          </p:cNvPr>
          <p:cNvSpPr txBox="1">
            <a:spLocks/>
          </p:cNvSpPr>
          <p:nvPr/>
        </p:nvSpPr>
        <p:spPr>
          <a:xfrm>
            <a:off x="14319241" y="403384"/>
            <a:ext cx="40365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SO SÁNH VÀ KHUYẾN NGHỊ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1" name="Google Shape;320;p34">
            <a:extLst>
              <a:ext uri="{FF2B5EF4-FFF2-40B4-BE49-F238E27FC236}">
                <a16:creationId xmlns:a16="http://schemas.microsoft.com/office/drawing/2014/main" id="{D0D6BF76-9271-AC3C-77E1-7CA9D723FE43}"/>
              </a:ext>
            </a:extLst>
          </p:cNvPr>
          <p:cNvSpPr txBox="1">
            <a:spLocks/>
          </p:cNvSpPr>
          <p:nvPr/>
        </p:nvSpPr>
        <p:spPr>
          <a:xfrm>
            <a:off x="13394764" y="487834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/>
              <a:t>4.</a:t>
            </a:r>
          </a:p>
        </p:txBody>
      </p:sp>
      <p:sp>
        <p:nvSpPr>
          <p:cNvPr id="12" name="Google Shape;315;p34">
            <a:extLst>
              <a:ext uri="{FF2B5EF4-FFF2-40B4-BE49-F238E27FC236}">
                <a16:creationId xmlns:a16="http://schemas.microsoft.com/office/drawing/2014/main" id="{F51B4FBF-CC0A-1A82-A6AB-1B93B36E598E}"/>
              </a:ext>
            </a:extLst>
          </p:cNvPr>
          <p:cNvSpPr txBox="1">
            <a:spLocks/>
          </p:cNvSpPr>
          <p:nvPr/>
        </p:nvSpPr>
        <p:spPr>
          <a:xfrm>
            <a:off x="14299474" y="853948"/>
            <a:ext cx="32018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800">
                <a:latin typeface="Archivo Light" panose="020B0604020202020204" charset="0"/>
                <a:cs typeface="Archivo Light" panose="020B0604020202020204" charset="0"/>
              </a:rPr>
              <a:t>Công cụ bổ sung</a:t>
            </a:r>
            <a:endParaRPr lang="vi-VN" sz="1800"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13" name="Google Shape;320;p34">
            <a:extLst>
              <a:ext uri="{FF2B5EF4-FFF2-40B4-BE49-F238E27FC236}">
                <a16:creationId xmlns:a16="http://schemas.microsoft.com/office/drawing/2014/main" id="{96E224A7-4D5E-EFDE-5D23-9AB7D187294F}"/>
              </a:ext>
            </a:extLst>
          </p:cNvPr>
          <p:cNvSpPr txBox="1">
            <a:spLocks/>
          </p:cNvSpPr>
          <p:nvPr/>
        </p:nvSpPr>
        <p:spPr>
          <a:xfrm>
            <a:off x="13394764" y="925084"/>
            <a:ext cx="894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uprum"/>
              <a:buNone/>
              <a:defRPr sz="30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en" sz="2400"/>
              <a:t>4.4</a:t>
            </a:r>
          </a:p>
        </p:txBody>
      </p:sp>
      <p:sp>
        <p:nvSpPr>
          <p:cNvPr id="14" name="Google Shape;315;p34">
            <a:extLst>
              <a:ext uri="{FF2B5EF4-FFF2-40B4-BE49-F238E27FC236}">
                <a16:creationId xmlns:a16="http://schemas.microsoft.com/office/drawing/2014/main" id="{F2972C56-BCE0-F5A0-77BA-7B5AE5F00108}"/>
              </a:ext>
            </a:extLst>
          </p:cNvPr>
          <p:cNvSpPr txBox="1">
            <a:spLocks/>
          </p:cNvSpPr>
          <p:nvPr/>
        </p:nvSpPr>
        <p:spPr>
          <a:xfrm>
            <a:off x="17934356" y="1536696"/>
            <a:ext cx="5711282" cy="128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Asana: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Giao diện đẹp, dễ dùng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Hybrid Scrum/Kanban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Tốt cho non-tech team</a:t>
            </a:r>
          </a:p>
        </p:txBody>
      </p: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6013AB6B-2884-3EE6-F8C3-11161C3760AB}"/>
              </a:ext>
            </a:extLst>
          </p:cNvPr>
          <p:cNvSpPr txBox="1">
            <a:spLocks/>
          </p:cNvSpPr>
          <p:nvPr/>
        </p:nvSpPr>
        <p:spPr>
          <a:xfrm>
            <a:off x="13493157" y="1556162"/>
            <a:ext cx="3328907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Azure DevOps: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Của Microsoft, mạnh về CI/CD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Phù hợp dự án .NET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Miễn phí ≤5 users</a:t>
            </a:r>
          </a:p>
        </p:txBody>
      </p:sp>
      <p:sp>
        <p:nvSpPr>
          <p:cNvPr id="16" name="Google Shape;315;p34">
            <a:extLst>
              <a:ext uri="{FF2B5EF4-FFF2-40B4-BE49-F238E27FC236}">
                <a16:creationId xmlns:a16="http://schemas.microsoft.com/office/drawing/2014/main" id="{3EB3C7BE-A377-C2D1-D422-CB2E071C8A7D}"/>
              </a:ext>
            </a:extLst>
          </p:cNvPr>
          <p:cNvSpPr txBox="1">
            <a:spLocks/>
          </p:cNvSpPr>
          <p:nvPr/>
        </p:nvSpPr>
        <p:spPr>
          <a:xfrm>
            <a:off x="13493157" y="3092750"/>
            <a:ext cx="3694825" cy="10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Monday.com: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Visual timeline tốt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Nhiều template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Giá cao</a:t>
            </a: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A508FA92-A929-E1F7-BF85-CFA141A8ABC2}"/>
              </a:ext>
            </a:extLst>
          </p:cNvPr>
          <p:cNvSpPr txBox="1">
            <a:spLocks/>
          </p:cNvSpPr>
          <p:nvPr/>
        </p:nvSpPr>
        <p:spPr>
          <a:xfrm>
            <a:off x="17934356" y="3047968"/>
            <a:ext cx="4702087" cy="113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ClickUp: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All-in-one (docs, goals, time tracking)</a:t>
            </a:r>
          </a:p>
          <a:p>
            <a:pPr algn="l"/>
            <a:r>
              <a:rPr lang="en-US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Phức tạp nhưng mạnh</a:t>
            </a:r>
          </a:p>
        </p:txBody>
      </p:sp>
      <p:sp>
        <p:nvSpPr>
          <p:cNvPr id="18" name="Google Shape;858;p47">
            <a:extLst>
              <a:ext uri="{FF2B5EF4-FFF2-40B4-BE49-F238E27FC236}">
                <a16:creationId xmlns:a16="http://schemas.microsoft.com/office/drawing/2014/main" id="{357159D3-D5AB-1436-02D7-44096DD31C8E}"/>
              </a:ext>
            </a:extLst>
          </p:cNvPr>
          <p:cNvSpPr txBox="1">
            <a:spLocks/>
          </p:cNvSpPr>
          <p:nvPr/>
        </p:nvSpPr>
        <p:spPr>
          <a:xfrm>
            <a:off x="2881502" y="-7458276"/>
            <a:ext cx="59838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r"/>
            <a:r>
              <a:rPr lang="vi-VN">
                <a:latin typeface="Archivo Light" panose="020B0604020202020204" charset="0"/>
                <a:cs typeface="Archivo Light" panose="020B0604020202020204" charset="0"/>
              </a:rPr>
              <a:t>CẢM ƠN ĐÃ LẮNG NGHE</a:t>
            </a:r>
          </a:p>
        </p:txBody>
      </p:sp>
      <p:grpSp>
        <p:nvGrpSpPr>
          <p:cNvPr id="19" name="Google Shape;859;p47">
            <a:extLst>
              <a:ext uri="{FF2B5EF4-FFF2-40B4-BE49-F238E27FC236}">
                <a16:creationId xmlns:a16="http://schemas.microsoft.com/office/drawing/2014/main" id="{559C8DAC-8568-2AAB-E6CD-2135DD4F2E29}"/>
              </a:ext>
            </a:extLst>
          </p:cNvPr>
          <p:cNvGrpSpPr/>
          <p:nvPr/>
        </p:nvGrpSpPr>
        <p:grpSpPr>
          <a:xfrm>
            <a:off x="550603" y="-6301915"/>
            <a:ext cx="2993574" cy="3700701"/>
            <a:chOff x="-4813275" y="663875"/>
            <a:chExt cx="3648475" cy="4510300"/>
          </a:xfrm>
        </p:grpSpPr>
        <p:sp>
          <p:nvSpPr>
            <p:cNvPr id="20" name="Google Shape;860;p47">
              <a:extLst>
                <a:ext uri="{FF2B5EF4-FFF2-40B4-BE49-F238E27FC236}">
                  <a16:creationId xmlns:a16="http://schemas.microsoft.com/office/drawing/2014/main" id="{C97F4430-66A0-6EE5-5CB9-E89DA2635238}"/>
                </a:ext>
              </a:extLst>
            </p:cNvPr>
            <p:cNvSpPr/>
            <p:nvPr/>
          </p:nvSpPr>
          <p:spPr>
            <a:xfrm>
              <a:off x="-2587500" y="5039875"/>
              <a:ext cx="151800" cy="133450"/>
            </a:xfrm>
            <a:custGeom>
              <a:avLst/>
              <a:gdLst/>
              <a:ahLst/>
              <a:cxnLst/>
              <a:rect l="l" t="t" r="r" b="b"/>
              <a:pathLst>
                <a:path w="6072" h="5338" extrusionOk="0">
                  <a:moveTo>
                    <a:pt x="1535" y="1"/>
                  </a:moveTo>
                  <a:cubicBezTo>
                    <a:pt x="1001" y="1"/>
                    <a:pt x="500" y="68"/>
                    <a:pt x="0" y="268"/>
                  </a:cubicBezTo>
                  <a:lnTo>
                    <a:pt x="67" y="1735"/>
                  </a:lnTo>
                  <a:cubicBezTo>
                    <a:pt x="167" y="3737"/>
                    <a:pt x="1835" y="5338"/>
                    <a:pt x="3870" y="5338"/>
                  </a:cubicBezTo>
                  <a:lnTo>
                    <a:pt x="6004" y="5338"/>
                  </a:lnTo>
                  <a:cubicBezTo>
                    <a:pt x="6038" y="5071"/>
                    <a:pt x="6071" y="4771"/>
                    <a:pt x="6071" y="4537"/>
                  </a:cubicBezTo>
                  <a:cubicBezTo>
                    <a:pt x="6071" y="2036"/>
                    <a:pt x="4036" y="1"/>
                    <a:pt x="1535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61;p47">
              <a:extLst>
                <a:ext uri="{FF2B5EF4-FFF2-40B4-BE49-F238E27FC236}">
                  <a16:creationId xmlns:a16="http://schemas.microsoft.com/office/drawing/2014/main" id="{033B3031-0F3F-B2ED-0B52-5F56ED347128}"/>
                </a:ext>
              </a:extLst>
            </p:cNvPr>
            <p:cNvSpPr/>
            <p:nvPr/>
          </p:nvSpPr>
          <p:spPr>
            <a:xfrm>
              <a:off x="-2834350" y="4315200"/>
              <a:ext cx="75075" cy="75075"/>
            </a:xfrm>
            <a:custGeom>
              <a:avLst/>
              <a:gdLst/>
              <a:ahLst/>
              <a:cxnLst/>
              <a:rect l="l" t="t" r="r" b="b"/>
              <a:pathLst>
                <a:path w="3003" h="3003" extrusionOk="0">
                  <a:moveTo>
                    <a:pt x="1501" y="567"/>
                  </a:moveTo>
                  <a:cubicBezTo>
                    <a:pt x="2002" y="567"/>
                    <a:pt x="2402" y="1001"/>
                    <a:pt x="2402" y="1501"/>
                  </a:cubicBezTo>
                  <a:cubicBezTo>
                    <a:pt x="2402" y="2002"/>
                    <a:pt x="2002" y="2402"/>
                    <a:pt x="1501" y="2402"/>
                  </a:cubicBezTo>
                  <a:cubicBezTo>
                    <a:pt x="1001" y="2402"/>
                    <a:pt x="567" y="2002"/>
                    <a:pt x="567" y="1501"/>
                  </a:cubicBezTo>
                  <a:cubicBezTo>
                    <a:pt x="567" y="1001"/>
                    <a:pt x="1001" y="567"/>
                    <a:pt x="1501" y="567"/>
                  </a:cubicBezTo>
                  <a:close/>
                  <a:moveTo>
                    <a:pt x="1501" y="0"/>
                  </a:moveTo>
                  <a:cubicBezTo>
                    <a:pt x="668" y="0"/>
                    <a:pt x="0" y="668"/>
                    <a:pt x="0" y="1501"/>
                  </a:cubicBezTo>
                  <a:cubicBezTo>
                    <a:pt x="0" y="2335"/>
                    <a:pt x="668" y="3003"/>
                    <a:pt x="1501" y="3003"/>
                  </a:cubicBezTo>
                  <a:cubicBezTo>
                    <a:pt x="2335" y="3003"/>
                    <a:pt x="2936" y="2335"/>
                    <a:pt x="3003" y="1501"/>
                  </a:cubicBezTo>
                  <a:cubicBezTo>
                    <a:pt x="3003" y="668"/>
                    <a:pt x="2335" y="0"/>
                    <a:pt x="1501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62;p47">
              <a:extLst>
                <a:ext uri="{FF2B5EF4-FFF2-40B4-BE49-F238E27FC236}">
                  <a16:creationId xmlns:a16="http://schemas.microsoft.com/office/drawing/2014/main" id="{D304A8BF-E49D-53AB-FD87-1ED84F7F30CC}"/>
                </a:ext>
              </a:extLst>
            </p:cNvPr>
            <p:cNvSpPr/>
            <p:nvPr/>
          </p:nvSpPr>
          <p:spPr>
            <a:xfrm>
              <a:off x="-2616700" y="4381900"/>
              <a:ext cx="75075" cy="75100"/>
            </a:xfrm>
            <a:custGeom>
              <a:avLst/>
              <a:gdLst/>
              <a:ahLst/>
              <a:cxnLst/>
              <a:rect l="l" t="t" r="r" b="b"/>
              <a:pathLst>
                <a:path w="3003" h="3004" extrusionOk="0">
                  <a:moveTo>
                    <a:pt x="1502" y="1"/>
                  </a:moveTo>
                  <a:cubicBezTo>
                    <a:pt x="668" y="1"/>
                    <a:pt x="1" y="668"/>
                    <a:pt x="1" y="1502"/>
                  </a:cubicBezTo>
                  <a:cubicBezTo>
                    <a:pt x="1" y="2336"/>
                    <a:pt x="668" y="3003"/>
                    <a:pt x="1502" y="3003"/>
                  </a:cubicBezTo>
                  <a:cubicBezTo>
                    <a:pt x="2336" y="3003"/>
                    <a:pt x="3003" y="2336"/>
                    <a:pt x="3003" y="1502"/>
                  </a:cubicBezTo>
                  <a:cubicBezTo>
                    <a:pt x="2969" y="668"/>
                    <a:pt x="2336" y="1"/>
                    <a:pt x="15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63;p47">
              <a:extLst>
                <a:ext uri="{FF2B5EF4-FFF2-40B4-BE49-F238E27FC236}">
                  <a16:creationId xmlns:a16="http://schemas.microsoft.com/office/drawing/2014/main" id="{AB30CAEA-45BE-306B-9E8B-B0259A4C2A86}"/>
                </a:ext>
              </a:extLst>
            </p:cNvPr>
            <p:cNvSpPr/>
            <p:nvPr/>
          </p:nvSpPr>
          <p:spPr>
            <a:xfrm>
              <a:off x="-2723450" y="4079025"/>
              <a:ext cx="152650" cy="167200"/>
            </a:xfrm>
            <a:custGeom>
              <a:avLst/>
              <a:gdLst/>
              <a:ahLst/>
              <a:cxnLst/>
              <a:rect l="l" t="t" r="r" b="b"/>
              <a:pathLst>
                <a:path w="6106" h="6688" extrusionOk="0">
                  <a:moveTo>
                    <a:pt x="738" y="0"/>
                  </a:moveTo>
                  <a:cubicBezTo>
                    <a:pt x="361" y="0"/>
                    <a:pt x="1" y="314"/>
                    <a:pt x="1" y="741"/>
                  </a:cubicBezTo>
                  <a:lnTo>
                    <a:pt x="1" y="5978"/>
                  </a:lnTo>
                  <a:cubicBezTo>
                    <a:pt x="1" y="6394"/>
                    <a:pt x="364" y="6688"/>
                    <a:pt x="762" y="6688"/>
                  </a:cubicBezTo>
                  <a:cubicBezTo>
                    <a:pt x="875" y="6688"/>
                    <a:pt x="991" y="6664"/>
                    <a:pt x="1102" y="6612"/>
                  </a:cubicBezTo>
                  <a:lnTo>
                    <a:pt x="5638" y="3977"/>
                  </a:lnTo>
                  <a:cubicBezTo>
                    <a:pt x="6105" y="3677"/>
                    <a:pt x="6105" y="3009"/>
                    <a:pt x="5638" y="2743"/>
                  </a:cubicBezTo>
                  <a:lnTo>
                    <a:pt x="1102" y="107"/>
                  </a:lnTo>
                  <a:cubicBezTo>
                    <a:pt x="987" y="33"/>
                    <a:pt x="862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64;p47">
              <a:extLst>
                <a:ext uri="{FF2B5EF4-FFF2-40B4-BE49-F238E27FC236}">
                  <a16:creationId xmlns:a16="http://schemas.microsoft.com/office/drawing/2014/main" id="{EE6788F8-C589-6496-6E96-4B65D48CF0D1}"/>
                </a:ext>
              </a:extLst>
            </p:cNvPr>
            <p:cNvSpPr/>
            <p:nvPr/>
          </p:nvSpPr>
          <p:spPr>
            <a:xfrm>
              <a:off x="-2838525" y="3765150"/>
              <a:ext cx="133450" cy="117775"/>
            </a:xfrm>
            <a:custGeom>
              <a:avLst/>
              <a:gdLst/>
              <a:ahLst/>
              <a:cxnLst/>
              <a:rect l="l" t="t" r="r" b="b"/>
              <a:pathLst>
                <a:path w="5338" h="4711" extrusionOk="0">
                  <a:moveTo>
                    <a:pt x="2646" y="0"/>
                  </a:moveTo>
                  <a:cubicBezTo>
                    <a:pt x="1734" y="0"/>
                    <a:pt x="875" y="531"/>
                    <a:pt x="501" y="1454"/>
                  </a:cubicBezTo>
                  <a:cubicBezTo>
                    <a:pt x="1" y="2655"/>
                    <a:pt x="534" y="4023"/>
                    <a:pt x="1735" y="4523"/>
                  </a:cubicBezTo>
                  <a:cubicBezTo>
                    <a:pt x="2039" y="4650"/>
                    <a:pt x="2356" y="4710"/>
                    <a:pt x="2668" y="4710"/>
                  </a:cubicBezTo>
                  <a:cubicBezTo>
                    <a:pt x="3588" y="4710"/>
                    <a:pt x="4464" y="4186"/>
                    <a:pt x="4837" y="3289"/>
                  </a:cubicBezTo>
                  <a:cubicBezTo>
                    <a:pt x="5338" y="2055"/>
                    <a:pt x="4771" y="687"/>
                    <a:pt x="3570" y="187"/>
                  </a:cubicBezTo>
                  <a:cubicBezTo>
                    <a:pt x="3267" y="61"/>
                    <a:pt x="2954" y="0"/>
                    <a:pt x="2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65;p47">
              <a:extLst>
                <a:ext uri="{FF2B5EF4-FFF2-40B4-BE49-F238E27FC236}">
                  <a16:creationId xmlns:a16="http://schemas.microsoft.com/office/drawing/2014/main" id="{3FE19B10-7994-04ED-F2F9-7CEC244463F1}"/>
                </a:ext>
              </a:extLst>
            </p:cNvPr>
            <p:cNvSpPr/>
            <p:nvPr/>
          </p:nvSpPr>
          <p:spPr>
            <a:xfrm>
              <a:off x="-3092025" y="3329250"/>
              <a:ext cx="111750" cy="98200"/>
            </a:xfrm>
            <a:custGeom>
              <a:avLst/>
              <a:gdLst/>
              <a:ahLst/>
              <a:cxnLst/>
              <a:rect l="l" t="t" r="r" b="b"/>
              <a:pathLst>
                <a:path w="4470" h="3928" extrusionOk="0">
                  <a:moveTo>
                    <a:pt x="2255" y="0"/>
                  </a:moveTo>
                  <a:cubicBezTo>
                    <a:pt x="1477" y="0"/>
                    <a:pt x="728" y="446"/>
                    <a:pt x="400" y="1178"/>
                  </a:cubicBezTo>
                  <a:cubicBezTo>
                    <a:pt x="0" y="2178"/>
                    <a:pt x="467" y="3313"/>
                    <a:pt x="1468" y="3780"/>
                  </a:cubicBezTo>
                  <a:cubicBezTo>
                    <a:pt x="1718" y="3880"/>
                    <a:pt x="1974" y="3928"/>
                    <a:pt x="2226" y="3928"/>
                  </a:cubicBezTo>
                  <a:cubicBezTo>
                    <a:pt x="2979" y="3928"/>
                    <a:pt x="3686" y="3496"/>
                    <a:pt x="4036" y="2745"/>
                  </a:cubicBezTo>
                  <a:cubicBezTo>
                    <a:pt x="4470" y="1745"/>
                    <a:pt x="4003" y="611"/>
                    <a:pt x="3002" y="144"/>
                  </a:cubicBezTo>
                  <a:cubicBezTo>
                    <a:pt x="2759" y="46"/>
                    <a:pt x="2505" y="0"/>
                    <a:pt x="2255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66;p47">
              <a:extLst>
                <a:ext uri="{FF2B5EF4-FFF2-40B4-BE49-F238E27FC236}">
                  <a16:creationId xmlns:a16="http://schemas.microsoft.com/office/drawing/2014/main" id="{B39D19A7-B8A5-B711-A052-53B385B12F20}"/>
                </a:ext>
              </a:extLst>
            </p:cNvPr>
            <p:cNvSpPr/>
            <p:nvPr/>
          </p:nvSpPr>
          <p:spPr>
            <a:xfrm>
              <a:off x="-3007800" y="3430900"/>
              <a:ext cx="195150" cy="321425"/>
            </a:xfrm>
            <a:custGeom>
              <a:avLst/>
              <a:gdLst/>
              <a:ahLst/>
              <a:cxnLst/>
              <a:rect l="l" t="t" r="r" b="b"/>
              <a:pathLst>
                <a:path w="7806" h="12857" extrusionOk="0">
                  <a:moveTo>
                    <a:pt x="205" y="1"/>
                  </a:moveTo>
                  <a:cubicBezTo>
                    <a:pt x="176" y="1"/>
                    <a:pt x="151" y="5"/>
                    <a:pt x="134" y="14"/>
                  </a:cubicBezTo>
                  <a:cubicBezTo>
                    <a:pt x="33" y="47"/>
                    <a:pt x="0" y="214"/>
                    <a:pt x="33" y="314"/>
                  </a:cubicBezTo>
                  <a:lnTo>
                    <a:pt x="7372" y="12723"/>
                  </a:lnTo>
                  <a:cubicBezTo>
                    <a:pt x="7439" y="12823"/>
                    <a:pt x="7472" y="12856"/>
                    <a:pt x="7539" y="12856"/>
                  </a:cubicBezTo>
                  <a:cubicBezTo>
                    <a:pt x="7606" y="12856"/>
                    <a:pt x="7639" y="12856"/>
                    <a:pt x="7672" y="12823"/>
                  </a:cubicBezTo>
                  <a:cubicBezTo>
                    <a:pt x="7772" y="12756"/>
                    <a:pt x="7806" y="12589"/>
                    <a:pt x="7772" y="12523"/>
                  </a:cubicBezTo>
                  <a:lnTo>
                    <a:pt x="434" y="80"/>
                  </a:lnTo>
                  <a:cubicBezTo>
                    <a:pt x="385" y="32"/>
                    <a:pt x="282" y="1"/>
                    <a:pt x="205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67;p47">
              <a:extLst>
                <a:ext uri="{FF2B5EF4-FFF2-40B4-BE49-F238E27FC236}">
                  <a16:creationId xmlns:a16="http://schemas.microsoft.com/office/drawing/2014/main" id="{6FF2F568-737F-8FDC-A202-C53279C390DE}"/>
                </a:ext>
              </a:extLst>
            </p:cNvPr>
            <p:cNvSpPr/>
            <p:nvPr/>
          </p:nvSpPr>
          <p:spPr>
            <a:xfrm>
              <a:off x="-2557500" y="3076475"/>
              <a:ext cx="39225" cy="26225"/>
            </a:xfrm>
            <a:custGeom>
              <a:avLst/>
              <a:gdLst/>
              <a:ahLst/>
              <a:cxnLst/>
              <a:rect l="l" t="t" r="r" b="b"/>
              <a:pathLst>
                <a:path w="1569" h="1049" extrusionOk="0">
                  <a:moveTo>
                    <a:pt x="1307" y="1"/>
                  </a:moveTo>
                  <a:cubicBezTo>
                    <a:pt x="1273" y="1"/>
                    <a:pt x="1238" y="5"/>
                    <a:pt x="1202" y="14"/>
                  </a:cubicBezTo>
                  <a:lnTo>
                    <a:pt x="134" y="648"/>
                  </a:lnTo>
                  <a:cubicBezTo>
                    <a:pt x="34" y="681"/>
                    <a:pt x="1" y="815"/>
                    <a:pt x="34" y="915"/>
                  </a:cubicBezTo>
                  <a:cubicBezTo>
                    <a:pt x="134" y="1015"/>
                    <a:pt x="168" y="1048"/>
                    <a:pt x="201" y="1048"/>
                  </a:cubicBezTo>
                  <a:cubicBezTo>
                    <a:pt x="268" y="1048"/>
                    <a:pt x="301" y="1048"/>
                    <a:pt x="335" y="1015"/>
                  </a:cubicBezTo>
                  <a:lnTo>
                    <a:pt x="1435" y="381"/>
                  </a:lnTo>
                  <a:cubicBezTo>
                    <a:pt x="1502" y="348"/>
                    <a:pt x="1569" y="214"/>
                    <a:pt x="1502" y="81"/>
                  </a:cubicBezTo>
                  <a:cubicBezTo>
                    <a:pt x="1478" y="32"/>
                    <a:pt x="1400" y="1"/>
                    <a:pt x="1307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68;p47">
              <a:extLst>
                <a:ext uri="{FF2B5EF4-FFF2-40B4-BE49-F238E27FC236}">
                  <a16:creationId xmlns:a16="http://schemas.microsoft.com/office/drawing/2014/main" id="{9A2EC828-2224-04A9-A700-EEF3227ACBA5}"/>
                </a:ext>
              </a:extLst>
            </p:cNvPr>
            <p:cNvSpPr/>
            <p:nvPr/>
          </p:nvSpPr>
          <p:spPr>
            <a:xfrm>
              <a:off x="-2890225" y="3123875"/>
              <a:ext cx="289400" cy="171450"/>
            </a:xfrm>
            <a:custGeom>
              <a:avLst/>
              <a:gdLst/>
              <a:ahLst/>
              <a:cxnLst/>
              <a:rect l="l" t="t" r="r" b="b"/>
              <a:pathLst>
                <a:path w="11576" h="6858" extrusionOk="0">
                  <a:moveTo>
                    <a:pt x="11333" y="1"/>
                  </a:moveTo>
                  <a:cubicBezTo>
                    <a:pt x="11297" y="1"/>
                    <a:pt x="11264" y="8"/>
                    <a:pt x="11242" y="19"/>
                  </a:cubicBezTo>
                  <a:lnTo>
                    <a:pt x="9007" y="1320"/>
                  </a:lnTo>
                  <a:cubicBezTo>
                    <a:pt x="8907" y="1420"/>
                    <a:pt x="8907" y="1520"/>
                    <a:pt x="8940" y="1620"/>
                  </a:cubicBezTo>
                  <a:cubicBezTo>
                    <a:pt x="8974" y="1687"/>
                    <a:pt x="9007" y="1754"/>
                    <a:pt x="9107" y="1754"/>
                  </a:cubicBezTo>
                  <a:cubicBezTo>
                    <a:pt x="9140" y="1754"/>
                    <a:pt x="9174" y="1754"/>
                    <a:pt x="9240" y="1687"/>
                  </a:cubicBezTo>
                  <a:lnTo>
                    <a:pt x="11442" y="386"/>
                  </a:lnTo>
                  <a:cubicBezTo>
                    <a:pt x="11575" y="320"/>
                    <a:pt x="11575" y="186"/>
                    <a:pt x="11509" y="119"/>
                  </a:cubicBezTo>
                  <a:cubicBezTo>
                    <a:pt x="11486" y="30"/>
                    <a:pt x="11405" y="1"/>
                    <a:pt x="11333" y="1"/>
                  </a:cubicBezTo>
                  <a:close/>
                  <a:moveTo>
                    <a:pt x="6950" y="2577"/>
                  </a:moveTo>
                  <a:cubicBezTo>
                    <a:pt x="6900" y="2577"/>
                    <a:pt x="6847" y="2594"/>
                    <a:pt x="6805" y="2621"/>
                  </a:cubicBezTo>
                  <a:lnTo>
                    <a:pt x="4604" y="3922"/>
                  </a:lnTo>
                  <a:cubicBezTo>
                    <a:pt x="4470" y="3989"/>
                    <a:pt x="4470" y="4122"/>
                    <a:pt x="4504" y="4189"/>
                  </a:cubicBezTo>
                  <a:cubicBezTo>
                    <a:pt x="4504" y="4256"/>
                    <a:pt x="4604" y="4289"/>
                    <a:pt x="4670" y="4322"/>
                  </a:cubicBezTo>
                  <a:cubicBezTo>
                    <a:pt x="4737" y="4322"/>
                    <a:pt x="4771" y="4322"/>
                    <a:pt x="4804" y="4289"/>
                  </a:cubicBezTo>
                  <a:lnTo>
                    <a:pt x="7005" y="2988"/>
                  </a:lnTo>
                  <a:cubicBezTo>
                    <a:pt x="7139" y="2888"/>
                    <a:pt x="7139" y="2788"/>
                    <a:pt x="7106" y="2688"/>
                  </a:cubicBezTo>
                  <a:cubicBezTo>
                    <a:pt x="7086" y="2610"/>
                    <a:pt x="7021" y="2577"/>
                    <a:pt x="6950" y="2577"/>
                  </a:cubicBezTo>
                  <a:close/>
                  <a:moveTo>
                    <a:pt x="2462" y="5136"/>
                  </a:moveTo>
                  <a:cubicBezTo>
                    <a:pt x="2418" y="5136"/>
                    <a:pt x="2372" y="5144"/>
                    <a:pt x="2335" y="5156"/>
                  </a:cubicBezTo>
                  <a:lnTo>
                    <a:pt x="134" y="6457"/>
                  </a:lnTo>
                  <a:cubicBezTo>
                    <a:pt x="0" y="6524"/>
                    <a:pt x="0" y="6657"/>
                    <a:pt x="67" y="6757"/>
                  </a:cubicBezTo>
                  <a:cubicBezTo>
                    <a:pt x="101" y="6824"/>
                    <a:pt x="134" y="6858"/>
                    <a:pt x="234" y="6858"/>
                  </a:cubicBezTo>
                  <a:cubicBezTo>
                    <a:pt x="267" y="6858"/>
                    <a:pt x="301" y="6858"/>
                    <a:pt x="334" y="6824"/>
                  </a:cubicBezTo>
                  <a:lnTo>
                    <a:pt x="2569" y="5523"/>
                  </a:lnTo>
                  <a:cubicBezTo>
                    <a:pt x="2669" y="5457"/>
                    <a:pt x="2669" y="5323"/>
                    <a:pt x="2636" y="5223"/>
                  </a:cubicBezTo>
                  <a:cubicBezTo>
                    <a:pt x="2615" y="5160"/>
                    <a:pt x="2540" y="5136"/>
                    <a:pt x="2462" y="5136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69;p47">
              <a:extLst>
                <a:ext uri="{FF2B5EF4-FFF2-40B4-BE49-F238E27FC236}">
                  <a16:creationId xmlns:a16="http://schemas.microsoft.com/office/drawing/2014/main" id="{EB167120-0E53-2E3E-C86D-B5997CA7392E}"/>
                </a:ext>
              </a:extLst>
            </p:cNvPr>
            <p:cNvSpPr/>
            <p:nvPr/>
          </p:nvSpPr>
          <p:spPr>
            <a:xfrm>
              <a:off x="-2973625" y="3316675"/>
              <a:ext cx="39225" cy="27025"/>
            </a:xfrm>
            <a:custGeom>
              <a:avLst/>
              <a:gdLst/>
              <a:ahLst/>
              <a:cxnLst/>
              <a:rect l="l" t="t" r="r" b="b"/>
              <a:pathLst>
                <a:path w="1569" h="1081" extrusionOk="0">
                  <a:moveTo>
                    <a:pt x="1329" y="0"/>
                  </a:moveTo>
                  <a:cubicBezTo>
                    <a:pt x="1300" y="0"/>
                    <a:pt x="1268" y="4"/>
                    <a:pt x="1235" y="13"/>
                  </a:cubicBezTo>
                  <a:lnTo>
                    <a:pt x="134" y="647"/>
                  </a:lnTo>
                  <a:cubicBezTo>
                    <a:pt x="67" y="713"/>
                    <a:pt x="1" y="813"/>
                    <a:pt x="67" y="947"/>
                  </a:cubicBezTo>
                  <a:cubicBezTo>
                    <a:pt x="101" y="1047"/>
                    <a:pt x="168" y="1047"/>
                    <a:pt x="234" y="1080"/>
                  </a:cubicBezTo>
                  <a:cubicBezTo>
                    <a:pt x="268" y="1080"/>
                    <a:pt x="301" y="1080"/>
                    <a:pt x="334" y="1014"/>
                  </a:cubicBezTo>
                  <a:lnTo>
                    <a:pt x="1435" y="413"/>
                  </a:lnTo>
                  <a:cubicBezTo>
                    <a:pt x="1535" y="346"/>
                    <a:pt x="1569" y="246"/>
                    <a:pt x="1535" y="113"/>
                  </a:cubicBezTo>
                  <a:cubicBezTo>
                    <a:pt x="1485" y="38"/>
                    <a:pt x="1416" y="0"/>
                    <a:pt x="1329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70;p47">
              <a:extLst>
                <a:ext uri="{FF2B5EF4-FFF2-40B4-BE49-F238E27FC236}">
                  <a16:creationId xmlns:a16="http://schemas.microsoft.com/office/drawing/2014/main" id="{D55E5D05-08D0-3774-B4EF-817BC1B1126F}"/>
                </a:ext>
              </a:extLst>
            </p:cNvPr>
            <p:cNvSpPr/>
            <p:nvPr/>
          </p:nvSpPr>
          <p:spPr>
            <a:xfrm>
              <a:off x="-2511625" y="2983675"/>
              <a:ext cx="120125" cy="105750"/>
            </a:xfrm>
            <a:custGeom>
              <a:avLst/>
              <a:gdLst/>
              <a:ahLst/>
              <a:cxnLst/>
              <a:rect l="l" t="t" r="r" b="b"/>
              <a:pathLst>
                <a:path w="4805" h="4230" extrusionOk="0">
                  <a:moveTo>
                    <a:pt x="2450" y="0"/>
                  </a:moveTo>
                  <a:cubicBezTo>
                    <a:pt x="1610" y="0"/>
                    <a:pt x="820" y="477"/>
                    <a:pt x="468" y="1258"/>
                  </a:cubicBezTo>
                  <a:cubicBezTo>
                    <a:pt x="1" y="2358"/>
                    <a:pt x="501" y="3559"/>
                    <a:pt x="1535" y="4060"/>
                  </a:cubicBezTo>
                  <a:cubicBezTo>
                    <a:pt x="1809" y="4176"/>
                    <a:pt x="2089" y="4230"/>
                    <a:pt x="2363" y="4230"/>
                  </a:cubicBezTo>
                  <a:cubicBezTo>
                    <a:pt x="3190" y="4230"/>
                    <a:pt x="3961" y="3736"/>
                    <a:pt x="4337" y="2959"/>
                  </a:cubicBezTo>
                  <a:cubicBezTo>
                    <a:pt x="4804" y="1891"/>
                    <a:pt x="4304" y="657"/>
                    <a:pt x="3270" y="157"/>
                  </a:cubicBezTo>
                  <a:cubicBezTo>
                    <a:pt x="3000" y="50"/>
                    <a:pt x="2722" y="0"/>
                    <a:pt x="2450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71;p47">
              <a:extLst>
                <a:ext uri="{FF2B5EF4-FFF2-40B4-BE49-F238E27FC236}">
                  <a16:creationId xmlns:a16="http://schemas.microsoft.com/office/drawing/2014/main" id="{66E1012C-5900-344A-57EF-E3A1870AAA5E}"/>
                </a:ext>
              </a:extLst>
            </p:cNvPr>
            <p:cNvSpPr/>
            <p:nvPr/>
          </p:nvSpPr>
          <p:spPr>
            <a:xfrm>
              <a:off x="-4727375" y="1675800"/>
              <a:ext cx="3266525" cy="3273200"/>
            </a:xfrm>
            <a:custGeom>
              <a:avLst/>
              <a:gdLst/>
              <a:ahLst/>
              <a:cxnLst/>
              <a:rect l="l" t="t" r="r" b="b"/>
              <a:pathLst>
                <a:path w="130661" h="130928" extrusionOk="0">
                  <a:moveTo>
                    <a:pt x="65214" y="1"/>
                  </a:moveTo>
                  <a:cubicBezTo>
                    <a:pt x="64180" y="1"/>
                    <a:pt x="63046" y="34"/>
                    <a:pt x="61945" y="68"/>
                  </a:cubicBezTo>
                  <a:lnTo>
                    <a:pt x="61811" y="68"/>
                  </a:lnTo>
                  <a:cubicBezTo>
                    <a:pt x="61578" y="101"/>
                    <a:pt x="61378" y="334"/>
                    <a:pt x="61411" y="568"/>
                  </a:cubicBezTo>
                  <a:cubicBezTo>
                    <a:pt x="61442" y="815"/>
                    <a:pt x="61616" y="1005"/>
                    <a:pt x="61854" y="1005"/>
                  </a:cubicBezTo>
                  <a:cubicBezTo>
                    <a:pt x="61873" y="1005"/>
                    <a:pt x="61892" y="1004"/>
                    <a:pt x="61912" y="1002"/>
                  </a:cubicBezTo>
                  <a:lnTo>
                    <a:pt x="61978" y="1002"/>
                  </a:lnTo>
                  <a:cubicBezTo>
                    <a:pt x="63061" y="941"/>
                    <a:pt x="64148" y="912"/>
                    <a:pt x="65236" y="912"/>
                  </a:cubicBezTo>
                  <a:cubicBezTo>
                    <a:pt x="68339" y="912"/>
                    <a:pt x="71449" y="1149"/>
                    <a:pt x="74487" y="1569"/>
                  </a:cubicBezTo>
                  <a:lnTo>
                    <a:pt x="74587" y="1569"/>
                  </a:lnTo>
                  <a:cubicBezTo>
                    <a:pt x="74821" y="1569"/>
                    <a:pt x="74988" y="1402"/>
                    <a:pt x="75054" y="1168"/>
                  </a:cubicBezTo>
                  <a:cubicBezTo>
                    <a:pt x="75088" y="901"/>
                    <a:pt x="74921" y="701"/>
                    <a:pt x="74654" y="668"/>
                  </a:cubicBezTo>
                  <a:cubicBezTo>
                    <a:pt x="71552" y="234"/>
                    <a:pt x="68383" y="1"/>
                    <a:pt x="65214" y="1"/>
                  </a:cubicBezTo>
                  <a:close/>
                  <a:moveTo>
                    <a:pt x="49240" y="2231"/>
                  </a:moveTo>
                  <a:cubicBezTo>
                    <a:pt x="49217" y="2231"/>
                    <a:pt x="49193" y="2232"/>
                    <a:pt x="49169" y="2236"/>
                  </a:cubicBezTo>
                  <a:cubicBezTo>
                    <a:pt x="44899" y="3303"/>
                    <a:pt x="40830" y="4704"/>
                    <a:pt x="37027" y="6405"/>
                  </a:cubicBezTo>
                  <a:cubicBezTo>
                    <a:pt x="36794" y="6505"/>
                    <a:pt x="36727" y="6806"/>
                    <a:pt x="36794" y="7006"/>
                  </a:cubicBezTo>
                  <a:cubicBezTo>
                    <a:pt x="36894" y="7173"/>
                    <a:pt x="37060" y="7239"/>
                    <a:pt x="37227" y="7239"/>
                  </a:cubicBezTo>
                  <a:cubicBezTo>
                    <a:pt x="37272" y="7239"/>
                    <a:pt x="37316" y="7225"/>
                    <a:pt x="37351" y="7225"/>
                  </a:cubicBezTo>
                  <a:cubicBezTo>
                    <a:pt x="37368" y="7225"/>
                    <a:pt x="37383" y="7228"/>
                    <a:pt x="37394" y="7239"/>
                  </a:cubicBezTo>
                  <a:cubicBezTo>
                    <a:pt x="41163" y="5538"/>
                    <a:pt x="45200" y="4170"/>
                    <a:pt x="49369" y="3136"/>
                  </a:cubicBezTo>
                  <a:cubicBezTo>
                    <a:pt x="49603" y="3070"/>
                    <a:pt x="49736" y="2836"/>
                    <a:pt x="49703" y="2569"/>
                  </a:cubicBezTo>
                  <a:cubicBezTo>
                    <a:pt x="49643" y="2360"/>
                    <a:pt x="49449" y="2231"/>
                    <a:pt x="49240" y="2231"/>
                  </a:cubicBezTo>
                  <a:close/>
                  <a:moveTo>
                    <a:pt x="86941" y="3683"/>
                  </a:moveTo>
                  <a:cubicBezTo>
                    <a:pt x="86741" y="3683"/>
                    <a:pt x="86576" y="3790"/>
                    <a:pt x="86496" y="4004"/>
                  </a:cubicBezTo>
                  <a:cubicBezTo>
                    <a:pt x="86429" y="4237"/>
                    <a:pt x="86562" y="4504"/>
                    <a:pt x="86796" y="4571"/>
                  </a:cubicBezTo>
                  <a:cubicBezTo>
                    <a:pt x="90799" y="6005"/>
                    <a:pt x="94635" y="7840"/>
                    <a:pt x="98271" y="10008"/>
                  </a:cubicBezTo>
                  <a:cubicBezTo>
                    <a:pt x="98371" y="10075"/>
                    <a:pt x="98438" y="10075"/>
                    <a:pt x="98504" y="10075"/>
                  </a:cubicBezTo>
                  <a:cubicBezTo>
                    <a:pt x="98638" y="10075"/>
                    <a:pt x="98805" y="10008"/>
                    <a:pt x="98838" y="9808"/>
                  </a:cubicBezTo>
                  <a:cubicBezTo>
                    <a:pt x="98971" y="9574"/>
                    <a:pt x="98905" y="9307"/>
                    <a:pt x="98671" y="9174"/>
                  </a:cubicBezTo>
                  <a:cubicBezTo>
                    <a:pt x="95002" y="7006"/>
                    <a:pt x="91132" y="5138"/>
                    <a:pt x="87096" y="3703"/>
                  </a:cubicBezTo>
                  <a:cubicBezTo>
                    <a:pt x="87043" y="3690"/>
                    <a:pt x="86991" y="3683"/>
                    <a:pt x="86941" y="3683"/>
                  </a:cubicBezTo>
                  <a:close/>
                  <a:moveTo>
                    <a:pt x="26193" y="12713"/>
                  </a:moveTo>
                  <a:cubicBezTo>
                    <a:pt x="26097" y="12713"/>
                    <a:pt x="26000" y="12743"/>
                    <a:pt x="25919" y="12810"/>
                  </a:cubicBezTo>
                  <a:cubicBezTo>
                    <a:pt x="22450" y="15312"/>
                    <a:pt x="19248" y="18181"/>
                    <a:pt x="16379" y="21349"/>
                  </a:cubicBezTo>
                  <a:cubicBezTo>
                    <a:pt x="16212" y="21516"/>
                    <a:pt x="16246" y="21816"/>
                    <a:pt x="16412" y="21983"/>
                  </a:cubicBezTo>
                  <a:cubicBezTo>
                    <a:pt x="16512" y="22050"/>
                    <a:pt x="16579" y="22083"/>
                    <a:pt x="16713" y="22083"/>
                  </a:cubicBezTo>
                  <a:cubicBezTo>
                    <a:pt x="16846" y="22083"/>
                    <a:pt x="16946" y="22050"/>
                    <a:pt x="17046" y="21917"/>
                  </a:cubicBezTo>
                  <a:cubicBezTo>
                    <a:pt x="19882" y="18781"/>
                    <a:pt x="23050" y="15979"/>
                    <a:pt x="26453" y="13511"/>
                  </a:cubicBezTo>
                  <a:cubicBezTo>
                    <a:pt x="26620" y="13377"/>
                    <a:pt x="26720" y="13077"/>
                    <a:pt x="26553" y="12877"/>
                  </a:cubicBezTo>
                  <a:cubicBezTo>
                    <a:pt x="26473" y="12777"/>
                    <a:pt x="26335" y="12713"/>
                    <a:pt x="26193" y="12713"/>
                  </a:cubicBezTo>
                  <a:close/>
                  <a:moveTo>
                    <a:pt x="108788" y="16816"/>
                  </a:moveTo>
                  <a:cubicBezTo>
                    <a:pt x="108658" y="16816"/>
                    <a:pt x="108511" y="16880"/>
                    <a:pt x="108411" y="16980"/>
                  </a:cubicBezTo>
                  <a:cubicBezTo>
                    <a:pt x="108245" y="17146"/>
                    <a:pt x="108278" y="17413"/>
                    <a:pt x="108445" y="17580"/>
                  </a:cubicBezTo>
                  <a:cubicBezTo>
                    <a:pt x="111580" y="20382"/>
                    <a:pt x="114449" y="23551"/>
                    <a:pt x="116951" y="26920"/>
                  </a:cubicBezTo>
                  <a:cubicBezTo>
                    <a:pt x="117018" y="27020"/>
                    <a:pt x="117184" y="27087"/>
                    <a:pt x="117318" y="27087"/>
                  </a:cubicBezTo>
                  <a:cubicBezTo>
                    <a:pt x="117418" y="27087"/>
                    <a:pt x="117518" y="27054"/>
                    <a:pt x="117585" y="27054"/>
                  </a:cubicBezTo>
                  <a:cubicBezTo>
                    <a:pt x="117785" y="26920"/>
                    <a:pt x="117818" y="26653"/>
                    <a:pt x="117651" y="26420"/>
                  </a:cubicBezTo>
                  <a:cubicBezTo>
                    <a:pt x="115116" y="22984"/>
                    <a:pt x="112214" y="19815"/>
                    <a:pt x="109012" y="16913"/>
                  </a:cubicBezTo>
                  <a:cubicBezTo>
                    <a:pt x="108958" y="16846"/>
                    <a:pt x="108877" y="16816"/>
                    <a:pt x="108788" y="16816"/>
                  </a:cubicBezTo>
                  <a:close/>
                  <a:moveTo>
                    <a:pt x="9232" y="31463"/>
                  </a:moveTo>
                  <a:cubicBezTo>
                    <a:pt x="9072" y="31463"/>
                    <a:pt x="8909" y="31553"/>
                    <a:pt x="8840" y="31690"/>
                  </a:cubicBezTo>
                  <a:cubicBezTo>
                    <a:pt x="6705" y="35359"/>
                    <a:pt x="4904" y="39329"/>
                    <a:pt x="3536" y="43399"/>
                  </a:cubicBezTo>
                  <a:cubicBezTo>
                    <a:pt x="3436" y="43665"/>
                    <a:pt x="3570" y="43899"/>
                    <a:pt x="3837" y="43999"/>
                  </a:cubicBezTo>
                  <a:cubicBezTo>
                    <a:pt x="3870" y="44032"/>
                    <a:pt x="3903" y="44032"/>
                    <a:pt x="3937" y="44032"/>
                  </a:cubicBezTo>
                  <a:cubicBezTo>
                    <a:pt x="4170" y="44032"/>
                    <a:pt x="4337" y="43899"/>
                    <a:pt x="4404" y="43699"/>
                  </a:cubicBezTo>
                  <a:cubicBezTo>
                    <a:pt x="5771" y="39663"/>
                    <a:pt x="7539" y="35760"/>
                    <a:pt x="9608" y="32157"/>
                  </a:cubicBezTo>
                  <a:cubicBezTo>
                    <a:pt x="9741" y="31924"/>
                    <a:pt x="9674" y="31657"/>
                    <a:pt x="9441" y="31523"/>
                  </a:cubicBezTo>
                  <a:cubicBezTo>
                    <a:pt x="9378" y="31482"/>
                    <a:pt x="9305" y="31463"/>
                    <a:pt x="9232" y="31463"/>
                  </a:cubicBezTo>
                  <a:close/>
                  <a:moveTo>
                    <a:pt x="123888" y="37107"/>
                  </a:moveTo>
                  <a:cubicBezTo>
                    <a:pt x="123822" y="37107"/>
                    <a:pt x="123754" y="37124"/>
                    <a:pt x="123689" y="37161"/>
                  </a:cubicBezTo>
                  <a:cubicBezTo>
                    <a:pt x="123489" y="37227"/>
                    <a:pt x="123355" y="37528"/>
                    <a:pt x="123489" y="37728"/>
                  </a:cubicBezTo>
                  <a:cubicBezTo>
                    <a:pt x="125323" y="41564"/>
                    <a:pt x="126758" y="45567"/>
                    <a:pt x="127792" y="49670"/>
                  </a:cubicBezTo>
                  <a:cubicBezTo>
                    <a:pt x="127859" y="49870"/>
                    <a:pt x="128025" y="50003"/>
                    <a:pt x="128259" y="50003"/>
                  </a:cubicBezTo>
                  <a:lnTo>
                    <a:pt x="128292" y="50003"/>
                  </a:lnTo>
                  <a:cubicBezTo>
                    <a:pt x="128526" y="49937"/>
                    <a:pt x="128659" y="49703"/>
                    <a:pt x="128626" y="49436"/>
                  </a:cubicBezTo>
                  <a:cubicBezTo>
                    <a:pt x="127592" y="45267"/>
                    <a:pt x="126124" y="41230"/>
                    <a:pt x="124289" y="37361"/>
                  </a:cubicBezTo>
                  <a:cubicBezTo>
                    <a:pt x="124217" y="37217"/>
                    <a:pt x="124058" y="37107"/>
                    <a:pt x="123888" y="37107"/>
                  </a:cubicBezTo>
                  <a:close/>
                  <a:moveTo>
                    <a:pt x="1042" y="55536"/>
                  </a:moveTo>
                  <a:cubicBezTo>
                    <a:pt x="835" y="55536"/>
                    <a:pt x="662" y="55694"/>
                    <a:pt x="601" y="55908"/>
                  </a:cubicBezTo>
                  <a:cubicBezTo>
                    <a:pt x="201" y="59010"/>
                    <a:pt x="1" y="62112"/>
                    <a:pt x="1" y="65248"/>
                  </a:cubicBezTo>
                  <a:cubicBezTo>
                    <a:pt x="1" y="66415"/>
                    <a:pt x="34" y="67583"/>
                    <a:pt x="67" y="68750"/>
                  </a:cubicBezTo>
                  <a:cubicBezTo>
                    <a:pt x="67" y="68950"/>
                    <a:pt x="267" y="69184"/>
                    <a:pt x="534" y="69184"/>
                  </a:cubicBezTo>
                  <a:cubicBezTo>
                    <a:pt x="835" y="69184"/>
                    <a:pt x="1001" y="68950"/>
                    <a:pt x="935" y="68717"/>
                  </a:cubicBezTo>
                  <a:cubicBezTo>
                    <a:pt x="901" y="67549"/>
                    <a:pt x="868" y="66415"/>
                    <a:pt x="868" y="65248"/>
                  </a:cubicBezTo>
                  <a:cubicBezTo>
                    <a:pt x="868" y="62179"/>
                    <a:pt x="1068" y="59076"/>
                    <a:pt x="1502" y="56041"/>
                  </a:cubicBezTo>
                  <a:cubicBezTo>
                    <a:pt x="1535" y="55774"/>
                    <a:pt x="1368" y="55574"/>
                    <a:pt x="1101" y="55541"/>
                  </a:cubicBezTo>
                  <a:cubicBezTo>
                    <a:pt x="1081" y="55538"/>
                    <a:pt x="1062" y="55536"/>
                    <a:pt x="1042" y="55536"/>
                  </a:cubicBezTo>
                  <a:close/>
                  <a:moveTo>
                    <a:pt x="130594" y="62112"/>
                  </a:moveTo>
                  <a:lnTo>
                    <a:pt x="129660" y="62145"/>
                  </a:lnTo>
                  <a:lnTo>
                    <a:pt x="129660" y="62312"/>
                  </a:lnTo>
                  <a:cubicBezTo>
                    <a:pt x="129693" y="63413"/>
                    <a:pt x="129760" y="64480"/>
                    <a:pt x="129760" y="65548"/>
                  </a:cubicBezTo>
                  <a:cubicBezTo>
                    <a:pt x="129760" y="68650"/>
                    <a:pt x="129493" y="71886"/>
                    <a:pt x="129026" y="74954"/>
                  </a:cubicBezTo>
                  <a:cubicBezTo>
                    <a:pt x="128993" y="75221"/>
                    <a:pt x="129160" y="75421"/>
                    <a:pt x="129426" y="75455"/>
                  </a:cubicBezTo>
                  <a:lnTo>
                    <a:pt x="129493" y="75455"/>
                  </a:lnTo>
                  <a:cubicBezTo>
                    <a:pt x="129760" y="75455"/>
                    <a:pt x="129927" y="75288"/>
                    <a:pt x="129960" y="75088"/>
                  </a:cubicBezTo>
                  <a:cubicBezTo>
                    <a:pt x="130427" y="71952"/>
                    <a:pt x="130661" y="68750"/>
                    <a:pt x="130661" y="65548"/>
                  </a:cubicBezTo>
                  <a:cubicBezTo>
                    <a:pt x="130661" y="64447"/>
                    <a:pt x="130627" y="63380"/>
                    <a:pt x="130594" y="62279"/>
                  </a:cubicBezTo>
                  <a:lnTo>
                    <a:pt x="130594" y="62112"/>
                  </a:lnTo>
                  <a:close/>
                  <a:moveTo>
                    <a:pt x="2332" y="80919"/>
                  </a:moveTo>
                  <a:cubicBezTo>
                    <a:pt x="2301" y="80919"/>
                    <a:pt x="2268" y="80921"/>
                    <a:pt x="2236" y="80925"/>
                  </a:cubicBezTo>
                  <a:cubicBezTo>
                    <a:pt x="2002" y="80959"/>
                    <a:pt x="1869" y="81226"/>
                    <a:pt x="1902" y="81459"/>
                  </a:cubicBezTo>
                  <a:cubicBezTo>
                    <a:pt x="2903" y="85629"/>
                    <a:pt x="4270" y="89732"/>
                    <a:pt x="6038" y="93601"/>
                  </a:cubicBezTo>
                  <a:cubicBezTo>
                    <a:pt x="6105" y="93768"/>
                    <a:pt x="6272" y="93868"/>
                    <a:pt x="6439" y="93868"/>
                  </a:cubicBezTo>
                  <a:cubicBezTo>
                    <a:pt x="6539" y="93868"/>
                    <a:pt x="6572" y="93868"/>
                    <a:pt x="6672" y="93801"/>
                  </a:cubicBezTo>
                  <a:cubicBezTo>
                    <a:pt x="6872" y="93735"/>
                    <a:pt x="6939" y="93434"/>
                    <a:pt x="6872" y="93234"/>
                  </a:cubicBezTo>
                  <a:cubicBezTo>
                    <a:pt x="5171" y="89432"/>
                    <a:pt x="3770" y="85395"/>
                    <a:pt x="2769" y="81259"/>
                  </a:cubicBezTo>
                  <a:cubicBezTo>
                    <a:pt x="2740" y="81025"/>
                    <a:pt x="2557" y="80919"/>
                    <a:pt x="2332" y="80919"/>
                  </a:cubicBezTo>
                  <a:close/>
                  <a:moveTo>
                    <a:pt x="12850" y="103979"/>
                  </a:moveTo>
                  <a:cubicBezTo>
                    <a:pt x="12754" y="103979"/>
                    <a:pt x="12657" y="104008"/>
                    <a:pt x="12576" y="104075"/>
                  </a:cubicBezTo>
                  <a:cubicBezTo>
                    <a:pt x="12410" y="104209"/>
                    <a:pt x="12343" y="104476"/>
                    <a:pt x="12510" y="104709"/>
                  </a:cubicBezTo>
                  <a:cubicBezTo>
                    <a:pt x="15011" y="108212"/>
                    <a:pt x="17880" y="111414"/>
                    <a:pt x="21049" y="114283"/>
                  </a:cubicBezTo>
                  <a:cubicBezTo>
                    <a:pt x="21116" y="114383"/>
                    <a:pt x="21216" y="114416"/>
                    <a:pt x="21349" y="114416"/>
                  </a:cubicBezTo>
                  <a:cubicBezTo>
                    <a:pt x="21449" y="114416"/>
                    <a:pt x="21583" y="114383"/>
                    <a:pt x="21683" y="114216"/>
                  </a:cubicBezTo>
                  <a:cubicBezTo>
                    <a:pt x="21850" y="114049"/>
                    <a:pt x="21783" y="113749"/>
                    <a:pt x="21649" y="113582"/>
                  </a:cubicBezTo>
                  <a:cubicBezTo>
                    <a:pt x="18547" y="110780"/>
                    <a:pt x="15712" y="107611"/>
                    <a:pt x="13210" y="104142"/>
                  </a:cubicBezTo>
                  <a:cubicBezTo>
                    <a:pt x="13131" y="104043"/>
                    <a:pt x="12992" y="103979"/>
                    <a:pt x="12850" y="103979"/>
                  </a:cubicBezTo>
                  <a:close/>
                  <a:moveTo>
                    <a:pt x="31611" y="120986"/>
                  </a:moveTo>
                  <a:cubicBezTo>
                    <a:pt x="31456" y="120986"/>
                    <a:pt x="31311" y="121068"/>
                    <a:pt x="31223" y="121221"/>
                  </a:cubicBezTo>
                  <a:cubicBezTo>
                    <a:pt x="31090" y="121421"/>
                    <a:pt x="31190" y="121688"/>
                    <a:pt x="31390" y="121821"/>
                  </a:cubicBezTo>
                  <a:cubicBezTo>
                    <a:pt x="35059" y="123923"/>
                    <a:pt x="38962" y="125724"/>
                    <a:pt x="43098" y="127092"/>
                  </a:cubicBezTo>
                  <a:cubicBezTo>
                    <a:pt x="43131" y="127125"/>
                    <a:pt x="43198" y="127125"/>
                    <a:pt x="43232" y="127125"/>
                  </a:cubicBezTo>
                  <a:cubicBezTo>
                    <a:pt x="43432" y="127125"/>
                    <a:pt x="43598" y="127058"/>
                    <a:pt x="43699" y="126792"/>
                  </a:cubicBezTo>
                  <a:cubicBezTo>
                    <a:pt x="43765" y="126558"/>
                    <a:pt x="43632" y="126291"/>
                    <a:pt x="43398" y="126225"/>
                  </a:cubicBezTo>
                  <a:cubicBezTo>
                    <a:pt x="39295" y="124890"/>
                    <a:pt x="35426" y="123122"/>
                    <a:pt x="31857" y="121054"/>
                  </a:cubicBezTo>
                  <a:cubicBezTo>
                    <a:pt x="31777" y="121008"/>
                    <a:pt x="31693" y="120986"/>
                    <a:pt x="31611" y="120986"/>
                  </a:cubicBezTo>
                  <a:close/>
                  <a:moveTo>
                    <a:pt x="92951" y="123869"/>
                  </a:moveTo>
                  <a:cubicBezTo>
                    <a:pt x="92886" y="123869"/>
                    <a:pt x="92823" y="123886"/>
                    <a:pt x="92767" y="123923"/>
                  </a:cubicBezTo>
                  <a:cubicBezTo>
                    <a:pt x="88931" y="125724"/>
                    <a:pt x="84928" y="127125"/>
                    <a:pt x="80825" y="128159"/>
                  </a:cubicBezTo>
                  <a:cubicBezTo>
                    <a:pt x="80592" y="128226"/>
                    <a:pt x="80458" y="128459"/>
                    <a:pt x="80491" y="128726"/>
                  </a:cubicBezTo>
                  <a:cubicBezTo>
                    <a:pt x="80592" y="128926"/>
                    <a:pt x="80758" y="129060"/>
                    <a:pt x="80958" y="129060"/>
                  </a:cubicBezTo>
                  <a:lnTo>
                    <a:pt x="81059" y="129027"/>
                  </a:lnTo>
                  <a:cubicBezTo>
                    <a:pt x="85228" y="127992"/>
                    <a:pt x="89264" y="126525"/>
                    <a:pt x="93134" y="124690"/>
                  </a:cubicBezTo>
                  <a:cubicBezTo>
                    <a:pt x="93334" y="124623"/>
                    <a:pt x="93467" y="124323"/>
                    <a:pt x="93334" y="124123"/>
                  </a:cubicBezTo>
                  <a:cubicBezTo>
                    <a:pt x="93286" y="123979"/>
                    <a:pt x="93116" y="123869"/>
                    <a:pt x="92951" y="123869"/>
                  </a:cubicBezTo>
                  <a:close/>
                  <a:moveTo>
                    <a:pt x="55592" y="129212"/>
                  </a:moveTo>
                  <a:cubicBezTo>
                    <a:pt x="55384" y="129212"/>
                    <a:pt x="55235" y="129367"/>
                    <a:pt x="55207" y="129594"/>
                  </a:cubicBezTo>
                  <a:cubicBezTo>
                    <a:pt x="55140" y="129827"/>
                    <a:pt x="55307" y="130027"/>
                    <a:pt x="55574" y="130094"/>
                  </a:cubicBezTo>
                  <a:cubicBezTo>
                    <a:pt x="59410" y="130628"/>
                    <a:pt x="63413" y="130928"/>
                    <a:pt x="67482" y="130928"/>
                  </a:cubicBezTo>
                  <a:lnTo>
                    <a:pt x="68383" y="130928"/>
                  </a:lnTo>
                  <a:cubicBezTo>
                    <a:pt x="68616" y="130928"/>
                    <a:pt x="68783" y="130728"/>
                    <a:pt x="68783" y="130461"/>
                  </a:cubicBezTo>
                  <a:cubicBezTo>
                    <a:pt x="68783" y="130227"/>
                    <a:pt x="68583" y="130061"/>
                    <a:pt x="68316" y="130061"/>
                  </a:cubicBezTo>
                  <a:cubicBezTo>
                    <a:pt x="68098" y="130062"/>
                    <a:pt x="67881" y="130063"/>
                    <a:pt x="67663" y="130063"/>
                  </a:cubicBezTo>
                  <a:cubicBezTo>
                    <a:pt x="63554" y="130063"/>
                    <a:pt x="59540" y="129765"/>
                    <a:pt x="55707" y="129227"/>
                  </a:cubicBezTo>
                  <a:cubicBezTo>
                    <a:pt x="55667" y="129217"/>
                    <a:pt x="55629" y="129212"/>
                    <a:pt x="55592" y="1292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72;p47">
              <a:extLst>
                <a:ext uri="{FF2B5EF4-FFF2-40B4-BE49-F238E27FC236}">
                  <a16:creationId xmlns:a16="http://schemas.microsoft.com/office/drawing/2014/main" id="{E5E86386-349E-E4C8-1993-C88C6543D45E}"/>
                </a:ext>
              </a:extLst>
            </p:cNvPr>
            <p:cNvSpPr/>
            <p:nvPr/>
          </p:nvSpPr>
          <p:spPr>
            <a:xfrm>
              <a:off x="-2749300" y="1785875"/>
              <a:ext cx="1042450" cy="1486100"/>
            </a:xfrm>
            <a:custGeom>
              <a:avLst/>
              <a:gdLst/>
              <a:ahLst/>
              <a:cxnLst/>
              <a:rect l="l" t="t" r="r" b="b"/>
              <a:pathLst>
                <a:path w="41698" h="59444" extrusionOk="0">
                  <a:moveTo>
                    <a:pt x="3870" y="1"/>
                  </a:moveTo>
                  <a:cubicBezTo>
                    <a:pt x="1769" y="1"/>
                    <a:pt x="1" y="1769"/>
                    <a:pt x="1" y="3904"/>
                  </a:cubicBezTo>
                  <a:lnTo>
                    <a:pt x="1" y="55541"/>
                  </a:lnTo>
                  <a:cubicBezTo>
                    <a:pt x="1" y="57676"/>
                    <a:pt x="1769" y="59444"/>
                    <a:pt x="3870" y="59444"/>
                  </a:cubicBezTo>
                  <a:lnTo>
                    <a:pt x="37828" y="59444"/>
                  </a:lnTo>
                  <a:cubicBezTo>
                    <a:pt x="39963" y="59444"/>
                    <a:pt x="41697" y="57709"/>
                    <a:pt x="41697" y="55541"/>
                  </a:cubicBezTo>
                  <a:lnTo>
                    <a:pt x="41697" y="3904"/>
                  </a:lnTo>
                  <a:cubicBezTo>
                    <a:pt x="41697" y="1769"/>
                    <a:pt x="39963" y="1"/>
                    <a:pt x="37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73;p47">
              <a:extLst>
                <a:ext uri="{FF2B5EF4-FFF2-40B4-BE49-F238E27FC236}">
                  <a16:creationId xmlns:a16="http://schemas.microsoft.com/office/drawing/2014/main" id="{11052B23-DDC1-51D7-7922-A32ED80683D8}"/>
                </a:ext>
              </a:extLst>
            </p:cNvPr>
            <p:cNvSpPr/>
            <p:nvPr/>
          </p:nvSpPr>
          <p:spPr>
            <a:xfrm>
              <a:off x="-2637550" y="2006875"/>
              <a:ext cx="439500" cy="741400"/>
            </a:xfrm>
            <a:custGeom>
              <a:avLst/>
              <a:gdLst/>
              <a:ahLst/>
              <a:cxnLst/>
              <a:rect l="l" t="t" r="r" b="b"/>
              <a:pathLst>
                <a:path w="17580" h="29656" extrusionOk="0">
                  <a:moveTo>
                    <a:pt x="4004" y="1"/>
                  </a:moveTo>
                  <a:cubicBezTo>
                    <a:pt x="1802" y="1"/>
                    <a:pt x="1" y="1802"/>
                    <a:pt x="1" y="4004"/>
                  </a:cubicBezTo>
                  <a:lnTo>
                    <a:pt x="1" y="25652"/>
                  </a:lnTo>
                  <a:cubicBezTo>
                    <a:pt x="1" y="27854"/>
                    <a:pt x="1802" y="29655"/>
                    <a:pt x="4004" y="29655"/>
                  </a:cubicBezTo>
                  <a:lnTo>
                    <a:pt x="13577" y="29655"/>
                  </a:lnTo>
                  <a:cubicBezTo>
                    <a:pt x="15812" y="29655"/>
                    <a:pt x="17580" y="27854"/>
                    <a:pt x="17580" y="25652"/>
                  </a:cubicBezTo>
                  <a:lnTo>
                    <a:pt x="17580" y="4004"/>
                  </a:lnTo>
                  <a:cubicBezTo>
                    <a:pt x="17580" y="1802"/>
                    <a:pt x="15812" y="1"/>
                    <a:pt x="13577" y="1"/>
                  </a:cubicBez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74;p47">
              <a:extLst>
                <a:ext uri="{FF2B5EF4-FFF2-40B4-BE49-F238E27FC236}">
                  <a16:creationId xmlns:a16="http://schemas.microsoft.com/office/drawing/2014/main" id="{6E5F8777-F15E-532E-6FA2-F0BE564AE30C}"/>
                </a:ext>
              </a:extLst>
            </p:cNvPr>
            <p:cNvSpPr/>
            <p:nvPr/>
          </p:nvSpPr>
          <p:spPr>
            <a:xfrm>
              <a:off x="-2529125" y="2144200"/>
              <a:ext cx="222675" cy="214900"/>
            </a:xfrm>
            <a:custGeom>
              <a:avLst/>
              <a:gdLst/>
              <a:ahLst/>
              <a:cxnLst/>
              <a:rect l="l" t="t" r="r" b="b"/>
              <a:pathLst>
                <a:path w="8907" h="8596" extrusionOk="0">
                  <a:moveTo>
                    <a:pt x="4461" y="1"/>
                  </a:moveTo>
                  <a:cubicBezTo>
                    <a:pt x="2224" y="1"/>
                    <a:pt x="326" y="1716"/>
                    <a:pt x="167" y="3981"/>
                  </a:cubicBezTo>
                  <a:cubicBezTo>
                    <a:pt x="0" y="6349"/>
                    <a:pt x="1768" y="8418"/>
                    <a:pt x="4136" y="8584"/>
                  </a:cubicBezTo>
                  <a:cubicBezTo>
                    <a:pt x="4238" y="8592"/>
                    <a:pt x="4340" y="8595"/>
                    <a:pt x="4440" y="8595"/>
                  </a:cubicBezTo>
                  <a:cubicBezTo>
                    <a:pt x="6679" y="8595"/>
                    <a:pt x="8580" y="6848"/>
                    <a:pt x="8740" y="4582"/>
                  </a:cubicBezTo>
                  <a:cubicBezTo>
                    <a:pt x="8906" y="2213"/>
                    <a:pt x="7139" y="178"/>
                    <a:pt x="4770" y="12"/>
                  </a:cubicBezTo>
                  <a:cubicBezTo>
                    <a:pt x="4667" y="4"/>
                    <a:pt x="4563" y="1"/>
                    <a:pt x="4461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75;p47">
              <a:extLst>
                <a:ext uri="{FF2B5EF4-FFF2-40B4-BE49-F238E27FC236}">
                  <a16:creationId xmlns:a16="http://schemas.microsoft.com/office/drawing/2014/main" id="{B22F7725-3B63-00DB-035C-65A42955046F}"/>
                </a:ext>
              </a:extLst>
            </p:cNvPr>
            <p:cNvSpPr/>
            <p:nvPr/>
          </p:nvSpPr>
          <p:spPr>
            <a:xfrm>
              <a:off x="-2637550" y="2414675"/>
              <a:ext cx="439500" cy="333600"/>
            </a:xfrm>
            <a:custGeom>
              <a:avLst/>
              <a:gdLst/>
              <a:ahLst/>
              <a:cxnLst/>
              <a:rect l="l" t="t" r="r" b="b"/>
              <a:pathLst>
                <a:path w="17580" h="13344" extrusionOk="0">
                  <a:moveTo>
                    <a:pt x="8807" y="0"/>
                  </a:moveTo>
                  <a:cubicBezTo>
                    <a:pt x="4904" y="0"/>
                    <a:pt x="1568" y="2169"/>
                    <a:pt x="1" y="5337"/>
                  </a:cubicBezTo>
                  <a:lnTo>
                    <a:pt x="1" y="9340"/>
                  </a:lnTo>
                  <a:cubicBezTo>
                    <a:pt x="1" y="11542"/>
                    <a:pt x="1802" y="13343"/>
                    <a:pt x="4004" y="13343"/>
                  </a:cubicBezTo>
                  <a:lnTo>
                    <a:pt x="13577" y="13343"/>
                  </a:lnTo>
                  <a:cubicBezTo>
                    <a:pt x="15812" y="13343"/>
                    <a:pt x="17580" y="11542"/>
                    <a:pt x="17580" y="9340"/>
                  </a:cubicBezTo>
                  <a:lnTo>
                    <a:pt x="17580" y="5337"/>
                  </a:lnTo>
                  <a:cubicBezTo>
                    <a:pt x="16012" y="2169"/>
                    <a:pt x="12676" y="0"/>
                    <a:pt x="8807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76;p47">
              <a:extLst>
                <a:ext uri="{FF2B5EF4-FFF2-40B4-BE49-F238E27FC236}">
                  <a16:creationId xmlns:a16="http://schemas.microsoft.com/office/drawing/2014/main" id="{78589985-CE7D-A985-74A9-C318AAFCFA4A}"/>
                </a:ext>
              </a:extLst>
            </p:cNvPr>
            <p:cNvSpPr/>
            <p:nvPr/>
          </p:nvSpPr>
          <p:spPr>
            <a:xfrm>
              <a:off x="-2749300" y="1785875"/>
              <a:ext cx="1042450" cy="132625"/>
            </a:xfrm>
            <a:custGeom>
              <a:avLst/>
              <a:gdLst/>
              <a:ahLst/>
              <a:cxnLst/>
              <a:rect l="l" t="t" r="r" b="b"/>
              <a:pathLst>
                <a:path w="41698" h="5305" extrusionOk="0">
                  <a:moveTo>
                    <a:pt x="3870" y="1"/>
                  </a:moveTo>
                  <a:cubicBezTo>
                    <a:pt x="1769" y="1"/>
                    <a:pt x="1" y="1769"/>
                    <a:pt x="1" y="3904"/>
                  </a:cubicBezTo>
                  <a:lnTo>
                    <a:pt x="1" y="5305"/>
                  </a:lnTo>
                  <a:lnTo>
                    <a:pt x="41697" y="5305"/>
                  </a:lnTo>
                  <a:lnTo>
                    <a:pt x="41697" y="3904"/>
                  </a:lnTo>
                  <a:cubicBezTo>
                    <a:pt x="41697" y="1769"/>
                    <a:pt x="39963" y="1"/>
                    <a:pt x="37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77;p47">
              <a:extLst>
                <a:ext uri="{FF2B5EF4-FFF2-40B4-BE49-F238E27FC236}">
                  <a16:creationId xmlns:a16="http://schemas.microsoft.com/office/drawing/2014/main" id="{FA5D1538-DC54-4750-B41E-04A01FF3CC07}"/>
                </a:ext>
              </a:extLst>
            </p:cNvPr>
            <p:cNvSpPr/>
            <p:nvPr/>
          </p:nvSpPr>
          <p:spPr>
            <a:xfrm>
              <a:off x="-2149700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1" y="701"/>
                    <a:pt x="1" y="1569"/>
                  </a:cubicBezTo>
                  <a:cubicBezTo>
                    <a:pt x="1" y="2436"/>
                    <a:pt x="701" y="3170"/>
                    <a:pt x="1568" y="3170"/>
                  </a:cubicBezTo>
                  <a:cubicBezTo>
                    <a:pt x="2469" y="3170"/>
                    <a:pt x="3170" y="2436"/>
                    <a:pt x="3170" y="1569"/>
                  </a:cubicBezTo>
                  <a:cubicBezTo>
                    <a:pt x="3170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78;p47">
              <a:extLst>
                <a:ext uri="{FF2B5EF4-FFF2-40B4-BE49-F238E27FC236}">
                  <a16:creationId xmlns:a16="http://schemas.microsoft.com/office/drawing/2014/main" id="{7C0704B2-4F80-7012-35BF-955CCA71B505}"/>
                </a:ext>
              </a:extLst>
            </p:cNvPr>
            <p:cNvSpPr/>
            <p:nvPr/>
          </p:nvSpPr>
          <p:spPr>
            <a:xfrm>
              <a:off x="-2003750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0" y="701"/>
                    <a:pt x="0" y="1569"/>
                  </a:cubicBezTo>
                  <a:cubicBezTo>
                    <a:pt x="0" y="2436"/>
                    <a:pt x="701" y="3170"/>
                    <a:pt x="1568" y="3170"/>
                  </a:cubicBezTo>
                  <a:cubicBezTo>
                    <a:pt x="2469" y="3170"/>
                    <a:pt x="3169" y="2436"/>
                    <a:pt x="3169" y="1569"/>
                  </a:cubicBezTo>
                  <a:cubicBezTo>
                    <a:pt x="3169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79;p47">
              <a:extLst>
                <a:ext uri="{FF2B5EF4-FFF2-40B4-BE49-F238E27FC236}">
                  <a16:creationId xmlns:a16="http://schemas.microsoft.com/office/drawing/2014/main" id="{29880E3F-6254-A546-4358-9887DCEB7BD5}"/>
                </a:ext>
              </a:extLst>
            </p:cNvPr>
            <p:cNvSpPr/>
            <p:nvPr/>
          </p:nvSpPr>
          <p:spPr>
            <a:xfrm>
              <a:off x="-1857825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1" y="701"/>
                    <a:pt x="1" y="1569"/>
                  </a:cubicBezTo>
                  <a:cubicBezTo>
                    <a:pt x="1" y="2436"/>
                    <a:pt x="701" y="3170"/>
                    <a:pt x="1568" y="3170"/>
                  </a:cubicBezTo>
                  <a:cubicBezTo>
                    <a:pt x="2469" y="3170"/>
                    <a:pt x="3170" y="2436"/>
                    <a:pt x="3170" y="1569"/>
                  </a:cubicBezTo>
                  <a:cubicBezTo>
                    <a:pt x="3170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80;p47">
              <a:extLst>
                <a:ext uri="{FF2B5EF4-FFF2-40B4-BE49-F238E27FC236}">
                  <a16:creationId xmlns:a16="http://schemas.microsoft.com/office/drawing/2014/main" id="{93E53914-EC3C-B21D-64D2-EC6B41E56AE0}"/>
                </a:ext>
              </a:extLst>
            </p:cNvPr>
            <p:cNvSpPr/>
            <p:nvPr/>
          </p:nvSpPr>
          <p:spPr>
            <a:xfrm>
              <a:off x="-2624200" y="2876675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0"/>
                  </a:moveTo>
                  <a:cubicBezTo>
                    <a:pt x="334" y="0"/>
                    <a:pt x="0" y="334"/>
                    <a:pt x="0" y="734"/>
                  </a:cubicBezTo>
                  <a:cubicBezTo>
                    <a:pt x="0" y="1168"/>
                    <a:pt x="334" y="1501"/>
                    <a:pt x="768" y="1501"/>
                  </a:cubicBezTo>
                  <a:lnTo>
                    <a:pt x="15778" y="1501"/>
                  </a:lnTo>
                  <a:cubicBezTo>
                    <a:pt x="16179" y="1501"/>
                    <a:pt x="16512" y="1168"/>
                    <a:pt x="16512" y="734"/>
                  </a:cubicBezTo>
                  <a:cubicBezTo>
                    <a:pt x="16512" y="334"/>
                    <a:pt x="16179" y="0"/>
                    <a:pt x="15778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81;p47">
              <a:extLst>
                <a:ext uri="{FF2B5EF4-FFF2-40B4-BE49-F238E27FC236}">
                  <a16:creationId xmlns:a16="http://schemas.microsoft.com/office/drawing/2014/main" id="{564437F7-8924-873D-2160-22CB95571DBB}"/>
                </a:ext>
              </a:extLst>
            </p:cNvPr>
            <p:cNvSpPr/>
            <p:nvPr/>
          </p:nvSpPr>
          <p:spPr>
            <a:xfrm>
              <a:off x="-2624200" y="2952550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1"/>
                  </a:moveTo>
                  <a:cubicBezTo>
                    <a:pt x="334" y="1"/>
                    <a:pt x="0" y="334"/>
                    <a:pt x="0" y="768"/>
                  </a:cubicBezTo>
                  <a:cubicBezTo>
                    <a:pt x="0" y="1168"/>
                    <a:pt x="334" y="1502"/>
                    <a:pt x="768" y="1502"/>
                  </a:cubicBezTo>
                  <a:lnTo>
                    <a:pt x="15778" y="1502"/>
                  </a:lnTo>
                  <a:cubicBezTo>
                    <a:pt x="16179" y="1502"/>
                    <a:pt x="16512" y="1168"/>
                    <a:pt x="16512" y="768"/>
                  </a:cubicBezTo>
                  <a:cubicBezTo>
                    <a:pt x="16512" y="334"/>
                    <a:pt x="16179" y="1"/>
                    <a:pt x="15778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82;p47">
              <a:extLst>
                <a:ext uri="{FF2B5EF4-FFF2-40B4-BE49-F238E27FC236}">
                  <a16:creationId xmlns:a16="http://schemas.microsoft.com/office/drawing/2014/main" id="{6F0A9E6F-ECAE-716A-A470-3D5A6B8556BD}"/>
                </a:ext>
              </a:extLst>
            </p:cNvPr>
            <p:cNvSpPr/>
            <p:nvPr/>
          </p:nvSpPr>
          <p:spPr>
            <a:xfrm>
              <a:off x="-2624200" y="3028450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0"/>
                  </a:moveTo>
                  <a:cubicBezTo>
                    <a:pt x="334" y="0"/>
                    <a:pt x="0" y="334"/>
                    <a:pt x="0" y="767"/>
                  </a:cubicBezTo>
                  <a:cubicBezTo>
                    <a:pt x="0" y="1168"/>
                    <a:pt x="334" y="1501"/>
                    <a:pt x="768" y="1501"/>
                  </a:cubicBezTo>
                  <a:lnTo>
                    <a:pt x="15778" y="1501"/>
                  </a:lnTo>
                  <a:cubicBezTo>
                    <a:pt x="16179" y="1501"/>
                    <a:pt x="16512" y="1168"/>
                    <a:pt x="16512" y="767"/>
                  </a:cubicBezTo>
                  <a:cubicBezTo>
                    <a:pt x="16512" y="334"/>
                    <a:pt x="16179" y="0"/>
                    <a:pt x="15778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83;p47">
              <a:extLst>
                <a:ext uri="{FF2B5EF4-FFF2-40B4-BE49-F238E27FC236}">
                  <a16:creationId xmlns:a16="http://schemas.microsoft.com/office/drawing/2014/main" id="{2EEFE603-0E41-C5CC-11DE-E366662AA051}"/>
                </a:ext>
              </a:extLst>
            </p:cNvPr>
            <p:cNvSpPr/>
            <p:nvPr/>
          </p:nvSpPr>
          <p:spPr>
            <a:xfrm>
              <a:off x="-2125525" y="2786600"/>
              <a:ext cx="322775" cy="323600"/>
            </a:xfrm>
            <a:custGeom>
              <a:avLst/>
              <a:gdLst/>
              <a:ahLst/>
              <a:cxnLst/>
              <a:rect l="l" t="t" r="r" b="b"/>
              <a:pathLst>
                <a:path w="12911" h="12944" extrusionOk="0">
                  <a:moveTo>
                    <a:pt x="6439" y="1"/>
                  </a:moveTo>
                  <a:cubicBezTo>
                    <a:pt x="2870" y="1"/>
                    <a:pt x="1" y="2903"/>
                    <a:pt x="1" y="6472"/>
                  </a:cubicBezTo>
                  <a:cubicBezTo>
                    <a:pt x="1" y="10041"/>
                    <a:pt x="2870" y="12943"/>
                    <a:pt x="6439" y="12943"/>
                  </a:cubicBezTo>
                  <a:cubicBezTo>
                    <a:pt x="10041" y="12943"/>
                    <a:pt x="12910" y="10041"/>
                    <a:pt x="12910" y="6472"/>
                  </a:cubicBezTo>
                  <a:cubicBezTo>
                    <a:pt x="12910" y="2903"/>
                    <a:pt x="10041" y="1"/>
                    <a:pt x="6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84;p47">
              <a:extLst>
                <a:ext uri="{FF2B5EF4-FFF2-40B4-BE49-F238E27FC236}">
                  <a16:creationId xmlns:a16="http://schemas.microsoft.com/office/drawing/2014/main" id="{5AA0C4FB-7FFB-E896-A71F-0628F982D334}"/>
                </a:ext>
              </a:extLst>
            </p:cNvPr>
            <p:cNvSpPr/>
            <p:nvPr/>
          </p:nvSpPr>
          <p:spPr>
            <a:xfrm>
              <a:off x="-2095500" y="2816625"/>
              <a:ext cx="262725" cy="263550"/>
            </a:xfrm>
            <a:custGeom>
              <a:avLst/>
              <a:gdLst/>
              <a:ahLst/>
              <a:cxnLst/>
              <a:rect l="l" t="t" r="r" b="b"/>
              <a:pathLst>
                <a:path w="10509" h="10542" extrusionOk="0">
                  <a:moveTo>
                    <a:pt x="5238" y="1"/>
                  </a:moveTo>
                  <a:cubicBezTo>
                    <a:pt x="2369" y="1"/>
                    <a:pt x="1" y="2369"/>
                    <a:pt x="1" y="5271"/>
                  </a:cubicBezTo>
                  <a:cubicBezTo>
                    <a:pt x="1" y="8173"/>
                    <a:pt x="2369" y="10541"/>
                    <a:pt x="5238" y="10541"/>
                  </a:cubicBezTo>
                  <a:cubicBezTo>
                    <a:pt x="8140" y="10541"/>
                    <a:pt x="10508" y="8173"/>
                    <a:pt x="10508" y="5271"/>
                  </a:cubicBezTo>
                  <a:cubicBezTo>
                    <a:pt x="10508" y="2369"/>
                    <a:pt x="8140" y="1"/>
                    <a:pt x="52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85;p47">
              <a:extLst>
                <a:ext uri="{FF2B5EF4-FFF2-40B4-BE49-F238E27FC236}">
                  <a16:creationId xmlns:a16="http://schemas.microsoft.com/office/drawing/2014/main" id="{7543E6A4-B8D3-F1AF-0FCB-1E85B5CB591D}"/>
                </a:ext>
              </a:extLst>
            </p:cNvPr>
            <p:cNvSpPr/>
            <p:nvPr/>
          </p:nvSpPr>
          <p:spPr>
            <a:xfrm>
              <a:off x="-2042125" y="2839150"/>
              <a:ext cx="156800" cy="217675"/>
            </a:xfrm>
            <a:custGeom>
              <a:avLst/>
              <a:gdLst/>
              <a:ahLst/>
              <a:cxnLst/>
              <a:rect l="l" t="t" r="r" b="b"/>
              <a:pathLst>
                <a:path w="6272" h="8707" extrusionOk="0">
                  <a:moveTo>
                    <a:pt x="2402" y="2202"/>
                  </a:moveTo>
                  <a:cubicBezTo>
                    <a:pt x="2803" y="2235"/>
                    <a:pt x="3170" y="2235"/>
                    <a:pt x="3537" y="2235"/>
                  </a:cubicBezTo>
                  <a:cubicBezTo>
                    <a:pt x="3670" y="2235"/>
                    <a:pt x="3770" y="2335"/>
                    <a:pt x="3903" y="2369"/>
                  </a:cubicBezTo>
                  <a:cubicBezTo>
                    <a:pt x="4204" y="2502"/>
                    <a:pt x="4337" y="2702"/>
                    <a:pt x="4337" y="3036"/>
                  </a:cubicBezTo>
                  <a:cubicBezTo>
                    <a:pt x="4337" y="3336"/>
                    <a:pt x="4170" y="3536"/>
                    <a:pt x="3870" y="3669"/>
                  </a:cubicBezTo>
                  <a:cubicBezTo>
                    <a:pt x="3537" y="3836"/>
                    <a:pt x="3170" y="3836"/>
                    <a:pt x="2769" y="3836"/>
                  </a:cubicBezTo>
                  <a:lnTo>
                    <a:pt x="2402" y="3836"/>
                  </a:lnTo>
                  <a:lnTo>
                    <a:pt x="2402" y="2202"/>
                  </a:lnTo>
                  <a:close/>
                  <a:moveTo>
                    <a:pt x="2937" y="4682"/>
                  </a:moveTo>
                  <a:cubicBezTo>
                    <a:pt x="3201" y="4682"/>
                    <a:pt x="3463" y="4698"/>
                    <a:pt x="3737" y="4737"/>
                  </a:cubicBezTo>
                  <a:cubicBezTo>
                    <a:pt x="3903" y="4770"/>
                    <a:pt x="4070" y="4837"/>
                    <a:pt x="4237" y="4904"/>
                  </a:cubicBezTo>
                  <a:cubicBezTo>
                    <a:pt x="4537" y="5037"/>
                    <a:pt x="4671" y="5237"/>
                    <a:pt x="4671" y="5571"/>
                  </a:cubicBezTo>
                  <a:cubicBezTo>
                    <a:pt x="4671" y="5904"/>
                    <a:pt x="4504" y="6138"/>
                    <a:pt x="4204" y="6238"/>
                  </a:cubicBezTo>
                  <a:cubicBezTo>
                    <a:pt x="3837" y="6405"/>
                    <a:pt x="3436" y="6471"/>
                    <a:pt x="3036" y="6471"/>
                  </a:cubicBezTo>
                  <a:lnTo>
                    <a:pt x="2402" y="6471"/>
                  </a:lnTo>
                  <a:cubicBezTo>
                    <a:pt x="2402" y="5838"/>
                    <a:pt x="2402" y="5237"/>
                    <a:pt x="2369" y="4704"/>
                  </a:cubicBezTo>
                  <a:cubicBezTo>
                    <a:pt x="2562" y="4690"/>
                    <a:pt x="2750" y="4682"/>
                    <a:pt x="2937" y="4682"/>
                  </a:cubicBezTo>
                  <a:close/>
                  <a:moveTo>
                    <a:pt x="1602" y="0"/>
                  </a:moveTo>
                  <a:lnTo>
                    <a:pt x="1602" y="1334"/>
                  </a:lnTo>
                  <a:lnTo>
                    <a:pt x="1" y="1334"/>
                  </a:lnTo>
                  <a:lnTo>
                    <a:pt x="1" y="2202"/>
                  </a:lnTo>
                  <a:lnTo>
                    <a:pt x="668" y="2202"/>
                  </a:lnTo>
                  <a:cubicBezTo>
                    <a:pt x="968" y="2202"/>
                    <a:pt x="1068" y="2369"/>
                    <a:pt x="1068" y="2635"/>
                  </a:cubicBezTo>
                  <a:lnTo>
                    <a:pt x="1068" y="4237"/>
                  </a:lnTo>
                  <a:lnTo>
                    <a:pt x="1068" y="6071"/>
                  </a:lnTo>
                  <a:cubicBezTo>
                    <a:pt x="1068" y="6305"/>
                    <a:pt x="1001" y="6405"/>
                    <a:pt x="735" y="6405"/>
                  </a:cubicBezTo>
                  <a:lnTo>
                    <a:pt x="167" y="6405"/>
                  </a:lnTo>
                  <a:cubicBezTo>
                    <a:pt x="134" y="6738"/>
                    <a:pt x="34" y="7039"/>
                    <a:pt x="1" y="7372"/>
                  </a:cubicBezTo>
                  <a:lnTo>
                    <a:pt x="1635" y="7372"/>
                  </a:lnTo>
                  <a:lnTo>
                    <a:pt x="1635" y="8706"/>
                  </a:lnTo>
                  <a:lnTo>
                    <a:pt x="2402" y="8706"/>
                  </a:lnTo>
                  <a:lnTo>
                    <a:pt x="2402" y="7372"/>
                  </a:lnTo>
                  <a:lnTo>
                    <a:pt x="3036" y="7372"/>
                  </a:lnTo>
                  <a:lnTo>
                    <a:pt x="3036" y="8706"/>
                  </a:lnTo>
                  <a:lnTo>
                    <a:pt x="3837" y="8706"/>
                  </a:lnTo>
                  <a:lnTo>
                    <a:pt x="3837" y="7405"/>
                  </a:lnTo>
                  <a:cubicBezTo>
                    <a:pt x="4237" y="7339"/>
                    <a:pt x="4671" y="7305"/>
                    <a:pt x="5038" y="7172"/>
                  </a:cubicBezTo>
                  <a:cubicBezTo>
                    <a:pt x="5738" y="6972"/>
                    <a:pt x="6172" y="6505"/>
                    <a:pt x="6238" y="5804"/>
                  </a:cubicBezTo>
                  <a:cubicBezTo>
                    <a:pt x="6272" y="5704"/>
                    <a:pt x="6272" y="5571"/>
                    <a:pt x="6272" y="5504"/>
                  </a:cubicBezTo>
                  <a:cubicBezTo>
                    <a:pt x="6272" y="4737"/>
                    <a:pt x="5938" y="4237"/>
                    <a:pt x="5204" y="4036"/>
                  </a:cubicBezTo>
                  <a:cubicBezTo>
                    <a:pt x="5171" y="4003"/>
                    <a:pt x="5171" y="4003"/>
                    <a:pt x="5104" y="4003"/>
                  </a:cubicBezTo>
                  <a:lnTo>
                    <a:pt x="5104" y="3970"/>
                  </a:lnTo>
                  <a:cubicBezTo>
                    <a:pt x="5738" y="3536"/>
                    <a:pt x="5938" y="2836"/>
                    <a:pt x="5671" y="2168"/>
                  </a:cubicBezTo>
                  <a:cubicBezTo>
                    <a:pt x="5505" y="1801"/>
                    <a:pt x="5171" y="1568"/>
                    <a:pt x="4771" y="1468"/>
                  </a:cubicBezTo>
                  <a:cubicBezTo>
                    <a:pt x="4504" y="1368"/>
                    <a:pt x="4204" y="1334"/>
                    <a:pt x="3903" y="1301"/>
                  </a:cubicBezTo>
                  <a:cubicBezTo>
                    <a:pt x="3870" y="1301"/>
                    <a:pt x="3837" y="1301"/>
                    <a:pt x="3837" y="1201"/>
                  </a:cubicBezTo>
                  <a:lnTo>
                    <a:pt x="3837" y="667"/>
                  </a:lnTo>
                  <a:lnTo>
                    <a:pt x="3837" y="0"/>
                  </a:lnTo>
                  <a:lnTo>
                    <a:pt x="3036" y="0"/>
                  </a:lnTo>
                  <a:lnTo>
                    <a:pt x="3036" y="1301"/>
                  </a:lnTo>
                  <a:lnTo>
                    <a:pt x="2402" y="1301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86;p47">
              <a:extLst>
                <a:ext uri="{FF2B5EF4-FFF2-40B4-BE49-F238E27FC236}">
                  <a16:creationId xmlns:a16="http://schemas.microsoft.com/office/drawing/2014/main" id="{A76B0180-0B9D-7CAB-1306-83A73D3ABED3}"/>
                </a:ext>
              </a:extLst>
            </p:cNvPr>
            <p:cNvSpPr/>
            <p:nvPr/>
          </p:nvSpPr>
          <p:spPr>
            <a:xfrm>
              <a:off x="-1933700" y="3732275"/>
              <a:ext cx="617950" cy="619650"/>
            </a:xfrm>
            <a:custGeom>
              <a:avLst/>
              <a:gdLst/>
              <a:ahLst/>
              <a:cxnLst/>
              <a:rect l="l" t="t" r="r" b="b"/>
              <a:pathLst>
                <a:path w="24718" h="24786" extrusionOk="0">
                  <a:moveTo>
                    <a:pt x="12009" y="1168"/>
                  </a:moveTo>
                  <a:lnTo>
                    <a:pt x="12009" y="4704"/>
                  </a:lnTo>
                  <a:cubicBezTo>
                    <a:pt x="11075" y="4704"/>
                    <a:pt x="10174" y="4704"/>
                    <a:pt x="9340" y="4804"/>
                  </a:cubicBezTo>
                  <a:cubicBezTo>
                    <a:pt x="10307" y="3136"/>
                    <a:pt x="11375" y="1869"/>
                    <a:pt x="12009" y="1168"/>
                  </a:cubicBezTo>
                  <a:close/>
                  <a:moveTo>
                    <a:pt x="12709" y="968"/>
                  </a:moveTo>
                  <a:cubicBezTo>
                    <a:pt x="13343" y="1602"/>
                    <a:pt x="14577" y="3003"/>
                    <a:pt x="15711" y="4971"/>
                  </a:cubicBezTo>
                  <a:cubicBezTo>
                    <a:pt x="14677" y="4838"/>
                    <a:pt x="13677" y="4771"/>
                    <a:pt x="12709" y="4704"/>
                  </a:cubicBezTo>
                  <a:lnTo>
                    <a:pt x="12709" y="968"/>
                  </a:lnTo>
                  <a:close/>
                  <a:moveTo>
                    <a:pt x="11241" y="968"/>
                  </a:moveTo>
                  <a:lnTo>
                    <a:pt x="11241" y="968"/>
                  </a:lnTo>
                  <a:cubicBezTo>
                    <a:pt x="10508" y="1769"/>
                    <a:pt x="9407" y="3103"/>
                    <a:pt x="8506" y="4838"/>
                  </a:cubicBezTo>
                  <a:cubicBezTo>
                    <a:pt x="7205" y="4971"/>
                    <a:pt x="6038" y="5171"/>
                    <a:pt x="5004" y="5371"/>
                  </a:cubicBezTo>
                  <a:cubicBezTo>
                    <a:pt x="6505" y="3270"/>
                    <a:pt x="8673" y="1669"/>
                    <a:pt x="11241" y="968"/>
                  </a:cubicBezTo>
                  <a:close/>
                  <a:moveTo>
                    <a:pt x="13710" y="968"/>
                  </a:moveTo>
                  <a:lnTo>
                    <a:pt x="13710" y="968"/>
                  </a:lnTo>
                  <a:cubicBezTo>
                    <a:pt x="16412" y="1769"/>
                    <a:pt x="18713" y="3503"/>
                    <a:pt x="20215" y="5805"/>
                  </a:cubicBezTo>
                  <a:cubicBezTo>
                    <a:pt x="18914" y="5471"/>
                    <a:pt x="17713" y="5204"/>
                    <a:pt x="16579" y="5104"/>
                  </a:cubicBezTo>
                  <a:cubicBezTo>
                    <a:pt x="15611" y="3203"/>
                    <a:pt x="14444" y="1802"/>
                    <a:pt x="13710" y="968"/>
                  </a:cubicBezTo>
                  <a:close/>
                  <a:moveTo>
                    <a:pt x="8506" y="1335"/>
                  </a:moveTo>
                  <a:lnTo>
                    <a:pt x="8506" y="1335"/>
                  </a:lnTo>
                  <a:cubicBezTo>
                    <a:pt x="6672" y="2369"/>
                    <a:pt x="5104" y="3837"/>
                    <a:pt x="4003" y="5638"/>
                  </a:cubicBezTo>
                  <a:cubicBezTo>
                    <a:pt x="3436" y="5772"/>
                    <a:pt x="3002" y="5938"/>
                    <a:pt x="2535" y="6038"/>
                  </a:cubicBezTo>
                  <a:cubicBezTo>
                    <a:pt x="3936" y="3870"/>
                    <a:pt x="6038" y="2202"/>
                    <a:pt x="8506" y="1335"/>
                  </a:cubicBezTo>
                  <a:close/>
                  <a:moveTo>
                    <a:pt x="16845" y="1569"/>
                  </a:moveTo>
                  <a:lnTo>
                    <a:pt x="16845" y="1569"/>
                  </a:lnTo>
                  <a:cubicBezTo>
                    <a:pt x="19180" y="2536"/>
                    <a:pt x="21082" y="4204"/>
                    <a:pt x="22349" y="6339"/>
                  </a:cubicBezTo>
                  <a:cubicBezTo>
                    <a:pt x="21916" y="6205"/>
                    <a:pt x="21549" y="6072"/>
                    <a:pt x="21115" y="6005"/>
                  </a:cubicBezTo>
                  <a:cubicBezTo>
                    <a:pt x="20081" y="4170"/>
                    <a:pt x="18580" y="2669"/>
                    <a:pt x="16845" y="1569"/>
                  </a:cubicBezTo>
                  <a:close/>
                  <a:moveTo>
                    <a:pt x="3503" y="6472"/>
                  </a:moveTo>
                  <a:cubicBezTo>
                    <a:pt x="2669" y="8107"/>
                    <a:pt x="2168" y="9941"/>
                    <a:pt x="2068" y="11876"/>
                  </a:cubicBezTo>
                  <a:lnTo>
                    <a:pt x="701" y="11876"/>
                  </a:lnTo>
                  <a:cubicBezTo>
                    <a:pt x="767" y="10108"/>
                    <a:pt x="1234" y="8440"/>
                    <a:pt x="2002" y="6972"/>
                  </a:cubicBezTo>
                  <a:cubicBezTo>
                    <a:pt x="2402" y="6806"/>
                    <a:pt x="2902" y="6639"/>
                    <a:pt x="3503" y="6472"/>
                  </a:cubicBezTo>
                  <a:close/>
                  <a:moveTo>
                    <a:pt x="8106" y="5538"/>
                  </a:moveTo>
                  <a:cubicBezTo>
                    <a:pt x="7272" y="7273"/>
                    <a:pt x="6672" y="9307"/>
                    <a:pt x="6538" y="11642"/>
                  </a:cubicBezTo>
                  <a:lnTo>
                    <a:pt x="6538" y="11876"/>
                  </a:lnTo>
                  <a:lnTo>
                    <a:pt x="2769" y="11876"/>
                  </a:lnTo>
                  <a:cubicBezTo>
                    <a:pt x="2869" y="9808"/>
                    <a:pt x="3469" y="7873"/>
                    <a:pt x="4437" y="6205"/>
                  </a:cubicBezTo>
                  <a:cubicBezTo>
                    <a:pt x="5137" y="6038"/>
                    <a:pt x="5871" y="5872"/>
                    <a:pt x="6672" y="5772"/>
                  </a:cubicBezTo>
                  <a:cubicBezTo>
                    <a:pt x="7139" y="5671"/>
                    <a:pt x="7639" y="5638"/>
                    <a:pt x="8106" y="5538"/>
                  </a:cubicBezTo>
                  <a:close/>
                  <a:moveTo>
                    <a:pt x="12009" y="5371"/>
                  </a:moveTo>
                  <a:lnTo>
                    <a:pt x="12009" y="11876"/>
                  </a:lnTo>
                  <a:lnTo>
                    <a:pt x="7205" y="11876"/>
                  </a:lnTo>
                  <a:lnTo>
                    <a:pt x="7205" y="11676"/>
                  </a:lnTo>
                  <a:cubicBezTo>
                    <a:pt x="7339" y="9307"/>
                    <a:pt x="8039" y="7206"/>
                    <a:pt x="8906" y="5471"/>
                  </a:cubicBezTo>
                  <a:cubicBezTo>
                    <a:pt x="9874" y="5438"/>
                    <a:pt x="10908" y="5371"/>
                    <a:pt x="12009" y="5371"/>
                  </a:cubicBezTo>
                  <a:close/>
                  <a:moveTo>
                    <a:pt x="12709" y="5438"/>
                  </a:moveTo>
                  <a:cubicBezTo>
                    <a:pt x="13743" y="5471"/>
                    <a:pt x="14877" y="5538"/>
                    <a:pt x="16078" y="5705"/>
                  </a:cubicBezTo>
                  <a:cubicBezTo>
                    <a:pt x="16912" y="7373"/>
                    <a:pt x="17579" y="9407"/>
                    <a:pt x="17713" y="11676"/>
                  </a:cubicBezTo>
                  <a:lnTo>
                    <a:pt x="17713" y="11876"/>
                  </a:lnTo>
                  <a:lnTo>
                    <a:pt x="12709" y="11876"/>
                  </a:lnTo>
                  <a:lnTo>
                    <a:pt x="12709" y="5438"/>
                  </a:lnTo>
                  <a:close/>
                  <a:moveTo>
                    <a:pt x="16912" y="5838"/>
                  </a:moveTo>
                  <a:lnTo>
                    <a:pt x="16912" y="5838"/>
                  </a:lnTo>
                  <a:cubicBezTo>
                    <a:pt x="18113" y="6005"/>
                    <a:pt x="19381" y="6305"/>
                    <a:pt x="20682" y="6639"/>
                  </a:cubicBezTo>
                  <a:cubicBezTo>
                    <a:pt x="21549" y="8173"/>
                    <a:pt x="22049" y="9975"/>
                    <a:pt x="22116" y="11876"/>
                  </a:cubicBezTo>
                  <a:lnTo>
                    <a:pt x="18380" y="11876"/>
                  </a:lnTo>
                  <a:lnTo>
                    <a:pt x="18380" y="11642"/>
                  </a:lnTo>
                  <a:cubicBezTo>
                    <a:pt x="18280" y="9407"/>
                    <a:pt x="17679" y="7473"/>
                    <a:pt x="16912" y="5838"/>
                  </a:cubicBezTo>
                  <a:close/>
                  <a:moveTo>
                    <a:pt x="21616" y="6839"/>
                  </a:moveTo>
                  <a:lnTo>
                    <a:pt x="21616" y="6839"/>
                  </a:lnTo>
                  <a:cubicBezTo>
                    <a:pt x="22049" y="6972"/>
                    <a:pt x="22416" y="7106"/>
                    <a:pt x="22850" y="7206"/>
                  </a:cubicBezTo>
                  <a:cubicBezTo>
                    <a:pt x="23550" y="8640"/>
                    <a:pt x="23951" y="10208"/>
                    <a:pt x="24017" y="11876"/>
                  </a:cubicBezTo>
                  <a:lnTo>
                    <a:pt x="22850" y="11876"/>
                  </a:lnTo>
                  <a:cubicBezTo>
                    <a:pt x="22783" y="10108"/>
                    <a:pt x="22349" y="8373"/>
                    <a:pt x="21616" y="6839"/>
                  </a:cubicBezTo>
                  <a:close/>
                  <a:moveTo>
                    <a:pt x="2068" y="12610"/>
                  </a:moveTo>
                  <a:cubicBezTo>
                    <a:pt x="2135" y="14711"/>
                    <a:pt x="2702" y="16779"/>
                    <a:pt x="3669" y="18514"/>
                  </a:cubicBezTo>
                  <a:cubicBezTo>
                    <a:pt x="3202" y="18381"/>
                    <a:pt x="2702" y="18247"/>
                    <a:pt x="2202" y="18114"/>
                  </a:cubicBezTo>
                  <a:cubicBezTo>
                    <a:pt x="1301" y="16479"/>
                    <a:pt x="701" y="14611"/>
                    <a:pt x="667" y="12610"/>
                  </a:cubicBezTo>
                  <a:close/>
                  <a:moveTo>
                    <a:pt x="24017" y="12610"/>
                  </a:moveTo>
                  <a:cubicBezTo>
                    <a:pt x="23951" y="14711"/>
                    <a:pt x="23350" y="16713"/>
                    <a:pt x="22283" y="18447"/>
                  </a:cubicBezTo>
                  <a:cubicBezTo>
                    <a:pt x="21916" y="18547"/>
                    <a:pt x="21515" y="18681"/>
                    <a:pt x="21082" y="18814"/>
                  </a:cubicBezTo>
                  <a:cubicBezTo>
                    <a:pt x="22183" y="16980"/>
                    <a:pt x="22783" y="14845"/>
                    <a:pt x="22850" y="12610"/>
                  </a:cubicBezTo>
                  <a:close/>
                  <a:moveTo>
                    <a:pt x="6538" y="12610"/>
                  </a:moveTo>
                  <a:cubicBezTo>
                    <a:pt x="6571" y="14945"/>
                    <a:pt x="7205" y="17213"/>
                    <a:pt x="8406" y="19481"/>
                  </a:cubicBezTo>
                  <a:cubicBezTo>
                    <a:pt x="7239" y="19315"/>
                    <a:pt x="6004" y="19048"/>
                    <a:pt x="4670" y="18781"/>
                  </a:cubicBezTo>
                  <a:cubicBezTo>
                    <a:pt x="3503" y="16980"/>
                    <a:pt x="2835" y="14845"/>
                    <a:pt x="2769" y="12610"/>
                  </a:cubicBezTo>
                  <a:close/>
                  <a:moveTo>
                    <a:pt x="22149" y="12610"/>
                  </a:moveTo>
                  <a:cubicBezTo>
                    <a:pt x="22083" y="14978"/>
                    <a:pt x="21349" y="17213"/>
                    <a:pt x="20081" y="19048"/>
                  </a:cubicBezTo>
                  <a:cubicBezTo>
                    <a:pt x="19447" y="19214"/>
                    <a:pt x="18780" y="19348"/>
                    <a:pt x="18046" y="19481"/>
                  </a:cubicBezTo>
                  <a:cubicBezTo>
                    <a:pt x="17546" y="19548"/>
                    <a:pt x="17012" y="19648"/>
                    <a:pt x="16412" y="19681"/>
                  </a:cubicBezTo>
                  <a:cubicBezTo>
                    <a:pt x="17679" y="17346"/>
                    <a:pt x="18347" y="15011"/>
                    <a:pt x="18380" y="12610"/>
                  </a:cubicBezTo>
                  <a:close/>
                  <a:moveTo>
                    <a:pt x="12009" y="12610"/>
                  </a:moveTo>
                  <a:lnTo>
                    <a:pt x="12009" y="19815"/>
                  </a:lnTo>
                  <a:cubicBezTo>
                    <a:pt x="11108" y="19782"/>
                    <a:pt x="10207" y="19715"/>
                    <a:pt x="9240" y="19615"/>
                  </a:cubicBezTo>
                  <a:cubicBezTo>
                    <a:pt x="7939" y="17313"/>
                    <a:pt x="7272" y="14978"/>
                    <a:pt x="7239" y="12610"/>
                  </a:cubicBezTo>
                  <a:close/>
                  <a:moveTo>
                    <a:pt x="17713" y="12543"/>
                  </a:moveTo>
                  <a:cubicBezTo>
                    <a:pt x="17679" y="14978"/>
                    <a:pt x="16946" y="17346"/>
                    <a:pt x="15611" y="19715"/>
                  </a:cubicBezTo>
                  <a:cubicBezTo>
                    <a:pt x="14936" y="19790"/>
                    <a:pt x="14223" y="19827"/>
                    <a:pt x="13472" y="19827"/>
                  </a:cubicBezTo>
                  <a:cubicBezTo>
                    <a:pt x="13222" y="19827"/>
                    <a:pt x="12968" y="19823"/>
                    <a:pt x="12709" y="19815"/>
                  </a:cubicBezTo>
                  <a:lnTo>
                    <a:pt x="12709" y="12543"/>
                  </a:lnTo>
                  <a:close/>
                  <a:moveTo>
                    <a:pt x="21616" y="19315"/>
                  </a:moveTo>
                  <a:cubicBezTo>
                    <a:pt x="20415" y="20982"/>
                    <a:pt x="18780" y="22283"/>
                    <a:pt x="16845" y="23117"/>
                  </a:cubicBezTo>
                  <a:cubicBezTo>
                    <a:pt x="18280" y="22217"/>
                    <a:pt x="19547" y="21049"/>
                    <a:pt x="20515" y="19648"/>
                  </a:cubicBezTo>
                  <a:cubicBezTo>
                    <a:pt x="20915" y="19548"/>
                    <a:pt x="21282" y="19448"/>
                    <a:pt x="21616" y="19315"/>
                  </a:cubicBezTo>
                  <a:close/>
                  <a:moveTo>
                    <a:pt x="2769" y="19014"/>
                  </a:moveTo>
                  <a:cubicBezTo>
                    <a:pt x="3236" y="19148"/>
                    <a:pt x="3736" y="19281"/>
                    <a:pt x="4203" y="19381"/>
                  </a:cubicBezTo>
                  <a:cubicBezTo>
                    <a:pt x="5271" y="21016"/>
                    <a:pt x="6738" y="22383"/>
                    <a:pt x="8506" y="23351"/>
                  </a:cubicBezTo>
                  <a:cubicBezTo>
                    <a:pt x="6171" y="22517"/>
                    <a:pt x="4203" y="20982"/>
                    <a:pt x="2769" y="19014"/>
                  </a:cubicBezTo>
                  <a:close/>
                  <a:moveTo>
                    <a:pt x="9674" y="20349"/>
                  </a:moveTo>
                  <a:cubicBezTo>
                    <a:pt x="10508" y="20449"/>
                    <a:pt x="11241" y="20482"/>
                    <a:pt x="12009" y="20515"/>
                  </a:cubicBezTo>
                  <a:lnTo>
                    <a:pt x="12009" y="23451"/>
                  </a:lnTo>
                  <a:cubicBezTo>
                    <a:pt x="11075" y="22383"/>
                    <a:pt x="10341" y="21383"/>
                    <a:pt x="9674" y="20349"/>
                  </a:cubicBezTo>
                  <a:close/>
                  <a:moveTo>
                    <a:pt x="15178" y="20482"/>
                  </a:moveTo>
                  <a:cubicBezTo>
                    <a:pt x="14510" y="21549"/>
                    <a:pt x="13677" y="22650"/>
                    <a:pt x="12709" y="23684"/>
                  </a:cubicBezTo>
                  <a:lnTo>
                    <a:pt x="12709" y="20515"/>
                  </a:lnTo>
                  <a:lnTo>
                    <a:pt x="13210" y="20515"/>
                  </a:lnTo>
                  <a:cubicBezTo>
                    <a:pt x="13877" y="20515"/>
                    <a:pt x="14544" y="20482"/>
                    <a:pt x="15178" y="20482"/>
                  </a:cubicBezTo>
                  <a:close/>
                  <a:moveTo>
                    <a:pt x="5204" y="19648"/>
                  </a:moveTo>
                  <a:lnTo>
                    <a:pt x="5204" y="19648"/>
                  </a:lnTo>
                  <a:cubicBezTo>
                    <a:pt x="6505" y="19882"/>
                    <a:pt x="7672" y="20115"/>
                    <a:pt x="8773" y="20215"/>
                  </a:cubicBezTo>
                  <a:cubicBezTo>
                    <a:pt x="9507" y="21449"/>
                    <a:pt x="10341" y="22617"/>
                    <a:pt x="11342" y="23784"/>
                  </a:cubicBezTo>
                  <a:cubicBezTo>
                    <a:pt x="8840" y="23117"/>
                    <a:pt x="6738" y="21616"/>
                    <a:pt x="5204" y="19648"/>
                  </a:cubicBezTo>
                  <a:close/>
                  <a:moveTo>
                    <a:pt x="19514" y="19882"/>
                  </a:moveTo>
                  <a:lnTo>
                    <a:pt x="19514" y="19882"/>
                  </a:lnTo>
                  <a:cubicBezTo>
                    <a:pt x="18013" y="21716"/>
                    <a:pt x="15978" y="23117"/>
                    <a:pt x="13576" y="23784"/>
                  </a:cubicBezTo>
                  <a:cubicBezTo>
                    <a:pt x="14544" y="22650"/>
                    <a:pt x="15344" y="21516"/>
                    <a:pt x="16045" y="20382"/>
                  </a:cubicBezTo>
                  <a:cubicBezTo>
                    <a:pt x="17346" y="20282"/>
                    <a:pt x="18480" y="20115"/>
                    <a:pt x="19514" y="19882"/>
                  </a:cubicBezTo>
                  <a:close/>
                  <a:moveTo>
                    <a:pt x="12376" y="1"/>
                  </a:moveTo>
                  <a:cubicBezTo>
                    <a:pt x="5537" y="1"/>
                    <a:pt x="0" y="5538"/>
                    <a:pt x="0" y="12376"/>
                  </a:cubicBezTo>
                  <a:cubicBezTo>
                    <a:pt x="0" y="19214"/>
                    <a:pt x="5537" y="24785"/>
                    <a:pt x="12376" y="24785"/>
                  </a:cubicBezTo>
                  <a:lnTo>
                    <a:pt x="12642" y="24785"/>
                  </a:lnTo>
                  <a:cubicBezTo>
                    <a:pt x="19347" y="24552"/>
                    <a:pt x="24718" y="19048"/>
                    <a:pt x="24718" y="12343"/>
                  </a:cubicBezTo>
                  <a:cubicBezTo>
                    <a:pt x="24718" y="5638"/>
                    <a:pt x="19347" y="134"/>
                    <a:pt x="12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87;p47">
              <a:extLst>
                <a:ext uri="{FF2B5EF4-FFF2-40B4-BE49-F238E27FC236}">
                  <a16:creationId xmlns:a16="http://schemas.microsoft.com/office/drawing/2014/main" id="{4BA67CCF-1E7F-DA8B-FEDD-F25B3EC43B11}"/>
                </a:ext>
              </a:extLst>
            </p:cNvPr>
            <p:cNvSpPr/>
            <p:nvPr/>
          </p:nvSpPr>
          <p:spPr>
            <a:xfrm>
              <a:off x="-4410475" y="4376900"/>
              <a:ext cx="752225" cy="721375"/>
            </a:xfrm>
            <a:custGeom>
              <a:avLst/>
              <a:gdLst/>
              <a:ahLst/>
              <a:cxnLst/>
              <a:rect l="l" t="t" r="r" b="b"/>
              <a:pathLst>
                <a:path w="30089" h="28855" extrusionOk="0">
                  <a:moveTo>
                    <a:pt x="3336" y="1"/>
                  </a:moveTo>
                  <a:cubicBezTo>
                    <a:pt x="1501" y="1"/>
                    <a:pt x="0" y="1502"/>
                    <a:pt x="0" y="3337"/>
                  </a:cubicBezTo>
                  <a:lnTo>
                    <a:pt x="0" y="25519"/>
                  </a:lnTo>
                  <a:cubicBezTo>
                    <a:pt x="0" y="27354"/>
                    <a:pt x="1501" y="28855"/>
                    <a:pt x="3336" y="28855"/>
                  </a:cubicBezTo>
                  <a:lnTo>
                    <a:pt x="26753" y="28855"/>
                  </a:lnTo>
                  <a:cubicBezTo>
                    <a:pt x="28587" y="28855"/>
                    <a:pt x="30089" y="27354"/>
                    <a:pt x="30089" y="25519"/>
                  </a:cubicBezTo>
                  <a:lnTo>
                    <a:pt x="30089" y="3337"/>
                  </a:lnTo>
                  <a:cubicBezTo>
                    <a:pt x="30089" y="1502"/>
                    <a:pt x="28587" y="1"/>
                    <a:pt x="267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88;p47">
              <a:extLst>
                <a:ext uri="{FF2B5EF4-FFF2-40B4-BE49-F238E27FC236}">
                  <a16:creationId xmlns:a16="http://schemas.microsoft.com/office/drawing/2014/main" id="{98FD0D5D-B898-E730-A535-FB924EC33F8C}"/>
                </a:ext>
              </a:extLst>
            </p:cNvPr>
            <p:cNvSpPr/>
            <p:nvPr/>
          </p:nvSpPr>
          <p:spPr>
            <a:xfrm>
              <a:off x="-4368775" y="4337725"/>
              <a:ext cx="752225" cy="721375"/>
            </a:xfrm>
            <a:custGeom>
              <a:avLst/>
              <a:gdLst/>
              <a:ahLst/>
              <a:cxnLst/>
              <a:rect l="l" t="t" r="r" b="b"/>
              <a:pathLst>
                <a:path w="30089" h="28855" extrusionOk="0">
                  <a:moveTo>
                    <a:pt x="3336" y="0"/>
                  </a:moveTo>
                  <a:cubicBezTo>
                    <a:pt x="1501" y="0"/>
                    <a:pt x="0" y="1501"/>
                    <a:pt x="0" y="3336"/>
                  </a:cubicBezTo>
                  <a:lnTo>
                    <a:pt x="0" y="25518"/>
                  </a:lnTo>
                  <a:cubicBezTo>
                    <a:pt x="0" y="27353"/>
                    <a:pt x="1501" y="28854"/>
                    <a:pt x="3336" y="28854"/>
                  </a:cubicBezTo>
                  <a:lnTo>
                    <a:pt x="26753" y="28854"/>
                  </a:lnTo>
                  <a:cubicBezTo>
                    <a:pt x="28587" y="28854"/>
                    <a:pt x="30088" y="27353"/>
                    <a:pt x="30088" y="25518"/>
                  </a:cubicBezTo>
                  <a:lnTo>
                    <a:pt x="30088" y="3336"/>
                  </a:lnTo>
                  <a:cubicBezTo>
                    <a:pt x="30088" y="1501"/>
                    <a:pt x="28587" y="0"/>
                    <a:pt x="26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89;p47">
              <a:extLst>
                <a:ext uri="{FF2B5EF4-FFF2-40B4-BE49-F238E27FC236}">
                  <a16:creationId xmlns:a16="http://schemas.microsoft.com/office/drawing/2014/main" id="{10A6E55A-371E-283B-0584-5F2A5F5810B2}"/>
                </a:ext>
              </a:extLst>
            </p:cNvPr>
            <p:cNvSpPr/>
            <p:nvPr/>
          </p:nvSpPr>
          <p:spPr>
            <a:xfrm>
              <a:off x="-4308750" y="4382750"/>
              <a:ext cx="632150" cy="632150"/>
            </a:xfrm>
            <a:custGeom>
              <a:avLst/>
              <a:gdLst/>
              <a:ahLst/>
              <a:cxnLst/>
              <a:rect l="l" t="t" r="r" b="b"/>
              <a:pathLst>
                <a:path w="25286" h="25286" extrusionOk="0">
                  <a:moveTo>
                    <a:pt x="12643" y="3703"/>
                  </a:moveTo>
                  <a:cubicBezTo>
                    <a:pt x="17547" y="3703"/>
                    <a:pt x="21550" y="7706"/>
                    <a:pt x="21550" y="12643"/>
                  </a:cubicBezTo>
                  <a:cubicBezTo>
                    <a:pt x="21550" y="17546"/>
                    <a:pt x="17547" y="21549"/>
                    <a:pt x="12643" y="21549"/>
                  </a:cubicBezTo>
                  <a:cubicBezTo>
                    <a:pt x="7706" y="21549"/>
                    <a:pt x="3704" y="17546"/>
                    <a:pt x="3704" y="12643"/>
                  </a:cubicBezTo>
                  <a:cubicBezTo>
                    <a:pt x="3704" y="7706"/>
                    <a:pt x="7706" y="3703"/>
                    <a:pt x="12643" y="3703"/>
                  </a:cubicBezTo>
                  <a:close/>
                  <a:moveTo>
                    <a:pt x="12643" y="0"/>
                  </a:moveTo>
                  <a:cubicBezTo>
                    <a:pt x="5672" y="0"/>
                    <a:pt x="1" y="5671"/>
                    <a:pt x="1" y="12643"/>
                  </a:cubicBezTo>
                  <a:cubicBezTo>
                    <a:pt x="1" y="19614"/>
                    <a:pt x="5672" y="25285"/>
                    <a:pt x="12643" y="25285"/>
                  </a:cubicBezTo>
                  <a:cubicBezTo>
                    <a:pt x="19615" y="25285"/>
                    <a:pt x="25286" y="19614"/>
                    <a:pt x="25286" y="12643"/>
                  </a:cubicBezTo>
                  <a:cubicBezTo>
                    <a:pt x="25286" y="5671"/>
                    <a:pt x="19615" y="0"/>
                    <a:pt x="12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90;p47">
              <a:extLst>
                <a:ext uri="{FF2B5EF4-FFF2-40B4-BE49-F238E27FC236}">
                  <a16:creationId xmlns:a16="http://schemas.microsoft.com/office/drawing/2014/main" id="{D4C55136-4173-E7F9-6909-987FF9B6989F}"/>
                </a:ext>
              </a:extLst>
            </p:cNvPr>
            <p:cNvSpPr/>
            <p:nvPr/>
          </p:nvSpPr>
          <p:spPr>
            <a:xfrm>
              <a:off x="-3778350" y="4637100"/>
              <a:ext cx="25" cy="2525"/>
            </a:xfrm>
            <a:custGeom>
              <a:avLst/>
              <a:gdLst/>
              <a:ahLst/>
              <a:cxnLst/>
              <a:rect l="l" t="t" r="r" b="b"/>
              <a:pathLst>
                <a:path w="1" h="101" fill="none" extrusionOk="0">
                  <a:moveTo>
                    <a:pt x="0" y="10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91;p47">
              <a:extLst>
                <a:ext uri="{FF2B5EF4-FFF2-40B4-BE49-F238E27FC236}">
                  <a16:creationId xmlns:a16="http://schemas.microsoft.com/office/drawing/2014/main" id="{6C898248-9447-B2B9-96DF-E1D9E35C6474}"/>
                </a:ext>
              </a:extLst>
            </p:cNvPr>
            <p:cNvSpPr/>
            <p:nvPr/>
          </p:nvSpPr>
          <p:spPr>
            <a:xfrm>
              <a:off x="-3782525" y="4627100"/>
              <a:ext cx="1675" cy="1675"/>
            </a:xfrm>
            <a:custGeom>
              <a:avLst/>
              <a:gdLst/>
              <a:ahLst/>
              <a:cxnLst/>
              <a:rect l="l" t="t" r="r" b="b"/>
              <a:pathLst>
                <a:path w="67" h="67" fill="none" extrusionOk="0">
                  <a:moveTo>
                    <a:pt x="67" y="67"/>
                  </a:moveTo>
                  <a:cubicBezTo>
                    <a:pt x="67" y="33"/>
                    <a:pt x="67" y="33"/>
                    <a:pt x="0" y="0"/>
                  </a:cubicBezTo>
                  <a:cubicBezTo>
                    <a:pt x="67" y="33"/>
                    <a:pt x="67" y="67"/>
                    <a:pt x="67" y="67"/>
                  </a:cubicBez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92;p47">
              <a:extLst>
                <a:ext uri="{FF2B5EF4-FFF2-40B4-BE49-F238E27FC236}">
                  <a16:creationId xmlns:a16="http://schemas.microsoft.com/office/drawing/2014/main" id="{ADF9244C-979F-6C2D-D470-DA83F613912C}"/>
                </a:ext>
              </a:extLst>
            </p:cNvPr>
            <p:cNvSpPr/>
            <p:nvPr/>
          </p:nvSpPr>
          <p:spPr>
            <a:xfrm>
              <a:off x="-4092750" y="4603750"/>
              <a:ext cx="416975" cy="411150"/>
            </a:xfrm>
            <a:custGeom>
              <a:avLst/>
              <a:gdLst/>
              <a:ahLst/>
              <a:cxnLst/>
              <a:rect l="l" t="t" r="r" b="b"/>
              <a:pathLst>
                <a:path w="16679" h="16446" extrusionOk="0">
                  <a:moveTo>
                    <a:pt x="16045" y="0"/>
                  </a:moveTo>
                  <a:lnTo>
                    <a:pt x="16045" y="0"/>
                  </a:lnTo>
                  <a:cubicBezTo>
                    <a:pt x="16155" y="359"/>
                    <a:pt x="16253" y="725"/>
                    <a:pt x="16337" y="1096"/>
                  </a:cubicBezTo>
                  <a:lnTo>
                    <a:pt x="16337" y="1096"/>
                  </a:lnTo>
                  <a:cubicBezTo>
                    <a:pt x="16263" y="731"/>
                    <a:pt x="16174" y="369"/>
                    <a:pt x="16045" y="0"/>
                  </a:cubicBezTo>
                  <a:close/>
                  <a:moveTo>
                    <a:pt x="16337" y="1096"/>
                  </a:moveTo>
                  <a:lnTo>
                    <a:pt x="16337" y="1096"/>
                  </a:lnTo>
                  <a:cubicBezTo>
                    <a:pt x="16416" y="1489"/>
                    <a:pt x="16476" y="1886"/>
                    <a:pt x="16546" y="2302"/>
                  </a:cubicBezTo>
                  <a:lnTo>
                    <a:pt x="12976" y="3536"/>
                  </a:lnTo>
                  <a:lnTo>
                    <a:pt x="12976" y="3803"/>
                  </a:lnTo>
                  <a:cubicBezTo>
                    <a:pt x="12976" y="8706"/>
                    <a:pt x="8974" y="12709"/>
                    <a:pt x="4037" y="12709"/>
                  </a:cubicBezTo>
                  <a:cubicBezTo>
                    <a:pt x="2802" y="12709"/>
                    <a:pt x="1568" y="12476"/>
                    <a:pt x="467" y="11975"/>
                  </a:cubicBezTo>
                  <a:lnTo>
                    <a:pt x="0" y="15778"/>
                  </a:lnTo>
                  <a:cubicBezTo>
                    <a:pt x="1235" y="16178"/>
                    <a:pt x="2636" y="16445"/>
                    <a:pt x="4037" y="16445"/>
                  </a:cubicBezTo>
                  <a:cubicBezTo>
                    <a:pt x="11008" y="16445"/>
                    <a:pt x="16679" y="10774"/>
                    <a:pt x="16679" y="3803"/>
                  </a:cubicBezTo>
                  <a:cubicBezTo>
                    <a:pt x="16656" y="2868"/>
                    <a:pt x="16534" y="1965"/>
                    <a:pt x="16337" y="1096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93;p47">
              <a:extLst>
                <a:ext uri="{FF2B5EF4-FFF2-40B4-BE49-F238E27FC236}">
                  <a16:creationId xmlns:a16="http://schemas.microsoft.com/office/drawing/2014/main" id="{97DB6DFA-8588-FB45-2E35-E291E6FFDF38}"/>
                </a:ext>
              </a:extLst>
            </p:cNvPr>
            <p:cNvSpPr/>
            <p:nvPr/>
          </p:nvSpPr>
          <p:spPr>
            <a:xfrm>
              <a:off x="-3785025" y="4616250"/>
              <a:ext cx="850" cy="3350"/>
            </a:xfrm>
            <a:custGeom>
              <a:avLst/>
              <a:gdLst/>
              <a:ahLst/>
              <a:cxnLst/>
              <a:rect l="l" t="t" r="r" b="b"/>
              <a:pathLst>
                <a:path w="34" h="134" fill="none" extrusionOk="0">
                  <a:moveTo>
                    <a:pt x="34" y="134"/>
                  </a:moveTo>
                  <a:cubicBezTo>
                    <a:pt x="34" y="100"/>
                    <a:pt x="0" y="34"/>
                    <a:pt x="0" y="0"/>
                  </a:cubicBezTo>
                  <a:cubicBezTo>
                    <a:pt x="0" y="34"/>
                    <a:pt x="34" y="100"/>
                    <a:pt x="34" y="134"/>
                  </a:cubicBez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94;p47">
              <a:extLst>
                <a:ext uri="{FF2B5EF4-FFF2-40B4-BE49-F238E27FC236}">
                  <a16:creationId xmlns:a16="http://schemas.microsoft.com/office/drawing/2014/main" id="{23FC5A61-C21C-CE19-A625-C879C8528DC6}"/>
                </a:ext>
              </a:extLst>
            </p:cNvPr>
            <p:cNvSpPr/>
            <p:nvPr/>
          </p:nvSpPr>
          <p:spPr>
            <a:xfrm>
              <a:off x="-3771700" y="467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95;p47">
              <a:extLst>
                <a:ext uri="{FF2B5EF4-FFF2-40B4-BE49-F238E27FC236}">
                  <a16:creationId xmlns:a16="http://schemas.microsoft.com/office/drawing/2014/main" id="{E0EEDF0B-0C32-41AB-84EA-7263C51BECEF}"/>
                </a:ext>
              </a:extLst>
            </p:cNvPr>
            <p:cNvSpPr/>
            <p:nvPr/>
          </p:nvSpPr>
          <p:spPr>
            <a:xfrm>
              <a:off x="-3775025" y="46487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fill="none" extrusionOk="0">
                  <a:moveTo>
                    <a:pt x="1" y="3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96;p47">
              <a:extLst>
                <a:ext uri="{FF2B5EF4-FFF2-40B4-BE49-F238E27FC236}">
                  <a16:creationId xmlns:a16="http://schemas.microsoft.com/office/drawing/2014/main" id="{A8139F93-8417-305A-A5A2-AB4BA3E8AC7A}"/>
                </a:ext>
              </a:extLst>
            </p:cNvPr>
            <p:cNvSpPr/>
            <p:nvPr/>
          </p:nvSpPr>
          <p:spPr>
            <a:xfrm>
              <a:off x="-3772525" y="4658775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fill="none" extrusionOk="0">
                  <a:moveTo>
                    <a:pt x="1" y="67"/>
                  </a:moveTo>
                  <a:cubicBezTo>
                    <a:pt x="1" y="67"/>
                    <a:pt x="1" y="1"/>
                    <a:pt x="1" y="67"/>
                  </a:cubicBezTo>
                  <a:cubicBezTo>
                    <a:pt x="1" y="1"/>
                    <a:pt x="1" y="67"/>
                    <a:pt x="1" y="67"/>
                  </a:cubicBez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97;p47">
              <a:extLst>
                <a:ext uri="{FF2B5EF4-FFF2-40B4-BE49-F238E27FC236}">
                  <a16:creationId xmlns:a16="http://schemas.microsoft.com/office/drawing/2014/main" id="{17661F3F-E0DD-D946-197B-791193CDC1FE}"/>
                </a:ext>
              </a:extLst>
            </p:cNvPr>
            <p:cNvSpPr/>
            <p:nvPr/>
          </p:nvSpPr>
          <p:spPr>
            <a:xfrm>
              <a:off x="-3976825" y="4383575"/>
              <a:ext cx="297725" cy="310250"/>
            </a:xfrm>
            <a:custGeom>
              <a:avLst/>
              <a:gdLst/>
              <a:ahLst/>
              <a:cxnLst/>
              <a:rect l="l" t="t" r="r" b="b"/>
              <a:pathLst>
                <a:path w="11909" h="12410" extrusionOk="0">
                  <a:moveTo>
                    <a:pt x="0" y="1"/>
                  </a:moveTo>
                  <a:lnTo>
                    <a:pt x="0" y="3737"/>
                  </a:lnTo>
                  <a:cubicBezTo>
                    <a:pt x="4537" y="4070"/>
                    <a:pt x="8173" y="7773"/>
                    <a:pt x="8273" y="12410"/>
                  </a:cubicBezTo>
                  <a:lnTo>
                    <a:pt x="11909" y="11142"/>
                  </a:lnTo>
                  <a:cubicBezTo>
                    <a:pt x="11175" y="5071"/>
                    <a:pt x="6171" y="301"/>
                    <a:pt x="0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98;p47">
              <a:extLst>
                <a:ext uri="{FF2B5EF4-FFF2-40B4-BE49-F238E27FC236}">
                  <a16:creationId xmlns:a16="http://schemas.microsoft.com/office/drawing/2014/main" id="{05B311CF-07B3-6DE0-2721-ABA22AF04953}"/>
                </a:ext>
              </a:extLst>
            </p:cNvPr>
            <p:cNvSpPr/>
            <p:nvPr/>
          </p:nvSpPr>
          <p:spPr>
            <a:xfrm>
              <a:off x="-4269550" y="4383575"/>
              <a:ext cx="292750" cy="235200"/>
            </a:xfrm>
            <a:custGeom>
              <a:avLst/>
              <a:gdLst/>
              <a:ahLst/>
              <a:cxnLst/>
              <a:rect l="l" t="t" r="r" b="b"/>
              <a:pathLst>
                <a:path w="11710" h="9408" extrusionOk="0">
                  <a:moveTo>
                    <a:pt x="11075" y="1"/>
                  </a:moveTo>
                  <a:cubicBezTo>
                    <a:pt x="6272" y="1"/>
                    <a:pt x="2102" y="2669"/>
                    <a:pt x="1" y="6605"/>
                  </a:cubicBezTo>
                  <a:lnTo>
                    <a:pt x="2736" y="9407"/>
                  </a:lnTo>
                  <a:cubicBezTo>
                    <a:pt x="4037" y="6072"/>
                    <a:pt x="7273" y="3737"/>
                    <a:pt x="11075" y="3737"/>
                  </a:cubicBezTo>
                  <a:cubicBezTo>
                    <a:pt x="11275" y="3737"/>
                    <a:pt x="11509" y="3737"/>
                    <a:pt x="11709" y="3770"/>
                  </a:cubicBezTo>
                  <a:lnTo>
                    <a:pt x="11709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99;p47">
              <a:extLst>
                <a:ext uri="{FF2B5EF4-FFF2-40B4-BE49-F238E27FC236}">
                  <a16:creationId xmlns:a16="http://schemas.microsoft.com/office/drawing/2014/main" id="{A1FE118E-0C57-7F4A-C400-4700C2C8E7F1}"/>
                </a:ext>
              </a:extLst>
            </p:cNvPr>
            <p:cNvSpPr/>
            <p:nvPr/>
          </p:nvSpPr>
          <p:spPr>
            <a:xfrm>
              <a:off x="-4813275" y="4215950"/>
              <a:ext cx="676350" cy="502900"/>
            </a:xfrm>
            <a:custGeom>
              <a:avLst/>
              <a:gdLst/>
              <a:ahLst/>
              <a:cxnLst/>
              <a:rect l="l" t="t" r="r" b="b"/>
              <a:pathLst>
                <a:path w="27054" h="20116" extrusionOk="0">
                  <a:moveTo>
                    <a:pt x="4104" y="1"/>
                  </a:moveTo>
                  <a:cubicBezTo>
                    <a:pt x="1835" y="1"/>
                    <a:pt x="1" y="1836"/>
                    <a:pt x="1" y="4104"/>
                  </a:cubicBezTo>
                  <a:lnTo>
                    <a:pt x="1" y="16012"/>
                  </a:lnTo>
                  <a:cubicBezTo>
                    <a:pt x="1" y="18281"/>
                    <a:pt x="1835" y="20115"/>
                    <a:pt x="4104" y="20115"/>
                  </a:cubicBezTo>
                  <a:lnTo>
                    <a:pt x="22951" y="20115"/>
                  </a:lnTo>
                  <a:cubicBezTo>
                    <a:pt x="25219" y="20115"/>
                    <a:pt x="27054" y="18281"/>
                    <a:pt x="27020" y="16012"/>
                  </a:cubicBezTo>
                  <a:lnTo>
                    <a:pt x="27020" y="4104"/>
                  </a:lnTo>
                  <a:cubicBezTo>
                    <a:pt x="27020" y="1836"/>
                    <a:pt x="25186" y="1"/>
                    <a:pt x="229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00;p47">
              <a:extLst>
                <a:ext uri="{FF2B5EF4-FFF2-40B4-BE49-F238E27FC236}">
                  <a16:creationId xmlns:a16="http://schemas.microsoft.com/office/drawing/2014/main" id="{D4D69AA7-7A58-8A71-9D2E-40AE97302D85}"/>
                </a:ext>
              </a:extLst>
            </p:cNvPr>
            <p:cNvSpPr/>
            <p:nvPr/>
          </p:nvSpPr>
          <p:spPr>
            <a:xfrm>
              <a:off x="-4758225" y="4164250"/>
              <a:ext cx="675500" cy="502050"/>
            </a:xfrm>
            <a:custGeom>
              <a:avLst/>
              <a:gdLst/>
              <a:ahLst/>
              <a:cxnLst/>
              <a:rect l="l" t="t" r="r" b="b"/>
              <a:pathLst>
                <a:path w="27020" h="20082" extrusionOk="0">
                  <a:moveTo>
                    <a:pt x="4103" y="1"/>
                  </a:moveTo>
                  <a:cubicBezTo>
                    <a:pt x="1835" y="1"/>
                    <a:pt x="0" y="1835"/>
                    <a:pt x="0" y="4070"/>
                  </a:cubicBezTo>
                  <a:lnTo>
                    <a:pt x="0" y="16012"/>
                  </a:lnTo>
                  <a:cubicBezTo>
                    <a:pt x="0" y="18247"/>
                    <a:pt x="1835" y="20082"/>
                    <a:pt x="4103" y="20082"/>
                  </a:cubicBezTo>
                  <a:lnTo>
                    <a:pt x="22950" y="20082"/>
                  </a:lnTo>
                  <a:cubicBezTo>
                    <a:pt x="25185" y="20082"/>
                    <a:pt x="27020" y="18247"/>
                    <a:pt x="27020" y="16012"/>
                  </a:cubicBezTo>
                  <a:lnTo>
                    <a:pt x="27020" y="4070"/>
                  </a:lnTo>
                  <a:cubicBezTo>
                    <a:pt x="27020" y="1802"/>
                    <a:pt x="25185" y="1"/>
                    <a:pt x="229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01;p47">
              <a:extLst>
                <a:ext uri="{FF2B5EF4-FFF2-40B4-BE49-F238E27FC236}">
                  <a16:creationId xmlns:a16="http://schemas.microsoft.com/office/drawing/2014/main" id="{FDD2E359-0947-CE69-118C-61F7E255D36C}"/>
                </a:ext>
              </a:extLst>
            </p:cNvPr>
            <p:cNvSpPr/>
            <p:nvPr/>
          </p:nvSpPr>
          <p:spPr>
            <a:xfrm>
              <a:off x="-4558075" y="4261950"/>
              <a:ext cx="281875" cy="306175"/>
            </a:xfrm>
            <a:custGeom>
              <a:avLst/>
              <a:gdLst/>
              <a:ahLst/>
              <a:cxnLst/>
              <a:rect l="l" t="t" r="r" b="b"/>
              <a:pathLst>
                <a:path w="11275" h="12247" extrusionOk="0">
                  <a:moveTo>
                    <a:pt x="1548" y="0"/>
                  </a:moveTo>
                  <a:cubicBezTo>
                    <a:pt x="739" y="0"/>
                    <a:pt x="0" y="639"/>
                    <a:pt x="0" y="1530"/>
                  </a:cubicBezTo>
                  <a:lnTo>
                    <a:pt x="0" y="10703"/>
                  </a:lnTo>
                  <a:cubicBezTo>
                    <a:pt x="0" y="11591"/>
                    <a:pt x="752" y="12247"/>
                    <a:pt x="1552" y="12247"/>
                  </a:cubicBezTo>
                  <a:cubicBezTo>
                    <a:pt x="1804" y="12247"/>
                    <a:pt x="2062" y="12182"/>
                    <a:pt x="2302" y="12038"/>
                  </a:cubicBezTo>
                  <a:lnTo>
                    <a:pt x="10274" y="7468"/>
                  </a:lnTo>
                  <a:cubicBezTo>
                    <a:pt x="11275" y="6834"/>
                    <a:pt x="11275" y="5366"/>
                    <a:pt x="10274" y="4799"/>
                  </a:cubicBezTo>
                  <a:lnTo>
                    <a:pt x="2302" y="196"/>
                  </a:lnTo>
                  <a:cubicBezTo>
                    <a:pt x="2057" y="62"/>
                    <a:pt x="1799" y="0"/>
                    <a:pt x="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02;p47">
              <a:extLst>
                <a:ext uri="{FF2B5EF4-FFF2-40B4-BE49-F238E27FC236}">
                  <a16:creationId xmlns:a16="http://schemas.microsoft.com/office/drawing/2014/main" id="{B5063D0F-E26D-AFE1-C33E-DC8216EC5FD9}"/>
                </a:ext>
              </a:extLst>
            </p:cNvPr>
            <p:cNvSpPr/>
            <p:nvPr/>
          </p:nvSpPr>
          <p:spPr>
            <a:xfrm>
              <a:off x="-2170550" y="2098600"/>
              <a:ext cx="970725" cy="615475"/>
            </a:xfrm>
            <a:custGeom>
              <a:avLst/>
              <a:gdLst/>
              <a:ahLst/>
              <a:cxnLst/>
              <a:rect l="l" t="t" r="r" b="b"/>
              <a:pathLst>
                <a:path w="38829" h="24619" extrusionOk="0">
                  <a:moveTo>
                    <a:pt x="3136" y="1"/>
                  </a:moveTo>
                  <a:cubicBezTo>
                    <a:pt x="1368" y="1"/>
                    <a:pt x="1" y="1435"/>
                    <a:pt x="1" y="3137"/>
                  </a:cubicBezTo>
                  <a:lnTo>
                    <a:pt x="1" y="21483"/>
                  </a:lnTo>
                  <a:cubicBezTo>
                    <a:pt x="1" y="23251"/>
                    <a:pt x="1402" y="24619"/>
                    <a:pt x="3136" y="24619"/>
                  </a:cubicBezTo>
                  <a:lnTo>
                    <a:pt x="35693" y="24619"/>
                  </a:lnTo>
                  <a:cubicBezTo>
                    <a:pt x="37394" y="24619"/>
                    <a:pt x="38828" y="23184"/>
                    <a:pt x="38828" y="21483"/>
                  </a:cubicBezTo>
                  <a:lnTo>
                    <a:pt x="38828" y="3137"/>
                  </a:lnTo>
                  <a:cubicBezTo>
                    <a:pt x="38828" y="1402"/>
                    <a:pt x="37394" y="1"/>
                    <a:pt x="356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03;p47">
              <a:extLst>
                <a:ext uri="{FF2B5EF4-FFF2-40B4-BE49-F238E27FC236}">
                  <a16:creationId xmlns:a16="http://schemas.microsoft.com/office/drawing/2014/main" id="{02A513CE-BB65-5716-0211-447727E25CF2}"/>
                </a:ext>
              </a:extLst>
            </p:cNvPr>
            <p:cNvSpPr/>
            <p:nvPr/>
          </p:nvSpPr>
          <p:spPr>
            <a:xfrm>
              <a:off x="-2135525" y="2061075"/>
              <a:ext cx="970725" cy="615475"/>
            </a:xfrm>
            <a:custGeom>
              <a:avLst/>
              <a:gdLst/>
              <a:ahLst/>
              <a:cxnLst/>
              <a:rect l="l" t="t" r="r" b="b"/>
              <a:pathLst>
                <a:path w="38829" h="24619" extrusionOk="0">
                  <a:moveTo>
                    <a:pt x="3136" y="1"/>
                  </a:moveTo>
                  <a:cubicBezTo>
                    <a:pt x="1402" y="1"/>
                    <a:pt x="1" y="1435"/>
                    <a:pt x="1" y="3136"/>
                  </a:cubicBezTo>
                  <a:lnTo>
                    <a:pt x="1" y="21483"/>
                  </a:lnTo>
                  <a:cubicBezTo>
                    <a:pt x="1" y="23251"/>
                    <a:pt x="1435" y="24618"/>
                    <a:pt x="3136" y="24618"/>
                  </a:cubicBezTo>
                  <a:lnTo>
                    <a:pt x="35693" y="24618"/>
                  </a:lnTo>
                  <a:cubicBezTo>
                    <a:pt x="37461" y="24618"/>
                    <a:pt x="38828" y="23184"/>
                    <a:pt x="38828" y="21483"/>
                  </a:cubicBezTo>
                  <a:lnTo>
                    <a:pt x="38828" y="3136"/>
                  </a:lnTo>
                  <a:cubicBezTo>
                    <a:pt x="38828" y="1402"/>
                    <a:pt x="37427" y="1"/>
                    <a:pt x="356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04;p47">
              <a:extLst>
                <a:ext uri="{FF2B5EF4-FFF2-40B4-BE49-F238E27FC236}">
                  <a16:creationId xmlns:a16="http://schemas.microsoft.com/office/drawing/2014/main" id="{77DA0035-B224-0923-FBD1-7425411C9DD1}"/>
                </a:ext>
              </a:extLst>
            </p:cNvPr>
            <p:cNvSpPr/>
            <p:nvPr/>
          </p:nvSpPr>
          <p:spPr>
            <a:xfrm>
              <a:off x="-2016275" y="2148650"/>
              <a:ext cx="739725" cy="110925"/>
            </a:xfrm>
            <a:custGeom>
              <a:avLst/>
              <a:gdLst/>
              <a:ahLst/>
              <a:cxnLst/>
              <a:rect l="l" t="t" r="r" b="b"/>
              <a:pathLst>
                <a:path w="29589" h="4437" extrusionOk="0">
                  <a:moveTo>
                    <a:pt x="2202" y="0"/>
                  </a:moveTo>
                  <a:cubicBezTo>
                    <a:pt x="1001" y="0"/>
                    <a:pt x="1" y="1001"/>
                    <a:pt x="1" y="2235"/>
                  </a:cubicBezTo>
                  <a:cubicBezTo>
                    <a:pt x="1" y="3436"/>
                    <a:pt x="1001" y="4437"/>
                    <a:pt x="2202" y="4437"/>
                  </a:cubicBezTo>
                  <a:lnTo>
                    <a:pt x="27387" y="4437"/>
                  </a:lnTo>
                  <a:cubicBezTo>
                    <a:pt x="28655" y="4437"/>
                    <a:pt x="29589" y="3436"/>
                    <a:pt x="29589" y="2235"/>
                  </a:cubicBezTo>
                  <a:cubicBezTo>
                    <a:pt x="29589" y="1001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05;p47">
              <a:extLst>
                <a:ext uri="{FF2B5EF4-FFF2-40B4-BE49-F238E27FC236}">
                  <a16:creationId xmlns:a16="http://schemas.microsoft.com/office/drawing/2014/main" id="{BAA51C56-F811-61B3-AEA9-B830AC956827}"/>
                </a:ext>
              </a:extLst>
            </p:cNvPr>
            <p:cNvSpPr/>
            <p:nvPr/>
          </p:nvSpPr>
          <p:spPr>
            <a:xfrm>
              <a:off x="-1582625" y="2148650"/>
              <a:ext cx="306075" cy="110925"/>
            </a:xfrm>
            <a:custGeom>
              <a:avLst/>
              <a:gdLst/>
              <a:ahLst/>
              <a:cxnLst/>
              <a:rect l="l" t="t" r="r" b="b"/>
              <a:pathLst>
                <a:path w="12243" h="4437" extrusionOk="0">
                  <a:moveTo>
                    <a:pt x="0" y="0"/>
                  </a:moveTo>
                  <a:lnTo>
                    <a:pt x="0" y="4437"/>
                  </a:lnTo>
                  <a:lnTo>
                    <a:pt x="10041" y="4437"/>
                  </a:lnTo>
                  <a:cubicBezTo>
                    <a:pt x="11242" y="4437"/>
                    <a:pt x="12243" y="3436"/>
                    <a:pt x="12243" y="2235"/>
                  </a:cubicBezTo>
                  <a:cubicBezTo>
                    <a:pt x="12243" y="1001"/>
                    <a:pt x="11309" y="0"/>
                    <a:pt x="100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06;p47">
              <a:extLst>
                <a:ext uri="{FF2B5EF4-FFF2-40B4-BE49-F238E27FC236}">
                  <a16:creationId xmlns:a16="http://schemas.microsoft.com/office/drawing/2014/main" id="{B39256D8-537D-D831-E516-7DDBDE9B9EB5}"/>
                </a:ext>
              </a:extLst>
            </p:cNvPr>
            <p:cNvSpPr/>
            <p:nvPr/>
          </p:nvSpPr>
          <p:spPr>
            <a:xfrm>
              <a:off x="-1640175" y="2147825"/>
              <a:ext cx="112625" cy="112600"/>
            </a:xfrm>
            <a:custGeom>
              <a:avLst/>
              <a:gdLst/>
              <a:ahLst/>
              <a:cxnLst/>
              <a:rect l="l" t="t" r="r" b="b"/>
              <a:pathLst>
                <a:path w="4505" h="4504" extrusionOk="0">
                  <a:moveTo>
                    <a:pt x="2269" y="0"/>
                  </a:moveTo>
                  <a:cubicBezTo>
                    <a:pt x="1002" y="0"/>
                    <a:pt x="1" y="1001"/>
                    <a:pt x="1" y="2268"/>
                  </a:cubicBezTo>
                  <a:cubicBezTo>
                    <a:pt x="1" y="3503"/>
                    <a:pt x="1002" y="4503"/>
                    <a:pt x="2269" y="4503"/>
                  </a:cubicBezTo>
                  <a:cubicBezTo>
                    <a:pt x="3503" y="4503"/>
                    <a:pt x="4504" y="3503"/>
                    <a:pt x="4504" y="2268"/>
                  </a:cubicBezTo>
                  <a:cubicBezTo>
                    <a:pt x="4504" y="1001"/>
                    <a:pt x="3503" y="0"/>
                    <a:pt x="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07;p47">
              <a:extLst>
                <a:ext uri="{FF2B5EF4-FFF2-40B4-BE49-F238E27FC236}">
                  <a16:creationId xmlns:a16="http://schemas.microsoft.com/office/drawing/2014/main" id="{4F4AC4AD-612D-E6F4-FA94-1D07A4636707}"/>
                </a:ext>
              </a:extLst>
            </p:cNvPr>
            <p:cNvSpPr/>
            <p:nvPr/>
          </p:nvSpPr>
          <p:spPr>
            <a:xfrm>
              <a:off x="-2016275" y="2295425"/>
              <a:ext cx="739725" cy="110925"/>
            </a:xfrm>
            <a:custGeom>
              <a:avLst/>
              <a:gdLst/>
              <a:ahLst/>
              <a:cxnLst/>
              <a:rect l="l" t="t" r="r" b="b"/>
              <a:pathLst>
                <a:path w="29589" h="4437" extrusionOk="0">
                  <a:moveTo>
                    <a:pt x="2202" y="0"/>
                  </a:moveTo>
                  <a:cubicBezTo>
                    <a:pt x="1001" y="0"/>
                    <a:pt x="1" y="1034"/>
                    <a:pt x="1" y="2235"/>
                  </a:cubicBezTo>
                  <a:cubicBezTo>
                    <a:pt x="1" y="3436"/>
                    <a:pt x="1001" y="4437"/>
                    <a:pt x="2202" y="4437"/>
                  </a:cubicBezTo>
                  <a:lnTo>
                    <a:pt x="27387" y="4437"/>
                  </a:lnTo>
                  <a:cubicBezTo>
                    <a:pt x="28655" y="4437"/>
                    <a:pt x="29589" y="3436"/>
                    <a:pt x="29589" y="2235"/>
                  </a:cubicBezTo>
                  <a:cubicBezTo>
                    <a:pt x="29589" y="1034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08;p47">
              <a:extLst>
                <a:ext uri="{FF2B5EF4-FFF2-40B4-BE49-F238E27FC236}">
                  <a16:creationId xmlns:a16="http://schemas.microsoft.com/office/drawing/2014/main" id="{39B73E76-7BAC-4B29-D226-D90FD3D6B5C0}"/>
                </a:ext>
              </a:extLst>
            </p:cNvPr>
            <p:cNvSpPr/>
            <p:nvPr/>
          </p:nvSpPr>
          <p:spPr>
            <a:xfrm>
              <a:off x="-2016275" y="2443025"/>
              <a:ext cx="739725" cy="110100"/>
            </a:xfrm>
            <a:custGeom>
              <a:avLst/>
              <a:gdLst/>
              <a:ahLst/>
              <a:cxnLst/>
              <a:rect l="l" t="t" r="r" b="b"/>
              <a:pathLst>
                <a:path w="29589" h="4404" extrusionOk="0">
                  <a:moveTo>
                    <a:pt x="2202" y="0"/>
                  </a:moveTo>
                  <a:cubicBezTo>
                    <a:pt x="1001" y="0"/>
                    <a:pt x="1" y="1001"/>
                    <a:pt x="1" y="2202"/>
                  </a:cubicBezTo>
                  <a:cubicBezTo>
                    <a:pt x="1" y="3403"/>
                    <a:pt x="1001" y="4404"/>
                    <a:pt x="2202" y="4404"/>
                  </a:cubicBezTo>
                  <a:lnTo>
                    <a:pt x="27387" y="4404"/>
                  </a:lnTo>
                  <a:cubicBezTo>
                    <a:pt x="28655" y="4404"/>
                    <a:pt x="29589" y="3470"/>
                    <a:pt x="29589" y="2202"/>
                  </a:cubicBezTo>
                  <a:cubicBezTo>
                    <a:pt x="29589" y="1001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09;p47">
              <a:extLst>
                <a:ext uri="{FF2B5EF4-FFF2-40B4-BE49-F238E27FC236}">
                  <a16:creationId xmlns:a16="http://schemas.microsoft.com/office/drawing/2014/main" id="{40529073-F3EF-9768-9E4A-F3D96562FDFE}"/>
                </a:ext>
              </a:extLst>
            </p:cNvPr>
            <p:cNvSpPr/>
            <p:nvPr/>
          </p:nvSpPr>
          <p:spPr>
            <a:xfrm>
              <a:off x="-1718550" y="2296250"/>
              <a:ext cx="442000" cy="110100"/>
            </a:xfrm>
            <a:custGeom>
              <a:avLst/>
              <a:gdLst/>
              <a:ahLst/>
              <a:cxnLst/>
              <a:rect l="l" t="t" r="r" b="b"/>
              <a:pathLst>
                <a:path w="17680" h="4404" extrusionOk="0">
                  <a:moveTo>
                    <a:pt x="0" y="1"/>
                  </a:moveTo>
                  <a:lnTo>
                    <a:pt x="0" y="4404"/>
                  </a:lnTo>
                  <a:lnTo>
                    <a:pt x="15478" y="4404"/>
                  </a:lnTo>
                  <a:cubicBezTo>
                    <a:pt x="16679" y="4404"/>
                    <a:pt x="17680" y="3403"/>
                    <a:pt x="17680" y="2202"/>
                  </a:cubicBezTo>
                  <a:cubicBezTo>
                    <a:pt x="17680" y="1001"/>
                    <a:pt x="16746" y="1"/>
                    <a:pt x="154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10;p47">
              <a:extLst>
                <a:ext uri="{FF2B5EF4-FFF2-40B4-BE49-F238E27FC236}">
                  <a16:creationId xmlns:a16="http://schemas.microsoft.com/office/drawing/2014/main" id="{7609F54E-7C7B-6809-ED01-092E3285F2E3}"/>
                </a:ext>
              </a:extLst>
            </p:cNvPr>
            <p:cNvSpPr/>
            <p:nvPr/>
          </p:nvSpPr>
          <p:spPr>
            <a:xfrm>
              <a:off x="-1470875" y="2443850"/>
              <a:ext cx="194325" cy="110950"/>
            </a:xfrm>
            <a:custGeom>
              <a:avLst/>
              <a:gdLst/>
              <a:ahLst/>
              <a:cxnLst/>
              <a:rect l="l" t="t" r="r" b="b"/>
              <a:pathLst>
                <a:path w="7773" h="4438" extrusionOk="0">
                  <a:moveTo>
                    <a:pt x="0" y="1"/>
                  </a:moveTo>
                  <a:lnTo>
                    <a:pt x="0" y="4437"/>
                  </a:lnTo>
                  <a:lnTo>
                    <a:pt x="5571" y="4437"/>
                  </a:lnTo>
                  <a:cubicBezTo>
                    <a:pt x="6772" y="4437"/>
                    <a:pt x="7773" y="3437"/>
                    <a:pt x="7773" y="2202"/>
                  </a:cubicBezTo>
                  <a:cubicBezTo>
                    <a:pt x="7773" y="1002"/>
                    <a:pt x="6839" y="1"/>
                    <a:pt x="55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11;p47">
              <a:extLst>
                <a:ext uri="{FF2B5EF4-FFF2-40B4-BE49-F238E27FC236}">
                  <a16:creationId xmlns:a16="http://schemas.microsoft.com/office/drawing/2014/main" id="{E8C35B08-8832-AB3D-558D-61025747FC4C}"/>
                </a:ext>
              </a:extLst>
            </p:cNvPr>
            <p:cNvSpPr/>
            <p:nvPr/>
          </p:nvSpPr>
          <p:spPr>
            <a:xfrm>
              <a:off x="-1774425" y="2294575"/>
              <a:ext cx="112600" cy="112625"/>
            </a:xfrm>
            <a:custGeom>
              <a:avLst/>
              <a:gdLst/>
              <a:ahLst/>
              <a:cxnLst/>
              <a:rect l="l" t="t" r="r" b="b"/>
              <a:pathLst>
                <a:path w="4504" h="4505" extrusionOk="0">
                  <a:moveTo>
                    <a:pt x="2235" y="1"/>
                  </a:moveTo>
                  <a:cubicBezTo>
                    <a:pt x="1001" y="1"/>
                    <a:pt x="0" y="1002"/>
                    <a:pt x="0" y="2269"/>
                  </a:cubicBezTo>
                  <a:cubicBezTo>
                    <a:pt x="0" y="3503"/>
                    <a:pt x="1001" y="4504"/>
                    <a:pt x="2235" y="4504"/>
                  </a:cubicBezTo>
                  <a:cubicBezTo>
                    <a:pt x="3503" y="4504"/>
                    <a:pt x="4504" y="3503"/>
                    <a:pt x="4504" y="2269"/>
                  </a:cubicBezTo>
                  <a:cubicBezTo>
                    <a:pt x="4504" y="1068"/>
                    <a:pt x="3503" y="68"/>
                    <a:pt x="22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12;p47">
              <a:extLst>
                <a:ext uri="{FF2B5EF4-FFF2-40B4-BE49-F238E27FC236}">
                  <a16:creationId xmlns:a16="http://schemas.microsoft.com/office/drawing/2014/main" id="{28CE6A5F-FA89-8E74-1A34-2A897FEC0AE1}"/>
                </a:ext>
              </a:extLst>
            </p:cNvPr>
            <p:cNvSpPr/>
            <p:nvPr/>
          </p:nvSpPr>
          <p:spPr>
            <a:xfrm>
              <a:off x="-1527575" y="2442200"/>
              <a:ext cx="112600" cy="112600"/>
            </a:xfrm>
            <a:custGeom>
              <a:avLst/>
              <a:gdLst/>
              <a:ahLst/>
              <a:cxnLst/>
              <a:rect l="l" t="t" r="r" b="b"/>
              <a:pathLst>
                <a:path w="4504" h="4504" extrusionOk="0">
                  <a:moveTo>
                    <a:pt x="2268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503"/>
                    <a:pt x="1001" y="4503"/>
                    <a:pt x="2268" y="4503"/>
                  </a:cubicBezTo>
                  <a:cubicBezTo>
                    <a:pt x="3503" y="4503"/>
                    <a:pt x="4503" y="3503"/>
                    <a:pt x="4503" y="2235"/>
                  </a:cubicBezTo>
                  <a:cubicBezTo>
                    <a:pt x="4503" y="1034"/>
                    <a:pt x="3503" y="33"/>
                    <a:pt x="22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13;p47">
              <a:extLst>
                <a:ext uri="{FF2B5EF4-FFF2-40B4-BE49-F238E27FC236}">
                  <a16:creationId xmlns:a16="http://schemas.microsoft.com/office/drawing/2014/main" id="{C0498C5D-A01A-4403-EC92-A1339B0340C7}"/>
                </a:ext>
              </a:extLst>
            </p:cNvPr>
            <p:cNvSpPr/>
            <p:nvPr/>
          </p:nvSpPr>
          <p:spPr>
            <a:xfrm>
              <a:off x="-2213075" y="359552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01" y="534"/>
                  </a:moveTo>
                  <a:cubicBezTo>
                    <a:pt x="1868" y="534"/>
                    <a:pt x="2269" y="967"/>
                    <a:pt x="2269" y="1434"/>
                  </a:cubicBezTo>
                  <a:cubicBezTo>
                    <a:pt x="2269" y="1902"/>
                    <a:pt x="1868" y="2302"/>
                    <a:pt x="1401" y="2302"/>
                  </a:cubicBezTo>
                  <a:cubicBezTo>
                    <a:pt x="934" y="2302"/>
                    <a:pt x="534" y="1935"/>
                    <a:pt x="534" y="1434"/>
                  </a:cubicBezTo>
                  <a:cubicBezTo>
                    <a:pt x="534" y="967"/>
                    <a:pt x="901" y="534"/>
                    <a:pt x="1401" y="534"/>
                  </a:cubicBezTo>
                  <a:close/>
                  <a:moveTo>
                    <a:pt x="1401" y="0"/>
                  </a:moveTo>
                  <a:cubicBezTo>
                    <a:pt x="601" y="0"/>
                    <a:pt x="0" y="634"/>
                    <a:pt x="0" y="1434"/>
                  </a:cubicBezTo>
                  <a:cubicBezTo>
                    <a:pt x="0" y="2202"/>
                    <a:pt x="601" y="2836"/>
                    <a:pt x="1401" y="2836"/>
                  </a:cubicBezTo>
                  <a:cubicBezTo>
                    <a:pt x="2169" y="2836"/>
                    <a:pt x="2836" y="2202"/>
                    <a:pt x="2836" y="1434"/>
                  </a:cubicBezTo>
                  <a:cubicBezTo>
                    <a:pt x="2836" y="634"/>
                    <a:pt x="2202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14;p47">
              <a:extLst>
                <a:ext uri="{FF2B5EF4-FFF2-40B4-BE49-F238E27FC236}">
                  <a16:creationId xmlns:a16="http://schemas.microsoft.com/office/drawing/2014/main" id="{6301C2DE-ABA7-265E-802F-77C7C851C88D}"/>
                </a:ext>
              </a:extLst>
            </p:cNvPr>
            <p:cNvSpPr/>
            <p:nvPr/>
          </p:nvSpPr>
          <p:spPr>
            <a:xfrm>
              <a:off x="-2005425" y="365972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1401" y="1"/>
                  </a:moveTo>
                  <a:cubicBezTo>
                    <a:pt x="601" y="1"/>
                    <a:pt x="0" y="601"/>
                    <a:pt x="0" y="1402"/>
                  </a:cubicBezTo>
                  <a:cubicBezTo>
                    <a:pt x="0" y="2202"/>
                    <a:pt x="601" y="2803"/>
                    <a:pt x="1401" y="2803"/>
                  </a:cubicBezTo>
                  <a:cubicBezTo>
                    <a:pt x="2202" y="2803"/>
                    <a:pt x="2802" y="2202"/>
                    <a:pt x="2802" y="1402"/>
                  </a:cubicBezTo>
                  <a:cubicBezTo>
                    <a:pt x="2769" y="601"/>
                    <a:pt x="2169" y="1"/>
                    <a:pt x="1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15;p47">
              <a:extLst>
                <a:ext uri="{FF2B5EF4-FFF2-40B4-BE49-F238E27FC236}">
                  <a16:creationId xmlns:a16="http://schemas.microsoft.com/office/drawing/2014/main" id="{5D98BB4D-036B-DAD3-4D76-846DED2BD4F8}"/>
                </a:ext>
              </a:extLst>
            </p:cNvPr>
            <p:cNvSpPr/>
            <p:nvPr/>
          </p:nvSpPr>
          <p:spPr>
            <a:xfrm>
              <a:off x="-2108000" y="3371800"/>
              <a:ext cx="145125" cy="158675"/>
            </a:xfrm>
            <a:custGeom>
              <a:avLst/>
              <a:gdLst/>
              <a:ahLst/>
              <a:cxnLst/>
              <a:rect l="l" t="t" r="r" b="b"/>
              <a:pathLst>
                <a:path w="5805" h="6347" extrusionOk="0">
                  <a:moveTo>
                    <a:pt x="685" y="0"/>
                  </a:moveTo>
                  <a:cubicBezTo>
                    <a:pt x="322" y="0"/>
                    <a:pt x="0" y="288"/>
                    <a:pt x="0" y="677"/>
                  </a:cubicBezTo>
                  <a:lnTo>
                    <a:pt x="0" y="5680"/>
                  </a:lnTo>
                  <a:cubicBezTo>
                    <a:pt x="0" y="6078"/>
                    <a:pt x="316" y="6346"/>
                    <a:pt x="656" y="6346"/>
                  </a:cubicBezTo>
                  <a:cubicBezTo>
                    <a:pt x="772" y="6346"/>
                    <a:pt x="891" y="6315"/>
                    <a:pt x="1001" y="6247"/>
                  </a:cubicBezTo>
                  <a:lnTo>
                    <a:pt x="5338" y="3745"/>
                  </a:lnTo>
                  <a:cubicBezTo>
                    <a:pt x="5805" y="3512"/>
                    <a:pt x="5805" y="2878"/>
                    <a:pt x="5338" y="2578"/>
                  </a:cubicBezTo>
                  <a:lnTo>
                    <a:pt x="1001" y="76"/>
                  </a:lnTo>
                  <a:cubicBezTo>
                    <a:pt x="897" y="24"/>
                    <a:pt x="789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16;p47">
              <a:extLst>
                <a:ext uri="{FF2B5EF4-FFF2-40B4-BE49-F238E27FC236}">
                  <a16:creationId xmlns:a16="http://schemas.microsoft.com/office/drawing/2014/main" id="{D7FED9CC-71FB-67CE-E7B8-64E32B0DCFB9}"/>
                </a:ext>
              </a:extLst>
            </p:cNvPr>
            <p:cNvSpPr/>
            <p:nvPr/>
          </p:nvSpPr>
          <p:spPr>
            <a:xfrm>
              <a:off x="-4436325" y="3096825"/>
              <a:ext cx="377800" cy="575425"/>
            </a:xfrm>
            <a:custGeom>
              <a:avLst/>
              <a:gdLst/>
              <a:ahLst/>
              <a:cxnLst/>
              <a:rect l="l" t="t" r="r" b="b"/>
              <a:pathLst>
                <a:path w="15112" h="23017" extrusionOk="0">
                  <a:moveTo>
                    <a:pt x="15111" y="1"/>
                  </a:moveTo>
                  <a:cubicBezTo>
                    <a:pt x="14858" y="472"/>
                    <a:pt x="14628" y="850"/>
                    <a:pt x="14409" y="1157"/>
                  </a:cubicBezTo>
                  <a:lnTo>
                    <a:pt x="14409" y="1157"/>
                  </a:lnTo>
                  <a:cubicBezTo>
                    <a:pt x="15111" y="837"/>
                    <a:pt x="15111" y="1026"/>
                    <a:pt x="15111" y="1"/>
                  </a:cubicBezTo>
                  <a:close/>
                  <a:moveTo>
                    <a:pt x="14409" y="1157"/>
                  </a:moveTo>
                  <a:cubicBezTo>
                    <a:pt x="14083" y="1306"/>
                    <a:pt x="13607" y="1563"/>
                    <a:pt x="12910" y="2102"/>
                  </a:cubicBezTo>
                  <a:cubicBezTo>
                    <a:pt x="12591" y="2353"/>
                    <a:pt x="12263" y="2592"/>
                    <a:pt x="11930" y="2824"/>
                  </a:cubicBezTo>
                  <a:lnTo>
                    <a:pt x="11930" y="2824"/>
                  </a:lnTo>
                  <a:cubicBezTo>
                    <a:pt x="12975" y="2456"/>
                    <a:pt x="13618" y="2266"/>
                    <a:pt x="14409" y="1157"/>
                  </a:cubicBezTo>
                  <a:close/>
                  <a:moveTo>
                    <a:pt x="11930" y="2824"/>
                  </a:moveTo>
                  <a:lnTo>
                    <a:pt x="11930" y="2824"/>
                  </a:lnTo>
                  <a:cubicBezTo>
                    <a:pt x="11319" y="3039"/>
                    <a:pt x="10570" y="3314"/>
                    <a:pt x="9574" y="3870"/>
                  </a:cubicBezTo>
                  <a:cubicBezTo>
                    <a:pt x="6972" y="5271"/>
                    <a:pt x="4003" y="6205"/>
                    <a:pt x="2102" y="8507"/>
                  </a:cubicBezTo>
                  <a:cubicBezTo>
                    <a:pt x="100" y="10942"/>
                    <a:pt x="0" y="14611"/>
                    <a:pt x="1435" y="17446"/>
                  </a:cubicBezTo>
                  <a:cubicBezTo>
                    <a:pt x="2902" y="20248"/>
                    <a:pt x="5771" y="22216"/>
                    <a:pt x="8840" y="23017"/>
                  </a:cubicBezTo>
                  <a:cubicBezTo>
                    <a:pt x="6105" y="21516"/>
                    <a:pt x="4103" y="18747"/>
                    <a:pt x="3603" y="15678"/>
                  </a:cubicBezTo>
                  <a:cubicBezTo>
                    <a:pt x="3103" y="12610"/>
                    <a:pt x="4070" y="9341"/>
                    <a:pt x="6205" y="7039"/>
                  </a:cubicBezTo>
                  <a:cubicBezTo>
                    <a:pt x="7802" y="5298"/>
                    <a:pt x="9962" y="4193"/>
                    <a:pt x="11930" y="2824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17;p47">
              <a:extLst>
                <a:ext uri="{FF2B5EF4-FFF2-40B4-BE49-F238E27FC236}">
                  <a16:creationId xmlns:a16="http://schemas.microsoft.com/office/drawing/2014/main" id="{9E6AAC48-F17D-FE8D-2237-CD0440CB7824}"/>
                </a:ext>
              </a:extLst>
            </p:cNvPr>
            <p:cNvSpPr/>
            <p:nvPr/>
          </p:nvSpPr>
          <p:spPr>
            <a:xfrm>
              <a:off x="-2341500" y="4202625"/>
              <a:ext cx="362775" cy="310300"/>
            </a:xfrm>
            <a:custGeom>
              <a:avLst/>
              <a:gdLst/>
              <a:ahLst/>
              <a:cxnLst/>
              <a:rect l="l" t="t" r="r" b="b"/>
              <a:pathLst>
                <a:path w="14511" h="12412" extrusionOk="0">
                  <a:moveTo>
                    <a:pt x="10174" y="0"/>
                  </a:moveTo>
                  <a:lnTo>
                    <a:pt x="0" y="3569"/>
                  </a:lnTo>
                  <a:lnTo>
                    <a:pt x="4904" y="12176"/>
                  </a:lnTo>
                  <a:cubicBezTo>
                    <a:pt x="4904" y="12176"/>
                    <a:pt x="5880" y="12411"/>
                    <a:pt x="7241" y="12411"/>
                  </a:cubicBezTo>
                  <a:cubicBezTo>
                    <a:pt x="9502" y="12411"/>
                    <a:pt x="12825" y="11762"/>
                    <a:pt x="14511" y="8306"/>
                  </a:cubicBezTo>
                  <a:lnTo>
                    <a:pt x="1017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18;p47">
              <a:extLst>
                <a:ext uri="{FF2B5EF4-FFF2-40B4-BE49-F238E27FC236}">
                  <a16:creationId xmlns:a16="http://schemas.microsoft.com/office/drawing/2014/main" id="{C60A87F2-8651-DB42-F005-E28857569C57}"/>
                </a:ext>
              </a:extLst>
            </p:cNvPr>
            <p:cNvSpPr/>
            <p:nvPr/>
          </p:nvSpPr>
          <p:spPr>
            <a:xfrm>
              <a:off x="-2341500" y="4202625"/>
              <a:ext cx="283550" cy="261875"/>
            </a:xfrm>
            <a:custGeom>
              <a:avLst/>
              <a:gdLst/>
              <a:ahLst/>
              <a:cxnLst/>
              <a:rect l="l" t="t" r="r" b="b"/>
              <a:pathLst>
                <a:path w="11342" h="10475" extrusionOk="0">
                  <a:moveTo>
                    <a:pt x="10141" y="0"/>
                  </a:moveTo>
                  <a:lnTo>
                    <a:pt x="0" y="3569"/>
                  </a:lnTo>
                  <a:lnTo>
                    <a:pt x="1668" y="6505"/>
                  </a:lnTo>
                  <a:lnTo>
                    <a:pt x="3903" y="10474"/>
                  </a:lnTo>
                  <a:lnTo>
                    <a:pt x="11342" y="2335"/>
                  </a:lnTo>
                  <a:lnTo>
                    <a:pt x="10141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19;p47">
              <a:extLst>
                <a:ext uri="{FF2B5EF4-FFF2-40B4-BE49-F238E27FC236}">
                  <a16:creationId xmlns:a16="http://schemas.microsoft.com/office/drawing/2014/main" id="{1FBCABAE-E54D-6A53-4917-1AFC0193F02C}"/>
                </a:ext>
              </a:extLst>
            </p:cNvPr>
            <p:cNvSpPr/>
            <p:nvPr/>
          </p:nvSpPr>
          <p:spPr>
            <a:xfrm>
              <a:off x="-2257275" y="4393575"/>
              <a:ext cx="646325" cy="384475"/>
            </a:xfrm>
            <a:custGeom>
              <a:avLst/>
              <a:gdLst/>
              <a:ahLst/>
              <a:cxnLst/>
              <a:rect l="l" t="t" r="r" b="b"/>
              <a:pathLst>
                <a:path w="25853" h="15379" extrusionOk="0">
                  <a:moveTo>
                    <a:pt x="10775" y="1"/>
                  </a:moveTo>
                  <a:lnTo>
                    <a:pt x="534" y="2836"/>
                  </a:lnTo>
                  <a:lnTo>
                    <a:pt x="134" y="8674"/>
                  </a:lnTo>
                  <a:cubicBezTo>
                    <a:pt x="1" y="10709"/>
                    <a:pt x="1468" y="12443"/>
                    <a:pt x="3470" y="12710"/>
                  </a:cubicBezTo>
                  <a:lnTo>
                    <a:pt x="25619" y="15379"/>
                  </a:lnTo>
                  <a:lnTo>
                    <a:pt x="25686" y="14678"/>
                  </a:lnTo>
                  <a:cubicBezTo>
                    <a:pt x="25852" y="12944"/>
                    <a:pt x="24985" y="11342"/>
                    <a:pt x="23484" y="10575"/>
                  </a:cubicBezTo>
                  <a:lnTo>
                    <a:pt x="20682" y="9208"/>
                  </a:lnTo>
                  <a:lnTo>
                    <a:pt x="10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20;p47">
              <a:extLst>
                <a:ext uri="{FF2B5EF4-FFF2-40B4-BE49-F238E27FC236}">
                  <a16:creationId xmlns:a16="http://schemas.microsoft.com/office/drawing/2014/main" id="{CDBF34B6-897B-C1EB-0565-8EE6B21E483D}"/>
                </a:ext>
              </a:extLst>
            </p:cNvPr>
            <p:cNvSpPr/>
            <p:nvPr/>
          </p:nvSpPr>
          <p:spPr>
            <a:xfrm>
              <a:off x="-2258100" y="4570375"/>
              <a:ext cx="150950" cy="146800"/>
            </a:xfrm>
            <a:custGeom>
              <a:avLst/>
              <a:gdLst/>
              <a:ahLst/>
              <a:cxnLst/>
              <a:rect l="l" t="t" r="r" b="b"/>
              <a:pathLst>
                <a:path w="6038" h="5872" extrusionOk="0">
                  <a:moveTo>
                    <a:pt x="1254" y="1"/>
                  </a:moveTo>
                  <a:cubicBezTo>
                    <a:pt x="901" y="1"/>
                    <a:pt x="567" y="45"/>
                    <a:pt x="234" y="134"/>
                  </a:cubicBezTo>
                  <a:lnTo>
                    <a:pt x="134" y="1602"/>
                  </a:lnTo>
                  <a:cubicBezTo>
                    <a:pt x="0" y="3603"/>
                    <a:pt x="1468" y="5371"/>
                    <a:pt x="3469" y="5638"/>
                  </a:cubicBezTo>
                  <a:lnTo>
                    <a:pt x="5604" y="5872"/>
                  </a:lnTo>
                  <a:cubicBezTo>
                    <a:pt x="5671" y="5638"/>
                    <a:pt x="5704" y="5371"/>
                    <a:pt x="5738" y="5104"/>
                  </a:cubicBezTo>
                  <a:cubicBezTo>
                    <a:pt x="6038" y="2603"/>
                    <a:pt x="4303" y="334"/>
                    <a:pt x="1801" y="34"/>
                  </a:cubicBezTo>
                  <a:cubicBezTo>
                    <a:pt x="1612" y="12"/>
                    <a:pt x="1431" y="1"/>
                    <a:pt x="1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21;p47">
              <a:extLst>
                <a:ext uri="{FF2B5EF4-FFF2-40B4-BE49-F238E27FC236}">
                  <a16:creationId xmlns:a16="http://schemas.microsoft.com/office/drawing/2014/main" id="{2CDB2065-0486-241E-BB01-0C38AF08253D}"/>
                </a:ext>
              </a:extLst>
            </p:cNvPr>
            <p:cNvSpPr/>
            <p:nvPr/>
          </p:nvSpPr>
          <p:spPr>
            <a:xfrm>
              <a:off x="-1898675" y="4554525"/>
              <a:ext cx="137625" cy="119275"/>
            </a:xfrm>
            <a:custGeom>
              <a:avLst/>
              <a:gdLst/>
              <a:ahLst/>
              <a:cxnLst/>
              <a:rect l="l" t="t" r="r" b="b"/>
              <a:pathLst>
                <a:path w="5505" h="4771" extrusionOk="0">
                  <a:moveTo>
                    <a:pt x="3369" y="1"/>
                  </a:moveTo>
                  <a:lnTo>
                    <a:pt x="0" y="2469"/>
                  </a:lnTo>
                  <a:lnTo>
                    <a:pt x="1668" y="4771"/>
                  </a:lnTo>
                  <a:lnTo>
                    <a:pt x="5504" y="1969"/>
                  </a:lnTo>
                  <a:lnTo>
                    <a:pt x="33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22;p47">
              <a:extLst>
                <a:ext uri="{FF2B5EF4-FFF2-40B4-BE49-F238E27FC236}">
                  <a16:creationId xmlns:a16="http://schemas.microsoft.com/office/drawing/2014/main" id="{5AB43ED0-E44E-7D8F-0BC9-FC0BA3C7D8B9}"/>
                </a:ext>
              </a:extLst>
            </p:cNvPr>
            <p:cNvSpPr/>
            <p:nvPr/>
          </p:nvSpPr>
          <p:spPr>
            <a:xfrm>
              <a:off x="-1983750" y="4481150"/>
              <a:ext cx="143475" cy="122600"/>
            </a:xfrm>
            <a:custGeom>
              <a:avLst/>
              <a:gdLst/>
              <a:ahLst/>
              <a:cxnLst/>
              <a:rect l="l" t="t" r="r" b="b"/>
              <a:pathLst>
                <a:path w="5739" h="4904" extrusionOk="0">
                  <a:moveTo>
                    <a:pt x="3603" y="0"/>
                  </a:moveTo>
                  <a:lnTo>
                    <a:pt x="1" y="2602"/>
                  </a:lnTo>
                  <a:lnTo>
                    <a:pt x="1669" y="4904"/>
                  </a:lnTo>
                  <a:lnTo>
                    <a:pt x="5738" y="1935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23;p47">
              <a:extLst>
                <a:ext uri="{FF2B5EF4-FFF2-40B4-BE49-F238E27FC236}">
                  <a16:creationId xmlns:a16="http://schemas.microsoft.com/office/drawing/2014/main" id="{9731567A-2219-D1BD-7F27-FCA7F509EC39}"/>
                </a:ext>
              </a:extLst>
            </p:cNvPr>
            <p:cNvSpPr/>
            <p:nvPr/>
          </p:nvSpPr>
          <p:spPr>
            <a:xfrm>
              <a:off x="-3740825" y="2355700"/>
              <a:ext cx="1056600" cy="1254025"/>
            </a:xfrm>
            <a:custGeom>
              <a:avLst/>
              <a:gdLst/>
              <a:ahLst/>
              <a:cxnLst/>
              <a:rect l="l" t="t" r="r" b="b"/>
              <a:pathLst>
                <a:path w="42264" h="50161" extrusionOk="0">
                  <a:moveTo>
                    <a:pt x="11780" y="0"/>
                  </a:moveTo>
                  <a:cubicBezTo>
                    <a:pt x="10157" y="0"/>
                    <a:pt x="8501" y="433"/>
                    <a:pt x="7072" y="1259"/>
                  </a:cubicBezTo>
                  <a:cubicBezTo>
                    <a:pt x="4003" y="2893"/>
                    <a:pt x="1935" y="5995"/>
                    <a:pt x="968" y="9331"/>
                  </a:cubicBezTo>
                  <a:cubicBezTo>
                    <a:pt x="0" y="12600"/>
                    <a:pt x="67" y="16169"/>
                    <a:pt x="501" y="19572"/>
                  </a:cubicBezTo>
                  <a:cubicBezTo>
                    <a:pt x="1468" y="26944"/>
                    <a:pt x="4403" y="34182"/>
                    <a:pt x="9307" y="39786"/>
                  </a:cubicBezTo>
                  <a:cubicBezTo>
                    <a:pt x="14177" y="45390"/>
                    <a:pt x="21149" y="49360"/>
                    <a:pt x="28587" y="50060"/>
                  </a:cubicBezTo>
                  <a:cubicBezTo>
                    <a:pt x="29253" y="50125"/>
                    <a:pt x="29930" y="50161"/>
                    <a:pt x="30608" y="50161"/>
                  </a:cubicBezTo>
                  <a:cubicBezTo>
                    <a:pt x="33431" y="50161"/>
                    <a:pt x="36276" y="49540"/>
                    <a:pt x="38428" y="47792"/>
                  </a:cubicBezTo>
                  <a:cubicBezTo>
                    <a:pt x="41096" y="45624"/>
                    <a:pt x="42264" y="41354"/>
                    <a:pt x="40129" y="38619"/>
                  </a:cubicBezTo>
                  <a:cubicBezTo>
                    <a:pt x="38528" y="36550"/>
                    <a:pt x="35359" y="35550"/>
                    <a:pt x="34925" y="32948"/>
                  </a:cubicBezTo>
                  <a:cubicBezTo>
                    <a:pt x="34592" y="30913"/>
                    <a:pt x="36126" y="29112"/>
                    <a:pt x="36660" y="27177"/>
                  </a:cubicBezTo>
                  <a:cubicBezTo>
                    <a:pt x="37494" y="24242"/>
                    <a:pt x="35792" y="20773"/>
                    <a:pt x="32957" y="19705"/>
                  </a:cubicBezTo>
                  <a:cubicBezTo>
                    <a:pt x="30755" y="18838"/>
                    <a:pt x="28254" y="19271"/>
                    <a:pt x="25919" y="18838"/>
                  </a:cubicBezTo>
                  <a:cubicBezTo>
                    <a:pt x="22416" y="18137"/>
                    <a:pt x="19614" y="15335"/>
                    <a:pt x="18180" y="12066"/>
                  </a:cubicBezTo>
                  <a:cubicBezTo>
                    <a:pt x="16745" y="8831"/>
                    <a:pt x="16512" y="5161"/>
                    <a:pt x="16679" y="1625"/>
                  </a:cubicBezTo>
                  <a:cubicBezTo>
                    <a:pt x="15315" y="524"/>
                    <a:pt x="13568" y="0"/>
                    <a:pt x="11780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24;p47">
              <a:extLst>
                <a:ext uri="{FF2B5EF4-FFF2-40B4-BE49-F238E27FC236}">
                  <a16:creationId xmlns:a16="http://schemas.microsoft.com/office/drawing/2014/main" id="{5F144155-26D9-F94A-EE43-786394D2248D}"/>
                </a:ext>
              </a:extLst>
            </p:cNvPr>
            <p:cNvSpPr/>
            <p:nvPr/>
          </p:nvSpPr>
          <p:spPr>
            <a:xfrm>
              <a:off x="-3544850" y="2422175"/>
              <a:ext cx="820600" cy="1146675"/>
            </a:xfrm>
            <a:custGeom>
              <a:avLst/>
              <a:gdLst/>
              <a:ahLst/>
              <a:cxnLst/>
              <a:rect l="l" t="t" r="r" b="b"/>
              <a:pathLst>
                <a:path w="32824" h="45867" extrusionOk="0">
                  <a:moveTo>
                    <a:pt x="5971" y="1"/>
                  </a:moveTo>
                  <a:lnTo>
                    <a:pt x="0" y="2302"/>
                  </a:lnTo>
                  <a:lnTo>
                    <a:pt x="1234" y="36827"/>
                  </a:lnTo>
                  <a:cubicBezTo>
                    <a:pt x="1301" y="36894"/>
                    <a:pt x="1334" y="36994"/>
                    <a:pt x="1434" y="37060"/>
                  </a:cubicBezTo>
                  <a:cubicBezTo>
                    <a:pt x="4904" y="41030"/>
                    <a:pt x="9340" y="44099"/>
                    <a:pt x="14244" y="45867"/>
                  </a:cubicBezTo>
                  <a:cubicBezTo>
                    <a:pt x="20915" y="44866"/>
                    <a:pt x="28454" y="43732"/>
                    <a:pt x="32290" y="42931"/>
                  </a:cubicBezTo>
                  <a:cubicBezTo>
                    <a:pt x="32523" y="42698"/>
                    <a:pt x="32690" y="42364"/>
                    <a:pt x="32824" y="42031"/>
                  </a:cubicBezTo>
                  <a:cubicBezTo>
                    <a:pt x="26686" y="41097"/>
                    <a:pt x="23484" y="34492"/>
                    <a:pt x="24284" y="31023"/>
                  </a:cubicBezTo>
                  <a:cubicBezTo>
                    <a:pt x="25118" y="27353"/>
                    <a:pt x="27520" y="21483"/>
                    <a:pt x="18180" y="20048"/>
                  </a:cubicBezTo>
                  <a:cubicBezTo>
                    <a:pt x="8840" y="18647"/>
                    <a:pt x="5971" y="1"/>
                    <a:pt x="5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25;p47">
              <a:extLst>
                <a:ext uri="{FF2B5EF4-FFF2-40B4-BE49-F238E27FC236}">
                  <a16:creationId xmlns:a16="http://schemas.microsoft.com/office/drawing/2014/main" id="{BE4FD874-6367-AAC1-4578-D20845471B44}"/>
                </a:ext>
              </a:extLst>
            </p:cNvPr>
            <p:cNvSpPr/>
            <p:nvPr/>
          </p:nvSpPr>
          <p:spPr>
            <a:xfrm>
              <a:off x="-4334600" y="2355500"/>
              <a:ext cx="930700" cy="1483050"/>
            </a:xfrm>
            <a:custGeom>
              <a:avLst/>
              <a:gdLst/>
              <a:ahLst/>
              <a:cxnLst/>
              <a:rect l="l" t="t" r="r" b="b"/>
              <a:pathLst>
                <a:path w="37228" h="59322" extrusionOk="0">
                  <a:moveTo>
                    <a:pt x="16025" y="0"/>
                  </a:moveTo>
                  <a:cubicBezTo>
                    <a:pt x="15004" y="0"/>
                    <a:pt x="13932" y="105"/>
                    <a:pt x="12810" y="333"/>
                  </a:cubicBezTo>
                  <a:cubicBezTo>
                    <a:pt x="13744" y="4135"/>
                    <a:pt x="14545" y="8872"/>
                    <a:pt x="12310" y="12074"/>
                  </a:cubicBezTo>
                  <a:cubicBezTo>
                    <a:pt x="10742" y="14309"/>
                    <a:pt x="8040" y="15377"/>
                    <a:pt x="5805" y="16878"/>
                  </a:cubicBezTo>
                  <a:cubicBezTo>
                    <a:pt x="3537" y="18379"/>
                    <a:pt x="1402" y="20914"/>
                    <a:pt x="2136" y="23549"/>
                  </a:cubicBezTo>
                  <a:cubicBezTo>
                    <a:pt x="2903" y="26518"/>
                    <a:pt x="6872" y="28052"/>
                    <a:pt x="6973" y="31088"/>
                  </a:cubicBezTo>
                  <a:cubicBezTo>
                    <a:pt x="7039" y="33423"/>
                    <a:pt x="4804" y="35057"/>
                    <a:pt x="3303" y="36892"/>
                  </a:cubicBezTo>
                  <a:cubicBezTo>
                    <a:pt x="1" y="40895"/>
                    <a:pt x="368" y="47066"/>
                    <a:pt x="3303" y="51336"/>
                  </a:cubicBezTo>
                  <a:cubicBezTo>
                    <a:pt x="6205" y="55572"/>
                    <a:pt x="11209" y="58041"/>
                    <a:pt x="16313" y="58941"/>
                  </a:cubicBezTo>
                  <a:cubicBezTo>
                    <a:pt x="17630" y="59185"/>
                    <a:pt x="18987" y="59322"/>
                    <a:pt x="20339" y="59322"/>
                  </a:cubicBezTo>
                  <a:cubicBezTo>
                    <a:pt x="23061" y="59322"/>
                    <a:pt x="25759" y="58766"/>
                    <a:pt x="28054" y="57407"/>
                  </a:cubicBezTo>
                  <a:cubicBezTo>
                    <a:pt x="33125" y="54405"/>
                    <a:pt x="35226" y="48167"/>
                    <a:pt x="35993" y="42329"/>
                  </a:cubicBezTo>
                  <a:cubicBezTo>
                    <a:pt x="37227" y="32155"/>
                    <a:pt x="35460" y="21681"/>
                    <a:pt x="31290" y="12341"/>
                  </a:cubicBezTo>
                  <a:cubicBezTo>
                    <a:pt x="29722" y="8905"/>
                    <a:pt x="27854" y="5536"/>
                    <a:pt x="24885" y="3168"/>
                  </a:cubicBezTo>
                  <a:cubicBezTo>
                    <a:pt x="22621" y="1320"/>
                    <a:pt x="19647" y="0"/>
                    <a:pt x="16025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26;p47">
              <a:extLst>
                <a:ext uri="{FF2B5EF4-FFF2-40B4-BE49-F238E27FC236}">
                  <a16:creationId xmlns:a16="http://schemas.microsoft.com/office/drawing/2014/main" id="{868B1514-9AFD-F8CC-1F34-952F9CAF6A82}"/>
                </a:ext>
              </a:extLst>
            </p:cNvPr>
            <p:cNvSpPr/>
            <p:nvPr/>
          </p:nvSpPr>
          <p:spPr>
            <a:xfrm>
              <a:off x="-4438000" y="2585625"/>
              <a:ext cx="1400200" cy="1772125"/>
            </a:xfrm>
            <a:custGeom>
              <a:avLst/>
              <a:gdLst/>
              <a:ahLst/>
              <a:cxnLst/>
              <a:rect l="l" t="t" r="r" b="b"/>
              <a:pathLst>
                <a:path w="56008" h="70885" extrusionOk="0">
                  <a:moveTo>
                    <a:pt x="10341" y="24351"/>
                  </a:moveTo>
                  <a:lnTo>
                    <a:pt x="10341" y="24351"/>
                  </a:lnTo>
                  <a:cubicBezTo>
                    <a:pt x="9507" y="25519"/>
                    <a:pt x="8340" y="26553"/>
                    <a:pt x="7473" y="27654"/>
                  </a:cubicBezTo>
                  <a:cubicBezTo>
                    <a:pt x="4170" y="31657"/>
                    <a:pt x="4537" y="37828"/>
                    <a:pt x="7473" y="42064"/>
                  </a:cubicBezTo>
                  <a:cubicBezTo>
                    <a:pt x="7639" y="42331"/>
                    <a:pt x="7840" y="42564"/>
                    <a:pt x="8040" y="42831"/>
                  </a:cubicBezTo>
                  <a:cubicBezTo>
                    <a:pt x="5805" y="41230"/>
                    <a:pt x="4170" y="38795"/>
                    <a:pt x="3770" y="36060"/>
                  </a:cubicBezTo>
                  <a:cubicBezTo>
                    <a:pt x="3270" y="33024"/>
                    <a:pt x="4237" y="29722"/>
                    <a:pt x="6338" y="27454"/>
                  </a:cubicBezTo>
                  <a:cubicBezTo>
                    <a:pt x="7506" y="26186"/>
                    <a:pt x="8940" y="25285"/>
                    <a:pt x="10341" y="24351"/>
                  </a:cubicBezTo>
                  <a:close/>
                  <a:moveTo>
                    <a:pt x="17647" y="1"/>
                  </a:moveTo>
                  <a:cubicBezTo>
                    <a:pt x="17446" y="1035"/>
                    <a:pt x="17013" y="2002"/>
                    <a:pt x="16446" y="2869"/>
                  </a:cubicBezTo>
                  <a:cubicBezTo>
                    <a:pt x="14911" y="5104"/>
                    <a:pt x="12176" y="6172"/>
                    <a:pt x="9941" y="7673"/>
                  </a:cubicBezTo>
                  <a:cubicBezTo>
                    <a:pt x="7673" y="9174"/>
                    <a:pt x="5571" y="11709"/>
                    <a:pt x="6272" y="14344"/>
                  </a:cubicBezTo>
                  <a:cubicBezTo>
                    <a:pt x="7072" y="17313"/>
                    <a:pt x="11008" y="18847"/>
                    <a:pt x="11109" y="21883"/>
                  </a:cubicBezTo>
                  <a:cubicBezTo>
                    <a:pt x="11142" y="22617"/>
                    <a:pt x="10942" y="23217"/>
                    <a:pt x="10608" y="23851"/>
                  </a:cubicBezTo>
                  <a:cubicBezTo>
                    <a:pt x="10308" y="23984"/>
                    <a:pt x="9974" y="24151"/>
                    <a:pt x="9607" y="24351"/>
                  </a:cubicBezTo>
                  <a:cubicBezTo>
                    <a:pt x="7006" y="25786"/>
                    <a:pt x="4003" y="26686"/>
                    <a:pt x="2135" y="28988"/>
                  </a:cubicBezTo>
                  <a:cubicBezTo>
                    <a:pt x="134" y="31456"/>
                    <a:pt x="1" y="35126"/>
                    <a:pt x="1468" y="37961"/>
                  </a:cubicBezTo>
                  <a:cubicBezTo>
                    <a:pt x="2836" y="40563"/>
                    <a:pt x="5438" y="42464"/>
                    <a:pt x="8273" y="43332"/>
                  </a:cubicBezTo>
                  <a:cubicBezTo>
                    <a:pt x="9441" y="44733"/>
                    <a:pt x="10842" y="45900"/>
                    <a:pt x="12443" y="46867"/>
                  </a:cubicBezTo>
                  <a:cubicBezTo>
                    <a:pt x="12510" y="46901"/>
                    <a:pt x="12576" y="46968"/>
                    <a:pt x="12643" y="47001"/>
                  </a:cubicBezTo>
                  <a:cubicBezTo>
                    <a:pt x="12910" y="47168"/>
                    <a:pt x="13143" y="47301"/>
                    <a:pt x="13444" y="47468"/>
                  </a:cubicBezTo>
                  <a:lnTo>
                    <a:pt x="13677" y="47568"/>
                  </a:lnTo>
                  <a:cubicBezTo>
                    <a:pt x="13977" y="47701"/>
                    <a:pt x="14244" y="47868"/>
                    <a:pt x="14511" y="48002"/>
                  </a:cubicBezTo>
                  <a:cubicBezTo>
                    <a:pt x="14578" y="48035"/>
                    <a:pt x="14644" y="48035"/>
                    <a:pt x="14678" y="48068"/>
                  </a:cubicBezTo>
                  <a:cubicBezTo>
                    <a:pt x="15345" y="48369"/>
                    <a:pt x="16079" y="48669"/>
                    <a:pt x="16813" y="48902"/>
                  </a:cubicBezTo>
                  <a:cubicBezTo>
                    <a:pt x="16913" y="48969"/>
                    <a:pt x="17013" y="49002"/>
                    <a:pt x="17113" y="49002"/>
                  </a:cubicBezTo>
                  <a:cubicBezTo>
                    <a:pt x="17346" y="49069"/>
                    <a:pt x="17613" y="49169"/>
                    <a:pt x="17913" y="49236"/>
                  </a:cubicBezTo>
                  <a:cubicBezTo>
                    <a:pt x="18013" y="49303"/>
                    <a:pt x="18147" y="49336"/>
                    <a:pt x="18247" y="49336"/>
                  </a:cubicBezTo>
                  <a:cubicBezTo>
                    <a:pt x="18480" y="49403"/>
                    <a:pt x="18747" y="49469"/>
                    <a:pt x="18981" y="49536"/>
                  </a:cubicBezTo>
                  <a:cubicBezTo>
                    <a:pt x="19114" y="49569"/>
                    <a:pt x="19181" y="49569"/>
                    <a:pt x="19314" y="49636"/>
                  </a:cubicBezTo>
                  <a:cubicBezTo>
                    <a:pt x="19681" y="49703"/>
                    <a:pt x="20015" y="49803"/>
                    <a:pt x="20415" y="49836"/>
                  </a:cubicBezTo>
                  <a:cubicBezTo>
                    <a:pt x="21734" y="50100"/>
                    <a:pt x="23105" y="50209"/>
                    <a:pt x="24459" y="50209"/>
                  </a:cubicBezTo>
                  <a:cubicBezTo>
                    <a:pt x="24646" y="50209"/>
                    <a:pt x="24832" y="50207"/>
                    <a:pt x="25018" y="50203"/>
                  </a:cubicBezTo>
                  <a:lnTo>
                    <a:pt x="27320" y="53506"/>
                  </a:lnTo>
                  <a:lnTo>
                    <a:pt x="27253" y="58876"/>
                  </a:lnTo>
                  <a:lnTo>
                    <a:pt x="28754" y="61511"/>
                  </a:lnTo>
                  <a:cubicBezTo>
                    <a:pt x="29031" y="62014"/>
                    <a:pt x="29080" y="62365"/>
                    <a:pt x="29387" y="62365"/>
                  </a:cubicBezTo>
                  <a:cubicBezTo>
                    <a:pt x="29488" y="62365"/>
                    <a:pt x="29616" y="62327"/>
                    <a:pt x="29789" y="62245"/>
                  </a:cubicBezTo>
                  <a:cubicBezTo>
                    <a:pt x="30322" y="62012"/>
                    <a:pt x="30656" y="61478"/>
                    <a:pt x="30656" y="60877"/>
                  </a:cubicBezTo>
                  <a:lnTo>
                    <a:pt x="30522" y="56541"/>
                  </a:lnTo>
                  <a:lnTo>
                    <a:pt x="33424" y="59143"/>
                  </a:lnTo>
                  <a:lnTo>
                    <a:pt x="35259" y="63479"/>
                  </a:lnTo>
                  <a:cubicBezTo>
                    <a:pt x="35520" y="64080"/>
                    <a:pt x="36128" y="64476"/>
                    <a:pt x="36780" y="64476"/>
                  </a:cubicBezTo>
                  <a:cubicBezTo>
                    <a:pt x="36961" y="64476"/>
                    <a:pt x="37146" y="64445"/>
                    <a:pt x="37327" y="64380"/>
                  </a:cubicBezTo>
                  <a:cubicBezTo>
                    <a:pt x="37861" y="64180"/>
                    <a:pt x="38295" y="63713"/>
                    <a:pt x="38428" y="63146"/>
                  </a:cubicBezTo>
                  <a:lnTo>
                    <a:pt x="38495" y="63146"/>
                  </a:lnTo>
                  <a:cubicBezTo>
                    <a:pt x="38528" y="63146"/>
                    <a:pt x="38528" y="63079"/>
                    <a:pt x="38595" y="63079"/>
                  </a:cubicBezTo>
                  <a:lnTo>
                    <a:pt x="38828" y="63379"/>
                  </a:lnTo>
                  <a:cubicBezTo>
                    <a:pt x="39059" y="63661"/>
                    <a:pt x="39389" y="63825"/>
                    <a:pt x="39726" y="63825"/>
                  </a:cubicBezTo>
                  <a:cubicBezTo>
                    <a:pt x="39827" y="63825"/>
                    <a:pt x="39929" y="63810"/>
                    <a:pt x="40029" y="63780"/>
                  </a:cubicBezTo>
                  <a:cubicBezTo>
                    <a:pt x="40763" y="63613"/>
                    <a:pt x="41163" y="62879"/>
                    <a:pt x="40930" y="62178"/>
                  </a:cubicBezTo>
                  <a:lnTo>
                    <a:pt x="40496" y="61078"/>
                  </a:lnTo>
                  <a:lnTo>
                    <a:pt x="40496" y="61078"/>
                  </a:lnTo>
                  <a:cubicBezTo>
                    <a:pt x="41097" y="61511"/>
                    <a:pt x="41764" y="61878"/>
                    <a:pt x="42364" y="62212"/>
                  </a:cubicBezTo>
                  <a:lnTo>
                    <a:pt x="54473" y="68450"/>
                  </a:lnTo>
                  <a:lnTo>
                    <a:pt x="56007" y="70885"/>
                  </a:lnTo>
                  <a:cubicBezTo>
                    <a:pt x="53784" y="48580"/>
                    <a:pt x="46000" y="44375"/>
                    <a:pt x="37701" y="44375"/>
                  </a:cubicBezTo>
                  <a:cubicBezTo>
                    <a:pt x="32676" y="44375"/>
                    <a:pt x="27462" y="45917"/>
                    <a:pt x="23179" y="45917"/>
                  </a:cubicBezTo>
                  <a:cubicBezTo>
                    <a:pt x="21375" y="45917"/>
                    <a:pt x="19737" y="45643"/>
                    <a:pt x="18347" y="44866"/>
                  </a:cubicBezTo>
                  <a:cubicBezTo>
                    <a:pt x="8106" y="39162"/>
                    <a:pt x="14978" y="26386"/>
                    <a:pt x="19048" y="14845"/>
                  </a:cubicBezTo>
                  <a:cubicBezTo>
                    <a:pt x="22483" y="5304"/>
                    <a:pt x="18981" y="1168"/>
                    <a:pt x="17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27;p47">
              <a:extLst>
                <a:ext uri="{FF2B5EF4-FFF2-40B4-BE49-F238E27FC236}">
                  <a16:creationId xmlns:a16="http://schemas.microsoft.com/office/drawing/2014/main" id="{6EF87238-08F0-0D27-EE06-E6DFAC404323}"/>
                </a:ext>
              </a:extLst>
            </p:cNvPr>
            <p:cNvSpPr/>
            <p:nvPr/>
          </p:nvSpPr>
          <p:spPr>
            <a:xfrm>
              <a:off x="-4301225" y="2467200"/>
              <a:ext cx="897325" cy="1370150"/>
            </a:xfrm>
            <a:custGeom>
              <a:avLst/>
              <a:gdLst/>
              <a:ahLst/>
              <a:cxnLst/>
              <a:rect l="l" t="t" r="r" b="b"/>
              <a:pathLst>
                <a:path w="35893" h="54806" extrusionOk="0">
                  <a:moveTo>
                    <a:pt x="25018" y="1"/>
                  </a:moveTo>
                  <a:lnTo>
                    <a:pt x="16846" y="1268"/>
                  </a:lnTo>
                  <a:cubicBezTo>
                    <a:pt x="16846" y="1268"/>
                    <a:pt x="16178" y="7940"/>
                    <a:pt x="10841" y="14344"/>
                  </a:cubicBezTo>
                  <a:cubicBezTo>
                    <a:pt x="7139" y="18781"/>
                    <a:pt x="12676" y="25019"/>
                    <a:pt x="10508" y="26753"/>
                  </a:cubicBezTo>
                  <a:cubicBezTo>
                    <a:pt x="3669" y="32224"/>
                    <a:pt x="0" y="37428"/>
                    <a:pt x="6138" y="50904"/>
                  </a:cubicBezTo>
                  <a:cubicBezTo>
                    <a:pt x="8740" y="52739"/>
                    <a:pt x="11842" y="53873"/>
                    <a:pt x="15011" y="54440"/>
                  </a:cubicBezTo>
                  <a:cubicBezTo>
                    <a:pt x="16328" y="54672"/>
                    <a:pt x="17685" y="54806"/>
                    <a:pt x="19037" y="54806"/>
                  </a:cubicBezTo>
                  <a:cubicBezTo>
                    <a:pt x="21759" y="54806"/>
                    <a:pt x="24457" y="54265"/>
                    <a:pt x="26753" y="52905"/>
                  </a:cubicBezTo>
                  <a:cubicBezTo>
                    <a:pt x="31756" y="49903"/>
                    <a:pt x="33891" y="43632"/>
                    <a:pt x="34658" y="37795"/>
                  </a:cubicBezTo>
                  <a:cubicBezTo>
                    <a:pt x="35892" y="27621"/>
                    <a:pt x="34091" y="17180"/>
                    <a:pt x="29922" y="7840"/>
                  </a:cubicBezTo>
                  <a:cubicBezTo>
                    <a:pt x="28687" y="5004"/>
                    <a:pt x="27153" y="2202"/>
                    <a:pt x="250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8;p47">
              <a:extLst>
                <a:ext uri="{FF2B5EF4-FFF2-40B4-BE49-F238E27FC236}">
                  <a16:creationId xmlns:a16="http://schemas.microsoft.com/office/drawing/2014/main" id="{FD6F6C2F-E171-95DC-4D9C-E98E7317994C}"/>
                </a:ext>
              </a:extLst>
            </p:cNvPr>
            <p:cNvSpPr/>
            <p:nvPr/>
          </p:nvSpPr>
          <p:spPr>
            <a:xfrm>
              <a:off x="-3451450" y="2840550"/>
              <a:ext cx="557075" cy="591550"/>
            </a:xfrm>
            <a:custGeom>
              <a:avLst/>
              <a:gdLst/>
              <a:ahLst/>
              <a:cxnLst/>
              <a:rect l="l" t="t" r="r" b="b"/>
              <a:pathLst>
                <a:path w="22283" h="23662" extrusionOk="0">
                  <a:moveTo>
                    <a:pt x="6219" y="0"/>
                  </a:moveTo>
                  <a:cubicBezTo>
                    <a:pt x="5188" y="0"/>
                    <a:pt x="4146" y="308"/>
                    <a:pt x="3236" y="945"/>
                  </a:cubicBezTo>
                  <a:lnTo>
                    <a:pt x="2869" y="1178"/>
                  </a:lnTo>
                  <a:cubicBezTo>
                    <a:pt x="534" y="2846"/>
                    <a:pt x="0" y="6049"/>
                    <a:pt x="1601" y="8384"/>
                  </a:cubicBezTo>
                  <a:lnTo>
                    <a:pt x="15111" y="23661"/>
                  </a:lnTo>
                  <a:lnTo>
                    <a:pt x="22283" y="16323"/>
                  </a:lnTo>
                  <a:lnTo>
                    <a:pt x="10441" y="2179"/>
                  </a:lnTo>
                  <a:cubicBezTo>
                    <a:pt x="9423" y="754"/>
                    <a:pt x="7834" y="0"/>
                    <a:pt x="6219" y="0"/>
                  </a:cubicBezTo>
                  <a:close/>
                </a:path>
              </a:pathLst>
            </a:custGeom>
            <a:solidFill>
              <a:srgbClr val="E8A2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29;p47">
              <a:extLst>
                <a:ext uri="{FF2B5EF4-FFF2-40B4-BE49-F238E27FC236}">
                  <a16:creationId xmlns:a16="http://schemas.microsoft.com/office/drawing/2014/main" id="{18B89812-84AC-9672-8B11-0D8A22C35037}"/>
                </a:ext>
              </a:extLst>
            </p:cNvPr>
            <p:cNvSpPr/>
            <p:nvPr/>
          </p:nvSpPr>
          <p:spPr>
            <a:xfrm>
              <a:off x="-3151250" y="2876675"/>
              <a:ext cx="484550" cy="555425"/>
            </a:xfrm>
            <a:custGeom>
              <a:avLst/>
              <a:gdLst/>
              <a:ahLst/>
              <a:cxnLst/>
              <a:rect l="l" t="t" r="r" b="b"/>
              <a:pathLst>
                <a:path w="19382" h="22217" extrusionOk="0">
                  <a:moveTo>
                    <a:pt x="16012" y="0"/>
                  </a:moveTo>
                  <a:lnTo>
                    <a:pt x="1" y="12543"/>
                  </a:lnTo>
                  <a:lnTo>
                    <a:pt x="3103" y="22216"/>
                  </a:lnTo>
                  <a:lnTo>
                    <a:pt x="19381" y="5571"/>
                  </a:lnTo>
                  <a:lnTo>
                    <a:pt x="16012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30;p47">
              <a:extLst>
                <a:ext uri="{FF2B5EF4-FFF2-40B4-BE49-F238E27FC236}">
                  <a16:creationId xmlns:a16="http://schemas.microsoft.com/office/drawing/2014/main" id="{554C9DE5-4895-DB52-0EAC-472E4E1CFB5F}"/>
                </a:ext>
              </a:extLst>
            </p:cNvPr>
            <p:cNvSpPr/>
            <p:nvPr/>
          </p:nvSpPr>
          <p:spPr>
            <a:xfrm>
              <a:off x="-3540700" y="2812150"/>
              <a:ext cx="481200" cy="345575"/>
            </a:xfrm>
            <a:custGeom>
              <a:avLst/>
              <a:gdLst/>
              <a:ahLst/>
              <a:cxnLst/>
              <a:rect l="l" t="t" r="r" b="b"/>
              <a:pathLst>
                <a:path w="19248" h="13823" extrusionOk="0">
                  <a:moveTo>
                    <a:pt x="8611" y="0"/>
                  </a:moveTo>
                  <a:cubicBezTo>
                    <a:pt x="7239" y="0"/>
                    <a:pt x="5880" y="534"/>
                    <a:pt x="4638" y="1881"/>
                  </a:cubicBezTo>
                  <a:cubicBezTo>
                    <a:pt x="4604" y="1881"/>
                    <a:pt x="1" y="7285"/>
                    <a:pt x="9941" y="13823"/>
                  </a:cubicBezTo>
                  <a:lnTo>
                    <a:pt x="19248" y="7718"/>
                  </a:lnTo>
                  <a:cubicBezTo>
                    <a:pt x="19248" y="7718"/>
                    <a:pt x="13831" y="0"/>
                    <a:pt x="86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31;p47">
              <a:extLst>
                <a:ext uri="{FF2B5EF4-FFF2-40B4-BE49-F238E27FC236}">
                  <a16:creationId xmlns:a16="http://schemas.microsoft.com/office/drawing/2014/main" id="{729DA4FF-9D8A-079F-5D80-77EEE5E1D841}"/>
                </a:ext>
              </a:extLst>
            </p:cNvPr>
            <p:cNvSpPr/>
            <p:nvPr/>
          </p:nvSpPr>
          <p:spPr>
            <a:xfrm>
              <a:off x="-3756375" y="2665675"/>
              <a:ext cx="406675" cy="384225"/>
            </a:xfrm>
            <a:custGeom>
              <a:avLst/>
              <a:gdLst/>
              <a:ahLst/>
              <a:cxnLst/>
              <a:rect l="l" t="t" r="r" b="b"/>
              <a:pathLst>
                <a:path w="16267" h="15369" extrusionOk="0">
                  <a:moveTo>
                    <a:pt x="10529" y="1"/>
                  </a:moveTo>
                  <a:cubicBezTo>
                    <a:pt x="10529" y="1"/>
                    <a:pt x="10529" y="1"/>
                    <a:pt x="10529" y="1"/>
                  </a:cubicBezTo>
                  <a:lnTo>
                    <a:pt x="10529" y="1"/>
                  </a:lnTo>
                  <a:cubicBezTo>
                    <a:pt x="10529" y="1"/>
                    <a:pt x="10529" y="1"/>
                    <a:pt x="10529" y="1"/>
                  </a:cubicBezTo>
                  <a:close/>
                  <a:moveTo>
                    <a:pt x="3624" y="1"/>
                  </a:moveTo>
                  <a:cubicBezTo>
                    <a:pt x="3624" y="1"/>
                    <a:pt x="2290" y="8173"/>
                    <a:pt x="789" y="11176"/>
                  </a:cubicBezTo>
                  <a:cubicBezTo>
                    <a:pt x="0" y="12808"/>
                    <a:pt x="4537" y="15368"/>
                    <a:pt x="8902" y="15368"/>
                  </a:cubicBezTo>
                  <a:cubicBezTo>
                    <a:pt x="12477" y="15368"/>
                    <a:pt x="15936" y="13652"/>
                    <a:pt x="16267" y="8307"/>
                  </a:cubicBezTo>
                  <a:cubicBezTo>
                    <a:pt x="16267" y="8307"/>
                    <a:pt x="15533" y="7440"/>
                    <a:pt x="14532" y="6872"/>
                  </a:cubicBezTo>
                  <a:cubicBezTo>
                    <a:pt x="13098" y="6139"/>
                    <a:pt x="11230" y="4304"/>
                    <a:pt x="10529" y="1"/>
                  </a:cubicBezTo>
                  <a:lnTo>
                    <a:pt x="10529" y="1"/>
                  </a:lnTo>
                  <a:cubicBezTo>
                    <a:pt x="10508" y="7"/>
                    <a:pt x="8095" y="371"/>
                    <a:pt x="6059" y="371"/>
                  </a:cubicBezTo>
                  <a:cubicBezTo>
                    <a:pt x="5033" y="371"/>
                    <a:pt x="4102" y="279"/>
                    <a:pt x="3624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32;p47">
              <a:extLst>
                <a:ext uri="{FF2B5EF4-FFF2-40B4-BE49-F238E27FC236}">
                  <a16:creationId xmlns:a16="http://schemas.microsoft.com/office/drawing/2014/main" id="{703FE181-D0C5-F61D-B485-7B56F81CE92E}"/>
                </a:ext>
              </a:extLst>
            </p:cNvPr>
            <p:cNvSpPr/>
            <p:nvPr/>
          </p:nvSpPr>
          <p:spPr>
            <a:xfrm>
              <a:off x="-3672450" y="2664850"/>
              <a:ext cx="271050" cy="167325"/>
            </a:xfrm>
            <a:custGeom>
              <a:avLst/>
              <a:gdLst/>
              <a:ahLst/>
              <a:cxnLst/>
              <a:rect l="l" t="t" r="r" b="b"/>
              <a:pathLst>
                <a:path w="10842" h="6693" extrusionOk="0">
                  <a:moveTo>
                    <a:pt x="367" y="0"/>
                  </a:moveTo>
                  <a:lnTo>
                    <a:pt x="367" y="34"/>
                  </a:lnTo>
                  <a:cubicBezTo>
                    <a:pt x="267" y="101"/>
                    <a:pt x="267" y="134"/>
                    <a:pt x="267" y="134"/>
                  </a:cubicBezTo>
                  <a:lnTo>
                    <a:pt x="267" y="201"/>
                  </a:lnTo>
                  <a:lnTo>
                    <a:pt x="267" y="234"/>
                  </a:lnTo>
                  <a:lnTo>
                    <a:pt x="267" y="334"/>
                  </a:lnTo>
                  <a:cubicBezTo>
                    <a:pt x="234" y="568"/>
                    <a:pt x="167" y="1001"/>
                    <a:pt x="67" y="1502"/>
                  </a:cubicBezTo>
                  <a:lnTo>
                    <a:pt x="67" y="1535"/>
                  </a:lnTo>
                  <a:cubicBezTo>
                    <a:pt x="34" y="1668"/>
                    <a:pt x="34" y="1802"/>
                    <a:pt x="0" y="1902"/>
                  </a:cubicBezTo>
                  <a:cubicBezTo>
                    <a:pt x="1608" y="3911"/>
                    <a:pt x="5677" y="6693"/>
                    <a:pt x="9848" y="6693"/>
                  </a:cubicBezTo>
                  <a:cubicBezTo>
                    <a:pt x="10179" y="6693"/>
                    <a:pt x="10511" y="6675"/>
                    <a:pt x="10842" y="6639"/>
                  </a:cubicBezTo>
                  <a:cubicBezTo>
                    <a:pt x="9507" y="5771"/>
                    <a:pt x="7873" y="3937"/>
                    <a:pt x="7239" y="0"/>
                  </a:cubicBezTo>
                  <a:cubicBezTo>
                    <a:pt x="7239" y="0"/>
                    <a:pt x="4793" y="371"/>
                    <a:pt x="2757" y="371"/>
                  </a:cubicBezTo>
                  <a:cubicBezTo>
                    <a:pt x="1739" y="371"/>
                    <a:pt x="823" y="278"/>
                    <a:pt x="367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33;p47">
              <a:extLst>
                <a:ext uri="{FF2B5EF4-FFF2-40B4-BE49-F238E27FC236}">
                  <a16:creationId xmlns:a16="http://schemas.microsoft.com/office/drawing/2014/main" id="{E5D8F075-FE56-67EB-BED2-C3EAF47D0EF9}"/>
                </a:ext>
              </a:extLst>
            </p:cNvPr>
            <p:cNvSpPr/>
            <p:nvPr/>
          </p:nvSpPr>
          <p:spPr>
            <a:xfrm>
              <a:off x="-3680800" y="2665675"/>
              <a:ext cx="331950" cy="279400"/>
            </a:xfrm>
            <a:custGeom>
              <a:avLst/>
              <a:gdLst/>
              <a:ahLst/>
              <a:cxnLst/>
              <a:rect l="l" t="t" r="r" b="b"/>
              <a:pathLst>
                <a:path w="13278" h="11176" extrusionOk="0">
                  <a:moveTo>
                    <a:pt x="668" y="1"/>
                  </a:moveTo>
                  <a:cubicBezTo>
                    <a:pt x="668" y="1"/>
                    <a:pt x="401" y="1502"/>
                    <a:pt x="1" y="3503"/>
                  </a:cubicBezTo>
                  <a:cubicBezTo>
                    <a:pt x="1369" y="6906"/>
                    <a:pt x="4704" y="10642"/>
                    <a:pt x="12710" y="11176"/>
                  </a:cubicBezTo>
                  <a:cubicBezTo>
                    <a:pt x="13010" y="10408"/>
                    <a:pt x="13210" y="9441"/>
                    <a:pt x="13277" y="8307"/>
                  </a:cubicBezTo>
                  <a:cubicBezTo>
                    <a:pt x="13244" y="8307"/>
                    <a:pt x="12510" y="7440"/>
                    <a:pt x="11542" y="6906"/>
                  </a:cubicBezTo>
                  <a:cubicBezTo>
                    <a:pt x="10108" y="6139"/>
                    <a:pt x="8240" y="4304"/>
                    <a:pt x="7540" y="1"/>
                  </a:cubicBezTo>
                  <a:cubicBezTo>
                    <a:pt x="7540" y="1"/>
                    <a:pt x="5093" y="371"/>
                    <a:pt x="3057" y="371"/>
                  </a:cubicBezTo>
                  <a:cubicBezTo>
                    <a:pt x="2039" y="371"/>
                    <a:pt x="1124" y="279"/>
                    <a:pt x="66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34;p47">
              <a:extLst>
                <a:ext uri="{FF2B5EF4-FFF2-40B4-BE49-F238E27FC236}">
                  <a16:creationId xmlns:a16="http://schemas.microsoft.com/office/drawing/2014/main" id="{B2CE81FC-85D1-5390-8EB7-0B2D619C4F11}"/>
                </a:ext>
              </a:extLst>
            </p:cNvPr>
            <p:cNvSpPr/>
            <p:nvPr/>
          </p:nvSpPr>
          <p:spPr>
            <a:xfrm>
              <a:off x="-3500650" y="2068600"/>
              <a:ext cx="291050" cy="382700"/>
            </a:xfrm>
            <a:custGeom>
              <a:avLst/>
              <a:gdLst/>
              <a:ahLst/>
              <a:cxnLst/>
              <a:rect l="l" t="t" r="r" b="b"/>
              <a:pathLst>
                <a:path w="11642" h="15308" extrusionOk="0">
                  <a:moveTo>
                    <a:pt x="1034" y="0"/>
                  </a:moveTo>
                  <a:cubicBezTo>
                    <a:pt x="0" y="2102"/>
                    <a:pt x="167" y="4670"/>
                    <a:pt x="967" y="6872"/>
                  </a:cubicBezTo>
                  <a:cubicBezTo>
                    <a:pt x="1801" y="9073"/>
                    <a:pt x="3136" y="11108"/>
                    <a:pt x="4503" y="13009"/>
                  </a:cubicBezTo>
                  <a:cubicBezTo>
                    <a:pt x="5137" y="13877"/>
                    <a:pt x="5804" y="14844"/>
                    <a:pt x="6838" y="15178"/>
                  </a:cubicBezTo>
                  <a:cubicBezTo>
                    <a:pt x="7104" y="15266"/>
                    <a:pt x="7382" y="15308"/>
                    <a:pt x="7662" y="15308"/>
                  </a:cubicBezTo>
                  <a:cubicBezTo>
                    <a:pt x="8434" y="15308"/>
                    <a:pt x="9219" y="14991"/>
                    <a:pt x="9807" y="14477"/>
                  </a:cubicBezTo>
                  <a:cubicBezTo>
                    <a:pt x="11508" y="12976"/>
                    <a:pt x="11642" y="10174"/>
                    <a:pt x="10574" y="8139"/>
                  </a:cubicBezTo>
                  <a:cubicBezTo>
                    <a:pt x="9540" y="6104"/>
                    <a:pt x="7639" y="4670"/>
                    <a:pt x="5671" y="3469"/>
                  </a:cubicBezTo>
                  <a:cubicBezTo>
                    <a:pt x="5304" y="2035"/>
                    <a:pt x="3302" y="634"/>
                    <a:pt x="1034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35;p47">
              <a:extLst>
                <a:ext uri="{FF2B5EF4-FFF2-40B4-BE49-F238E27FC236}">
                  <a16:creationId xmlns:a16="http://schemas.microsoft.com/office/drawing/2014/main" id="{90E00611-A5BF-55B8-72FC-1B0089A0346B}"/>
                </a:ext>
              </a:extLst>
            </p:cNvPr>
            <p:cNvSpPr/>
            <p:nvPr/>
          </p:nvSpPr>
          <p:spPr>
            <a:xfrm>
              <a:off x="-3887600" y="2096950"/>
              <a:ext cx="541250" cy="615525"/>
            </a:xfrm>
            <a:custGeom>
              <a:avLst/>
              <a:gdLst/>
              <a:ahLst/>
              <a:cxnLst/>
              <a:rect l="l" t="t" r="r" b="b"/>
              <a:pathLst>
                <a:path w="21650" h="24621" extrusionOk="0">
                  <a:moveTo>
                    <a:pt x="19881" y="0"/>
                  </a:moveTo>
                  <a:lnTo>
                    <a:pt x="4971" y="1234"/>
                  </a:lnTo>
                  <a:cubicBezTo>
                    <a:pt x="2135" y="1468"/>
                    <a:pt x="0" y="3970"/>
                    <a:pt x="267" y="6805"/>
                  </a:cubicBezTo>
                  <a:lnTo>
                    <a:pt x="968" y="15411"/>
                  </a:lnTo>
                  <a:cubicBezTo>
                    <a:pt x="1410" y="20690"/>
                    <a:pt x="5807" y="24621"/>
                    <a:pt x="10949" y="24621"/>
                  </a:cubicBezTo>
                  <a:cubicBezTo>
                    <a:pt x="11234" y="24621"/>
                    <a:pt x="11520" y="24609"/>
                    <a:pt x="11809" y="24584"/>
                  </a:cubicBezTo>
                  <a:lnTo>
                    <a:pt x="15144" y="24318"/>
                  </a:lnTo>
                  <a:cubicBezTo>
                    <a:pt x="18880" y="24017"/>
                    <a:pt x="21649" y="20715"/>
                    <a:pt x="21316" y="17012"/>
                  </a:cubicBezTo>
                  <a:lnTo>
                    <a:pt x="19881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36;p47">
              <a:extLst>
                <a:ext uri="{FF2B5EF4-FFF2-40B4-BE49-F238E27FC236}">
                  <a16:creationId xmlns:a16="http://schemas.microsoft.com/office/drawing/2014/main" id="{C6DD20D2-F220-1022-0711-E5A40265F0E1}"/>
                </a:ext>
              </a:extLst>
            </p:cNvPr>
            <p:cNvSpPr/>
            <p:nvPr/>
          </p:nvSpPr>
          <p:spPr>
            <a:xfrm>
              <a:off x="-3801700" y="2465100"/>
              <a:ext cx="171800" cy="156900"/>
            </a:xfrm>
            <a:custGeom>
              <a:avLst/>
              <a:gdLst/>
              <a:ahLst/>
              <a:cxnLst/>
              <a:rect l="l" t="t" r="r" b="b"/>
              <a:pathLst>
                <a:path w="6872" h="6276" extrusionOk="0">
                  <a:moveTo>
                    <a:pt x="3449" y="1"/>
                  </a:moveTo>
                  <a:cubicBezTo>
                    <a:pt x="2019" y="1"/>
                    <a:pt x="744" y="989"/>
                    <a:pt x="400" y="2420"/>
                  </a:cubicBezTo>
                  <a:cubicBezTo>
                    <a:pt x="0" y="4088"/>
                    <a:pt x="1034" y="5789"/>
                    <a:pt x="2735" y="6189"/>
                  </a:cubicBezTo>
                  <a:cubicBezTo>
                    <a:pt x="2977" y="6247"/>
                    <a:pt x="3220" y="6275"/>
                    <a:pt x="3458" y="6275"/>
                  </a:cubicBezTo>
                  <a:cubicBezTo>
                    <a:pt x="4861" y="6275"/>
                    <a:pt x="6129" y="5308"/>
                    <a:pt x="6471" y="3854"/>
                  </a:cubicBezTo>
                  <a:cubicBezTo>
                    <a:pt x="6872" y="2186"/>
                    <a:pt x="5838" y="485"/>
                    <a:pt x="4170" y="85"/>
                  </a:cubicBezTo>
                  <a:cubicBezTo>
                    <a:pt x="3928" y="28"/>
                    <a:pt x="3686" y="1"/>
                    <a:pt x="3449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37;p47">
              <a:extLst>
                <a:ext uri="{FF2B5EF4-FFF2-40B4-BE49-F238E27FC236}">
                  <a16:creationId xmlns:a16="http://schemas.microsoft.com/office/drawing/2014/main" id="{446C1511-32BE-4DB5-8607-6597F963B5EC}"/>
                </a:ext>
              </a:extLst>
            </p:cNvPr>
            <p:cNvSpPr/>
            <p:nvPr/>
          </p:nvSpPr>
          <p:spPr>
            <a:xfrm>
              <a:off x="-3472300" y="2421350"/>
              <a:ext cx="119275" cy="155950"/>
            </a:xfrm>
            <a:custGeom>
              <a:avLst/>
              <a:gdLst/>
              <a:ahLst/>
              <a:cxnLst/>
              <a:rect l="l" t="t" r="r" b="b"/>
              <a:pathLst>
                <a:path w="4771" h="6238" extrusionOk="0">
                  <a:moveTo>
                    <a:pt x="3069" y="0"/>
                  </a:moveTo>
                  <a:cubicBezTo>
                    <a:pt x="1368" y="34"/>
                    <a:pt x="0" y="1401"/>
                    <a:pt x="0" y="3102"/>
                  </a:cubicBezTo>
                  <a:cubicBezTo>
                    <a:pt x="0" y="4837"/>
                    <a:pt x="1368" y="6238"/>
                    <a:pt x="3102" y="6238"/>
                  </a:cubicBezTo>
                  <a:cubicBezTo>
                    <a:pt x="3669" y="6238"/>
                    <a:pt x="4203" y="6105"/>
                    <a:pt x="4603" y="5838"/>
                  </a:cubicBezTo>
                  <a:cubicBezTo>
                    <a:pt x="4737" y="5237"/>
                    <a:pt x="4770" y="4603"/>
                    <a:pt x="4704" y="4003"/>
                  </a:cubicBezTo>
                  <a:lnTo>
                    <a:pt x="4370" y="267"/>
                  </a:lnTo>
                  <a:cubicBezTo>
                    <a:pt x="3936" y="100"/>
                    <a:pt x="3536" y="0"/>
                    <a:pt x="3069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38;p47">
              <a:extLst>
                <a:ext uri="{FF2B5EF4-FFF2-40B4-BE49-F238E27FC236}">
                  <a16:creationId xmlns:a16="http://schemas.microsoft.com/office/drawing/2014/main" id="{7F5DE2EE-8DF0-0FD4-54AE-5FCC571184FA}"/>
                </a:ext>
              </a:extLst>
            </p:cNvPr>
            <p:cNvSpPr/>
            <p:nvPr/>
          </p:nvSpPr>
          <p:spPr>
            <a:xfrm>
              <a:off x="-3662450" y="3440400"/>
              <a:ext cx="87600" cy="85350"/>
            </a:xfrm>
            <a:custGeom>
              <a:avLst/>
              <a:gdLst/>
              <a:ahLst/>
              <a:cxnLst/>
              <a:rect l="l" t="t" r="r" b="b"/>
              <a:pathLst>
                <a:path w="3504" h="3414" extrusionOk="0">
                  <a:moveTo>
                    <a:pt x="2102" y="1"/>
                  </a:moveTo>
                  <a:lnTo>
                    <a:pt x="1" y="3403"/>
                  </a:lnTo>
                  <a:cubicBezTo>
                    <a:pt x="1" y="3403"/>
                    <a:pt x="144" y="3413"/>
                    <a:pt x="372" y="3413"/>
                  </a:cubicBezTo>
                  <a:cubicBezTo>
                    <a:pt x="867" y="3413"/>
                    <a:pt x="1762" y="3366"/>
                    <a:pt x="2469" y="3070"/>
                  </a:cubicBezTo>
                  <a:cubicBezTo>
                    <a:pt x="3503" y="2703"/>
                    <a:pt x="2102" y="1"/>
                    <a:pt x="2102" y="1"/>
                  </a:cubicBez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39;p47">
              <a:extLst>
                <a:ext uri="{FF2B5EF4-FFF2-40B4-BE49-F238E27FC236}">
                  <a16:creationId xmlns:a16="http://schemas.microsoft.com/office/drawing/2014/main" id="{F416A6C3-31C9-11AA-9BEC-3D41B499410B}"/>
                </a:ext>
              </a:extLst>
            </p:cNvPr>
            <p:cNvSpPr/>
            <p:nvPr/>
          </p:nvSpPr>
          <p:spPr>
            <a:xfrm>
              <a:off x="-3162250" y="3300300"/>
              <a:ext cx="115275" cy="66175"/>
            </a:xfrm>
            <a:custGeom>
              <a:avLst/>
              <a:gdLst/>
              <a:ahLst/>
              <a:cxnLst/>
              <a:rect l="l" t="t" r="r" b="b"/>
              <a:pathLst>
                <a:path w="4611" h="2647" extrusionOk="0">
                  <a:moveTo>
                    <a:pt x="841" y="1"/>
                  </a:moveTo>
                  <a:cubicBezTo>
                    <a:pt x="841" y="1"/>
                    <a:pt x="1" y="2646"/>
                    <a:pt x="1386" y="2646"/>
                  </a:cubicBezTo>
                  <a:cubicBezTo>
                    <a:pt x="1435" y="2646"/>
                    <a:pt x="1487" y="2643"/>
                    <a:pt x="1541" y="2636"/>
                  </a:cubicBezTo>
                  <a:cubicBezTo>
                    <a:pt x="3143" y="2436"/>
                    <a:pt x="4610" y="801"/>
                    <a:pt x="4610" y="801"/>
                  </a:cubicBezTo>
                  <a:lnTo>
                    <a:pt x="841" y="1"/>
                  </a:ln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40;p47">
              <a:extLst>
                <a:ext uri="{FF2B5EF4-FFF2-40B4-BE49-F238E27FC236}">
                  <a16:creationId xmlns:a16="http://schemas.microsoft.com/office/drawing/2014/main" id="{7AFCED88-B922-6953-200B-9D3E7B7D03DC}"/>
                </a:ext>
              </a:extLst>
            </p:cNvPr>
            <p:cNvSpPr/>
            <p:nvPr/>
          </p:nvSpPr>
          <p:spPr>
            <a:xfrm>
              <a:off x="-3636600" y="3299475"/>
              <a:ext cx="562100" cy="273550"/>
            </a:xfrm>
            <a:custGeom>
              <a:avLst/>
              <a:gdLst/>
              <a:ahLst/>
              <a:cxnLst/>
              <a:rect l="l" t="t" r="r" b="b"/>
              <a:pathLst>
                <a:path w="22484" h="10942" extrusionOk="0">
                  <a:moveTo>
                    <a:pt x="20449" y="0"/>
                  </a:moveTo>
                  <a:cubicBezTo>
                    <a:pt x="20415" y="0"/>
                    <a:pt x="5471" y="1435"/>
                    <a:pt x="1" y="6505"/>
                  </a:cubicBezTo>
                  <a:lnTo>
                    <a:pt x="968" y="10941"/>
                  </a:lnTo>
                  <a:lnTo>
                    <a:pt x="22484" y="4103"/>
                  </a:lnTo>
                  <a:lnTo>
                    <a:pt x="20449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41;p47">
              <a:extLst>
                <a:ext uri="{FF2B5EF4-FFF2-40B4-BE49-F238E27FC236}">
                  <a16:creationId xmlns:a16="http://schemas.microsoft.com/office/drawing/2014/main" id="{2A2C9BB1-303F-1A91-8961-F1AC515B6F0B}"/>
                </a:ext>
              </a:extLst>
            </p:cNvPr>
            <p:cNvSpPr/>
            <p:nvPr/>
          </p:nvSpPr>
          <p:spPr>
            <a:xfrm>
              <a:off x="-3636600" y="3299475"/>
              <a:ext cx="546250" cy="211850"/>
            </a:xfrm>
            <a:custGeom>
              <a:avLst/>
              <a:gdLst/>
              <a:ahLst/>
              <a:cxnLst/>
              <a:rect l="l" t="t" r="r" b="b"/>
              <a:pathLst>
                <a:path w="21850" h="8474" extrusionOk="0">
                  <a:moveTo>
                    <a:pt x="20415" y="0"/>
                  </a:moveTo>
                  <a:cubicBezTo>
                    <a:pt x="20415" y="0"/>
                    <a:pt x="5438" y="1435"/>
                    <a:pt x="1" y="6505"/>
                  </a:cubicBezTo>
                  <a:lnTo>
                    <a:pt x="434" y="8473"/>
                  </a:lnTo>
                  <a:cubicBezTo>
                    <a:pt x="4504" y="7005"/>
                    <a:pt x="12743" y="4337"/>
                    <a:pt x="21850" y="2936"/>
                  </a:cubicBezTo>
                  <a:lnTo>
                    <a:pt x="2041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42;p47">
              <a:extLst>
                <a:ext uri="{FF2B5EF4-FFF2-40B4-BE49-F238E27FC236}">
                  <a16:creationId xmlns:a16="http://schemas.microsoft.com/office/drawing/2014/main" id="{BE66B64F-982E-8F9E-DC50-41652F86B7E7}"/>
                </a:ext>
              </a:extLst>
            </p:cNvPr>
            <p:cNvSpPr/>
            <p:nvPr/>
          </p:nvSpPr>
          <p:spPr>
            <a:xfrm>
              <a:off x="-3757500" y="1944325"/>
              <a:ext cx="145950" cy="187450"/>
            </a:xfrm>
            <a:custGeom>
              <a:avLst/>
              <a:gdLst/>
              <a:ahLst/>
              <a:cxnLst/>
              <a:rect l="l" t="t" r="r" b="b"/>
              <a:pathLst>
                <a:path w="5838" h="7498" extrusionOk="0">
                  <a:moveTo>
                    <a:pt x="4603" y="1"/>
                  </a:moveTo>
                  <a:cubicBezTo>
                    <a:pt x="4003" y="2936"/>
                    <a:pt x="2335" y="5605"/>
                    <a:pt x="0" y="7440"/>
                  </a:cubicBezTo>
                  <a:cubicBezTo>
                    <a:pt x="323" y="7479"/>
                    <a:pt x="632" y="7498"/>
                    <a:pt x="926" y="7498"/>
                  </a:cubicBezTo>
                  <a:cubicBezTo>
                    <a:pt x="3117" y="7498"/>
                    <a:pt x="4490" y="6446"/>
                    <a:pt x="5137" y="5004"/>
                  </a:cubicBezTo>
                  <a:cubicBezTo>
                    <a:pt x="5838" y="3437"/>
                    <a:pt x="5637" y="1435"/>
                    <a:pt x="4603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43;p47">
              <a:extLst>
                <a:ext uri="{FF2B5EF4-FFF2-40B4-BE49-F238E27FC236}">
                  <a16:creationId xmlns:a16="http://schemas.microsoft.com/office/drawing/2014/main" id="{E6BE912A-C0F2-50FD-442A-73C7484B9DB1}"/>
                </a:ext>
              </a:extLst>
            </p:cNvPr>
            <p:cNvSpPr/>
            <p:nvPr/>
          </p:nvSpPr>
          <p:spPr>
            <a:xfrm>
              <a:off x="-4026025" y="2060250"/>
              <a:ext cx="365575" cy="438675"/>
            </a:xfrm>
            <a:custGeom>
              <a:avLst/>
              <a:gdLst/>
              <a:ahLst/>
              <a:cxnLst/>
              <a:rect l="l" t="t" r="r" b="b"/>
              <a:pathLst>
                <a:path w="14623" h="17547" extrusionOk="0">
                  <a:moveTo>
                    <a:pt x="14010" y="1"/>
                  </a:moveTo>
                  <a:cubicBezTo>
                    <a:pt x="14010" y="72"/>
                    <a:pt x="14019" y="153"/>
                    <a:pt x="14045" y="217"/>
                  </a:cubicBezTo>
                  <a:lnTo>
                    <a:pt x="14045" y="217"/>
                  </a:lnTo>
                  <a:cubicBezTo>
                    <a:pt x="14034" y="145"/>
                    <a:pt x="14022" y="73"/>
                    <a:pt x="14010" y="1"/>
                  </a:cubicBezTo>
                  <a:close/>
                  <a:moveTo>
                    <a:pt x="14045" y="217"/>
                  </a:moveTo>
                  <a:lnTo>
                    <a:pt x="14045" y="217"/>
                  </a:lnTo>
                  <a:cubicBezTo>
                    <a:pt x="14051" y="258"/>
                    <a:pt x="14058" y="299"/>
                    <a:pt x="14064" y="340"/>
                  </a:cubicBezTo>
                  <a:lnTo>
                    <a:pt x="14064" y="340"/>
                  </a:lnTo>
                  <a:cubicBezTo>
                    <a:pt x="14089" y="335"/>
                    <a:pt x="14114" y="330"/>
                    <a:pt x="14139" y="324"/>
                  </a:cubicBezTo>
                  <a:lnTo>
                    <a:pt x="14139" y="324"/>
                  </a:lnTo>
                  <a:cubicBezTo>
                    <a:pt x="14159" y="333"/>
                    <a:pt x="14181" y="338"/>
                    <a:pt x="14207" y="338"/>
                  </a:cubicBezTo>
                  <a:cubicBezTo>
                    <a:pt x="14260" y="338"/>
                    <a:pt x="14327" y="317"/>
                    <a:pt x="14410" y="267"/>
                  </a:cubicBezTo>
                  <a:lnTo>
                    <a:pt x="14410" y="267"/>
                  </a:lnTo>
                  <a:cubicBezTo>
                    <a:pt x="14320" y="286"/>
                    <a:pt x="14229" y="305"/>
                    <a:pt x="14139" y="324"/>
                  </a:cubicBezTo>
                  <a:lnTo>
                    <a:pt x="14139" y="324"/>
                  </a:lnTo>
                  <a:cubicBezTo>
                    <a:pt x="14095" y="305"/>
                    <a:pt x="14065" y="265"/>
                    <a:pt x="14045" y="217"/>
                  </a:cubicBezTo>
                  <a:close/>
                  <a:moveTo>
                    <a:pt x="14064" y="340"/>
                  </a:moveTo>
                  <a:lnTo>
                    <a:pt x="14064" y="340"/>
                  </a:lnTo>
                  <a:cubicBezTo>
                    <a:pt x="11470" y="887"/>
                    <a:pt x="8802" y="1488"/>
                    <a:pt x="6471" y="2669"/>
                  </a:cubicBezTo>
                  <a:cubicBezTo>
                    <a:pt x="4003" y="3937"/>
                    <a:pt x="1735" y="5971"/>
                    <a:pt x="901" y="8640"/>
                  </a:cubicBezTo>
                  <a:cubicBezTo>
                    <a:pt x="0" y="11509"/>
                    <a:pt x="734" y="14644"/>
                    <a:pt x="1501" y="17546"/>
                  </a:cubicBezTo>
                  <a:cubicBezTo>
                    <a:pt x="5471" y="16946"/>
                    <a:pt x="9073" y="14644"/>
                    <a:pt x="11408" y="11375"/>
                  </a:cubicBezTo>
                  <a:cubicBezTo>
                    <a:pt x="13676" y="8233"/>
                    <a:pt x="14622" y="4177"/>
                    <a:pt x="14064" y="34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44;p47">
              <a:extLst>
                <a:ext uri="{FF2B5EF4-FFF2-40B4-BE49-F238E27FC236}">
                  <a16:creationId xmlns:a16="http://schemas.microsoft.com/office/drawing/2014/main" id="{634CB522-2992-D85F-CE6E-B6D11DB6F580}"/>
                </a:ext>
              </a:extLst>
            </p:cNvPr>
            <p:cNvSpPr/>
            <p:nvPr/>
          </p:nvSpPr>
          <p:spPr>
            <a:xfrm>
              <a:off x="-3720825" y="2002275"/>
              <a:ext cx="422000" cy="271475"/>
            </a:xfrm>
            <a:custGeom>
              <a:avLst/>
              <a:gdLst/>
              <a:ahLst/>
              <a:cxnLst/>
              <a:rect l="l" t="t" r="r" b="b"/>
              <a:pathLst>
                <a:path w="16880" h="10859" extrusionOk="0">
                  <a:moveTo>
                    <a:pt x="9186" y="1"/>
                  </a:moveTo>
                  <a:cubicBezTo>
                    <a:pt x="8082" y="1"/>
                    <a:pt x="6975" y="183"/>
                    <a:pt x="5938" y="518"/>
                  </a:cubicBezTo>
                  <a:cubicBezTo>
                    <a:pt x="3837" y="1152"/>
                    <a:pt x="2002" y="2420"/>
                    <a:pt x="1" y="4188"/>
                  </a:cubicBezTo>
                  <a:cubicBezTo>
                    <a:pt x="2603" y="8257"/>
                    <a:pt x="7306" y="10826"/>
                    <a:pt x="12143" y="10859"/>
                  </a:cubicBezTo>
                  <a:cubicBezTo>
                    <a:pt x="13177" y="10859"/>
                    <a:pt x="14278" y="10759"/>
                    <a:pt x="15112" y="10192"/>
                  </a:cubicBezTo>
                  <a:cubicBezTo>
                    <a:pt x="16312" y="9425"/>
                    <a:pt x="16879" y="7924"/>
                    <a:pt x="16846" y="6489"/>
                  </a:cubicBezTo>
                  <a:cubicBezTo>
                    <a:pt x="16779" y="4087"/>
                    <a:pt x="15145" y="1853"/>
                    <a:pt x="12977" y="818"/>
                  </a:cubicBezTo>
                  <a:cubicBezTo>
                    <a:pt x="11800" y="257"/>
                    <a:pt x="10495" y="1"/>
                    <a:pt x="9186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45;p47">
              <a:extLst>
                <a:ext uri="{FF2B5EF4-FFF2-40B4-BE49-F238E27FC236}">
                  <a16:creationId xmlns:a16="http://schemas.microsoft.com/office/drawing/2014/main" id="{31CDFE6C-E297-16AC-C64F-5D3D2B3009BC}"/>
                </a:ext>
              </a:extLst>
            </p:cNvPr>
            <p:cNvSpPr/>
            <p:nvPr/>
          </p:nvSpPr>
          <p:spPr>
            <a:xfrm>
              <a:off x="-4076075" y="2115300"/>
              <a:ext cx="297750" cy="290225"/>
            </a:xfrm>
            <a:custGeom>
              <a:avLst/>
              <a:gdLst/>
              <a:ahLst/>
              <a:cxnLst/>
              <a:rect l="l" t="t" r="r" b="b"/>
              <a:pathLst>
                <a:path w="11910" h="11609" extrusionOk="0">
                  <a:moveTo>
                    <a:pt x="11909" y="0"/>
                  </a:moveTo>
                  <a:cubicBezTo>
                    <a:pt x="11666" y="210"/>
                    <a:pt x="11454" y="372"/>
                    <a:pt x="11263" y="498"/>
                  </a:cubicBezTo>
                  <a:lnTo>
                    <a:pt x="11263" y="498"/>
                  </a:lnTo>
                  <a:cubicBezTo>
                    <a:pt x="11732" y="472"/>
                    <a:pt x="11684" y="563"/>
                    <a:pt x="11909" y="0"/>
                  </a:cubicBezTo>
                  <a:close/>
                  <a:moveTo>
                    <a:pt x="11263" y="498"/>
                  </a:moveTo>
                  <a:lnTo>
                    <a:pt x="11263" y="498"/>
                  </a:lnTo>
                  <a:cubicBezTo>
                    <a:pt x="11038" y="510"/>
                    <a:pt x="10693" y="549"/>
                    <a:pt x="10141" y="701"/>
                  </a:cubicBezTo>
                  <a:cubicBezTo>
                    <a:pt x="9896" y="771"/>
                    <a:pt x="9647" y="831"/>
                    <a:pt x="9397" y="886"/>
                  </a:cubicBezTo>
                  <a:lnTo>
                    <a:pt x="9397" y="886"/>
                  </a:lnTo>
                  <a:cubicBezTo>
                    <a:pt x="9606" y="896"/>
                    <a:pt x="9790" y="907"/>
                    <a:pt x="9963" y="907"/>
                  </a:cubicBezTo>
                  <a:cubicBezTo>
                    <a:pt x="10388" y="907"/>
                    <a:pt x="10749" y="837"/>
                    <a:pt x="11263" y="498"/>
                  </a:cubicBezTo>
                  <a:close/>
                  <a:moveTo>
                    <a:pt x="8882" y="872"/>
                  </a:moveTo>
                  <a:cubicBezTo>
                    <a:pt x="8597" y="872"/>
                    <a:pt x="8268" y="886"/>
                    <a:pt x="7873" y="934"/>
                  </a:cubicBezTo>
                  <a:cubicBezTo>
                    <a:pt x="6072" y="1134"/>
                    <a:pt x="4170" y="967"/>
                    <a:pt x="2569" y="1835"/>
                  </a:cubicBezTo>
                  <a:cubicBezTo>
                    <a:pt x="868" y="2802"/>
                    <a:pt x="1" y="4837"/>
                    <a:pt x="167" y="6772"/>
                  </a:cubicBezTo>
                  <a:cubicBezTo>
                    <a:pt x="368" y="8673"/>
                    <a:pt x="1535" y="10441"/>
                    <a:pt x="3069" y="11608"/>
                  </a:cubicBezTo>
                  <a:cubicBezTo>
                    <a:pt x="1869" y="10141"/>
                    <a:pt x="1368" y="8106"/>
                    <a:pt x="1802" y="6271"/>
                  </a:cubicBezTo>
                  <a:cubicBezTo>
                    <a:pt x="2202" y="4370"/>
                    <a:pt x="3503" y="2769"/>
                    <a:pt x="5204" y="1968"/>
                  </a:cubicBezTo>
                  <a:cubicBezTo>
                    <a:pt x="6508" y="1316"/>
                    <a:pt x="7981" y="1194"/>
                    <a:pt x="9397" y="886"/>
                  </a:cubicBezTo>
                  <a:lnTo>
                    <a:pt x="9397" y="886"/>
                  </a:lnTo>
                  <a:cubicBezTo>
                    <a:pt x="9241" y="878"/>
                    <a:pt x="9071" y="872"/>
                    <a:pt x="8882" y="872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46;p47">
              <a:extLst>
                <a:ext uri="{FF2B5EF4-FFF2-40B4-BE49-F238E27FC236}">
                  <a16:creationId xmlns:a16="http://schemas.microsoft.com/office/drawing/2014/main" id="{615943BF-7FBF-DB67-E6A7-1B67A7F386C3}"/>
                </a:ext>
              </a:extLst>
            </p:cNvPr>
            <p:cNvSpPr/>
            <p:nvPr/>
          </p:nvSpPr>
          <p:spPr>
            <a:xfrm>
              <a:off x="-3346375" y="2535600"/>
              <a:ext cx="380275" cy="261400"/>
            </a:xfrm>
            <a:custGeom>
              <a:avLst/>
              <a:gdLst/>
              <a:ahLst/>
              <a:cxnLst/>
              <a:rect l="l" t="t" r="r" b="b"/>
              <a:pathLst>
                <a:path w="15211" h="10456" extrusionOk="0">
                  <a:moveTo>
                    <a:pt x="567" y="0"/>
                  </a:moveTo>
                  <a:cubicBezTo>
                    <a:pt x="0" y="1768"/>
                    <a:pt x="734" y="4270"/>
                    <a:pt x="2202" y="6305"/>
                  </a:cubicBezTo>
                  <a:cubicBezTo>
                    <a:pt x="3669" y="8339"/>
                    <a:pt x="5871" y="9941"/>
                    <a:pt x="8373" y="10341"/>
                  </a:cubicBezTo>
                  <a:cubicBezTo>
                    <a:pt x="8810" y="10418"/>
                    <a:pt x="9254" y="10456"/>
                    <a:pt x="9698" y="10456"/>
                  </a:cubicBezTo>
                  <a:cubicBezTo>
                    <a:pt x="11765" y="10456"/>
                    <a:pt x="13838" y="9632"/>
                    <a:pt x="15211" y="8039"/>
                  </a:cubicBezTo>
                  <a:lnTo>
                    <a:pt x="15211" y="8039"/>
                  </a:lnTo>
                  <a:cubicBezTo>
                    <a:pt x="13919" y="8976"/>
                    <a:pt x="12345" y="9412"/>
                    <a:pt x="10751" y="9412"/>
                  </a:cubicBezTo>
                  <a:cubicBezTo>
                    <a:pt x="9053" y="9412"/>
                    <a:pt x="7332" y="8918"/>
                    <a:pt x="5904" y="8006"/>
                  </a:cubicBezTo>
                  <a:cubicBezTo>
                    <a:pt x="3169" y="6271"/>
                    <a:pt x="1368" y="3202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47;p47">
              <a:extLst>
                <a:ext uri="{FF2B5EF4-FFF2-40B4-BE49-F238E27FC236}">
                  <a16:creationId xmlns:a16="http://schemas.microsoft.com/office/drawing/2014/main" id="{3A510FD3-A385-160C-8D5B-451DD86E8031}"/>
                </a:ext>
              </a:extLst>
            </p:cNvPr>
            <p:cNvSpPr/>
            <p:nvPr/>
          </p:nvSpPr>
          <p:spPr>
            <a:xfrm>
              <a:off x="-3624925" y="2585625"/>
              <a:ext cx="144300" cy="59225"/>
            </a:xfrm>
            <a:custGeom>
              <a:avLst/>
              <a:gdLst/>
              <a:ahLst/>
              <a:cxnLst/>
              <a:rect l="l" t="t" r="r" b="b"/>
              <a:pathLst>
                <a:path w="5772" h="2369" extrusionOk="0">
                  <a:moveTo>
                    <a:pt x="282" y="1"/>
                  </a:moveTo>
                  <a:cubicBezTo>
                    <a:pt x="242" y="1"/>
                    <a:pt x="201" y="12"/>
                    <a:pt x="168" y="34"/>
                  </a:cubicBezTo>
                  <a:cubicBezTo>
                    <a:pt x="34" y="101"/>
                    <a:pt x="1" y="267"/>
                    <a:pt x="101" y="334"/>
                  </a:cubicBezTo>
                  <a:cubicBezTo>
                    <a:pt x="835" y="1635"/>
                    <a:pt x="2369" y="2369"/>
                    <a:pt x="3870" y="2369"/>
                  </a:cubicBezTo>
                  <a:cubicBezTo>
                    <a:pt x="4471" y="2369"/>
                    <a:pt x="5038" y="2269"/>
                    <a:pt x="5605" y="2035"/>
                  </a:cubicBezTo>
                  <a:cubicBezTo>
                    <a:pt x="5705" y="2002"/>
                    <a:pt x="5772" y="1869"/>
                    <a:pt x="5705" y="1768"/>
                  </a:cubicBezTo>
                  <a:cubicBezTo>
                    <a:pt x="5679" y="1667"/>
                    <a:pt x="5596" y="1623"/>
                    <a:pt x="5513" y="1623"/>
                  </a:cubicBezTo>
                  <a:cubicBezTo>
                    <a:pt x="5487" y="1623"/>
                    <a:pt x="5462" y="1627"/>
                    <a:pt x="5438" y="1635"/>
                  </a:cubicBezTo>
                  <a:cubicBezTo>
                    <a:pt x="4941" y="1865"/>
                    <a:pt x="4402" y="1973"/>
                    <a:pt x="3863" y="1973"/>
                  </a:cubicBezTo>
                  <a:cubicBezTo>
                    <a:pt x="2523" y="1973"/>
                    <a:pt x="1182" y="1300"/>
                    <a:pt x="468" y="134"/>
                  </a:cubicBezTo>
                  <a:cubicBezTo>
                    <a:pt x="446" y="45"/>
                    <a:pt x="364" y="1"/>
                    <a:pt x="282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48;p47">
              <a:extLst>
                <a:ext uri="{FF2B5EF4-FFF2-40B4-BE49-F238E27FC236}">
                  <a16:creationId xmlns:a16="http://schemas.microsoft.com/office/drawing/2014/main" id="{CB937816-726F-0471-1868-9F746C31EA73}"/>
                </a:ext>
              </a:extLst>
            </p:cNvPr>
            <p:cNvSpPr/>
            <p:nvPr/>
          </p:nvSpPr>
          <p:spPr>
            <a:xfrm>
              <a:off x="-3757500" y="2831625"/>
              <a:ext cx="710525" cy="693875"/>
            </a:xfrm>
            <a:custGeom>
              <a:avLst/>
              <a:gdLst/>
              <a:ahLst/>
              <a:cxnLst/>
              <a:rect l="l" t="t" r="r" b="b"/>
              <a:pathLst>
                <a:path w="28421" h="27755" extrusionOk="0">
                  <a:moveTo>
                    <a:pt x="14844" y="1"/>
                  </a:moveTo>
                  <a:lnTo>
                    <a:pt x="14510" y="201"/>
                  </a:lnTo>
                  <a:cubicBezTo>
                    <a:pt x="14510" y="201"/>
                    <a:pt x="18480" y="4904"/>
                    <a:pt x="11575" y="6973"/>
                  </a:cubicBezTo>
                  <a:cubicBezTo>
                    <a:pt x="11575" y="6973"/>
                    <a:pt x="10945" y="7266"/>
                    <a:pt x="9858" y="7266"/>
                  </a:cubicBezTo>
                  <a:cubicBezTo>
                    <a:pt x="8060" y="7266"/>
                    <a:pt x="5014" y="6463"/>
                    <a:pt x="1501" y="2203"/>
                  </a:cubicBezTo>
                  <a:lnTo>
                    <a:pt x="0" y="13844"/>
                  </a:lnTo>
                  <a:lnTo>
                    <a:pt x="3803" y="27754"/>
                  </a:lnTo>
                  <a:cubicBezTo>
                    <a:pt x="3803" y="27754"/>
                    <a:pt x="11575" y="21149"/>
                    <a:pt x="28420" y="19548"/>
                  </a:cubicBezTo>
                  <a:cubicBezTo>
                    <a:pt x="26919" y="13444"/>
                    <a:pt x="25118" y="7406"/>
                    <a:pt x="14844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49;p47">
              <a:extLst>
                <a:ext uri="{FF2B5EF4-FFF2-40B4-BE49-F238E27FC236}">
                  <a16:creationId xmlns:a16="http://schemas.microsoft.com/office/drawing/2014/main" id="{0C2EA930-9260-137F-F0CC-710225E422FA}"/>
                </a:ext>
              </a:extLst>
            </p:cNvPr>
            <p:cNvSpPr/>
            <p:nvPr/>
          </p:nvSpPr>
          <p:spPr>
            <a:xfrm>
              <a:off x="-3757500" y="3143525"/>
              <a:ext cx="710525" cy="383625"/>
            </a:xfrm>
            <a:custGeom>
              <a:avLst/>
              <a:gdLst/>
              <a:ahLst/>
              <a:cxnLst/>
              <a:rect l="l" t="t" r="r" b="b"/>
              <a:pathLst>
                <a:path w="28421" h="15345" extrusionOk="0">
                  <a:moveTo>
                    <a:pt x="167" y="1"/>
                  </a:moveTo>
                  <a:lnTo>
                    <a:pt x="0" y="1368"/>
                  </a:lnTo>
                  <a:lnTo>
                    <a:pt x="3803" y="15345"/>
                  </a:lnTo>
                  <a:cubicBezTo>
                    <a:pt x="3803" y="15278"/>
                    <a:pt x="11575" y="8673"/>
                    <a:pt x="28420" y="7072"/>
                  </a:cubicBezTo>
                  <a:cubicBezTo>
                    <a:pt x="27820" y="4804"/>
                    <a:pt x="27253" y="2502"/>
                    <a:pt x="26152" y="167"/>
                  </a:cubicBezTo>
                  <a:cubicBezTo>
                    <a:pt x="21525" y="2558"/>
                    <a:pt x="17192" y="3359"/>
                    <a:pt x="13464" y="3359"/>
                  </a:cubicBezTo>
                  <a:cubicBezTo>
                    <a:pt x="5906" y="3359"/>
                    <a:pt x="834" y="67"/>
                    <a:pt x="834" y="67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50;p47">
              <a:extLst>
                <a:ext uri="{FF2B5EF4-FFF2-40B4-BE49-F238E27FC236}">
                  <a16:creationId xmlns:a16="http://schemas.microsoft.com/office/drawing/2014/main" id="{4F802436-22F0-1601-AE2A-7C35E8E4B2A3}"/>
                </a:ext>
              </a:extLst>
            </p:cNvPr>
            <p:cNvSpPr/>
            <p:nvPr/>
          </p:nvSpPr>
          <p:spPr>
            <a:xfrm>
              <a:off x="-3757500" y="2886675"/>
              <a:ext cx="161800" cy="471200"/>
            </a:xfrm>
            <a:custGeom>
              <a:avLst/>
              <a:gdLst/>
              <a:ahLst/>
              <a:cxnLst/>
              <a:rect l="l" t="t" r="r" b="b"/>
              <a:pathLst>
                <a:path w="6472" h="18848" extrusionOk="0">
                  <a:moveTo>
                    <a:pt x="1501" y="1"/>
                  </a:moveTo>
                  <a:lnTo>
                    <a:pt x="0" y="11642"/>
                  </a:lnTo>
                  <a:lnTo>
                    <a:pt x="1968" y="18847"/>
                  </a:lnTo>
                  <a:cubicBezTo>
                    <a:pt x="6171" y="15945"/>
                    <a:pt x="6471" y="8340"/>
                    <a:pt x="6271" y="4103"/>
                  </a:cubicBezTo>
                  <a:cubicBezTo>
                    <a:pt x="4837" y="3336"/>
                    <a:pt x="3236" y="2102"/>
                    <a:pt x="1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51;p47">
              <a:extLst>
                <a:ext uri="{FF2B5EF4-FFF2-40B4-BE49-F238E27FC236}">
                  <a16:creationId xmlns:a16="http://schemas.microsoft.com/office/drawing/2014/main" id="{DFDA8FA4-6392-57E3-B362-60153B291942}"/>
                </a:ext>
              </a:extLst>
            </p:cNvPr>
            <p:cNvSpPr/>
            <p:nvPr/>
          </p:nvSpPr>
          <p:spPr>
            <a:xfrm>
              <a:off x="-3282175" y="3366175"/>
              <a:ext cx="1180025" cy="870650"/>
            </a:xfrm>
            <a:custGeom>
              <a:avLst/>
              <a:gdLst/>
              <a:ahLst/>
              <a:cxnLst/>
              <a:rect l="l" t="t" r="r" b="b"/>
              <a:pathLst>
                <a:path w="47201" h="34826" extrusionOk="0">
                  <a:moveTo>
                    <a:pt x="8907" y="1"/>
                  </a:moveTo>
                  <a:lnTo>
                    <a:pt x="1" y="2870"/>
                  </a:lnTo>
                  <a:lnTo>
                    <a:pt x="7639" y="18881"/>
                  </a:lnTo>
                  <a:lnTo>
                    <a:pt x="25686" y="18881"/>
                  </a:lnTo>
                  <a:lnTo>
                    <a:pt x="36160" y="34826"/>
                  </a:lnTo>
                  <a:lnTo>
                    <a:pt x="47201" y="30623"/>
                  </a:lnTo>
                  <a:lnTo>
                    <a:pt x="39295" y="12176"/>
                  </a:lnTo>
                  <a:cubicBezTo>
                    <a:pt x="38928" y="11176"/>
                    <a:pt x="38295" y="10108"/>
                    <a:pt x="37527" y="9007"/>
                  </a:cubicBezTo>
                  <a:cubicBezTo>
                    <a:pt x="34445" y="4599"/>
                    <a:pt x="29320" y="2002"/>
                    <a:pt x="23888" y="2002"/>
                  </a:cubicBezTo>
                  <a:cubicBezTo>
                    <a:pt x="23854" y="2002"/>
                    <a:pt x="23819" y="2002"/>
                    <a:pt x="23784" y="2002"/>
                  </a:cubicBezTo>
                  <a:lnTo>
                    <a:pt x="9974" y="2136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52;p47">
              <a:extLst>
                <a:ext uri="{FF2B5EF4-FFF2-40B4-BE49-F238E27FC236}">
                  <a16:creationId xmlns:a16="http://schemas.microsoft.com/office/drawing/2014/main" id="{FC89F1B5-BFD9-359D-A390-3426B7212C41}"/>
                </a:ext>
              </a:extLst>
            </p:cNvPr>
            <p:cNvSpPr/>
            <p:nvPr/>
          </p:nvSpPr>
          <p:spPr>
            <a:xfrm>
              <a:off x="-3192950" y="3623025"/>
              <a:ext cx="902350" cy="614650"/>
            </a:xfrm>
            <a:custGeom>
              <a:avLst/>
              <a:gdLst/>
              <a:ahLst/>
              <a:cxnLst/>
              <a:rect l="l" t="t" r="r" b="b"/>
              <a:pathLst>
                <a:path w="36094" h="24586" extrusionOk="0">
                  <a:moveTo>
                    <a:pt x="3103" y="1"/>
                  </a:moveTo>
                  <a:lnTo>
                    <a:pt x="1" y="201"/>
                  </a:lnTo>
                  <a:lnTo>
                    <a:pt x="4037" y="8674"/>
                  </a:lnTo>
                  <a:lnTo>
                    <a:pt x="22083" y="8674"/>
                  </a:lnTo>
                  <a:lnTo>
                    <a:pt x="32557" y="24585"/>
                  </a:lnTo>
                  <a:lnTo>
                    <a:pt x="36093" y="23184"/>
                  </a:lnTo>
                  <a:lnTo>
                    <a:pt x="27520" y="7740"/>
                  </a:lnTo>
                  <a:cubicBezTo>
                    <a:pt x="25452" y="4137"/>
                    <a:pt x="21783" y="1702"/>
                    <a:pt x="17613" y="1335"/>
                  </a:cubicBezTo>
                  <a:lnTo>
                    <a:pt x="31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53;p47">
              <a:extLst>
                <a:ext uri="{FF2B5EF4-FFF2-40B4-BE49-F238E27FC236}">
                  <a16:creationId xmlns:a16="http://schemas.microsoft.com/office/drawing/2014/main" id="{78A65B35-6E01-89AF-EB67-ED8EAC827B57}"/>
                </a:ext>
              </a:extLst>
            </p:cNvPr>
            <p:cNvSpPr/>
            <p:nvPr/>
          </p:nvSpPr>
          <p:spPr>
            <a:xfrm>
              <a:off x="-3543200" y="2480825"/>
              <a:ext cx="58400" cy="97325"/>
            </a:xfrm>
            <a:custGeom>
              <a:avLst/>
              <a:gdLst/>
              <a:ahLst/>
              <a:cxnLst/>
              <a:rect l="l" t="t" r="r" b="b"/>
              <a:pathLst>
                <a:path w="2336" h="3893" extrusionOk="0">
                  <a:moveTo>
                    <a:pt x="1125" y="1"/>
                  </a:moveTo>
                  <a:cubicBezTo>
                    <a:pt x="1063" y="1"/>
                    <a:pt x="993" y="17"/>
                    <a:pt x="935" y="56"/>
                  </a:cubicBezTo>
                  <a:cubicBezTo>
                    <a:pt x="901" y="156"/>
                    <a:pt x="901" y="290"/>
                    <a:pt x="1002" y="356"/>
                  </a:cubicBezTo>
                  <a:cubicBezTo>
                    <a:pt x="1569" y="857"/>
                    <a:pt x="1869" y="1391"/>
                    <a:pt x="1869" y="1858"/>
                  </a:cubicBezTo>
                  <a:cubicBezTo>
                    <a:pt x="1769" y="3192"/>
                    <a:pt x="234" y="3492"/>
                    <a:pt x="168" y="3492"/>
                  </a:cubicBezTo>
                  <a:cubicBezTo>
                    <a:pt x="34" y="3492"/>
                    <a:pt x="1" y="3625"/>
                    <a:pt x="1" y="3726"/>
                  </a:cubicBezTo>
                  <a:cubicBezTo>
                    <a:pt x="1" y="3826"/>
                    <a:pt x="68" y="3892"/>
                    <a:pt x="201" y="3892"/>
                  </a:cubicBezTo>
                  <a:cubicBezTo>
                    <a:pt x="901" y="3792"/>
                    <a:pt x="2236" y="3192"/>
                    <a:pt x="2269" y="1891"/>
                  </a:cubicBezTo>
                  <a:cubicBezTo>
                    <a:pt x="2336" y="1290"/>
                    <a:pt x="1936" y="657"/>
                    <a:pt x="1235" y="23"/>
                  </a:cubicBezTo>
                  <a:cubicBezTo>
                    <a:pt x="1207" y="9"/>
                    <a:pt x="1168" y="1"/>
                    <a:pt x="1125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54;p47">
              <a:extLst>
                <a:ext uri="{FF2B5EF4-FFF2-40B4-BE49-F238E27FC236}">
                  <a16:creationId xmlns:a16="http://schemas.microsoft.com/office/drawing/2014/main" id="{9FDC6FBC-DC6F-CD2B-3D55-3F9223F45407}"/>
                </a:ext>
              </a:extLst>
            </p:cNvPr>
            <p:cNvSpPr/>
            <p:nvPr/>
          </p:nvSpPr>
          <p:spPr>
            <a:xfrm>
              <a:off x="-2710925" y="4657950"/>
              <a:ext cx="373625" cy="318775"/>
            </a:xfrm>
            <a:custGeom>
              <a:avLst/>
              <a:gdLst/>
              <a:ahLst/>
              <a:cxnLst/>
              <a:rect l="l" t="t" r="r" b="b"/>
              <a:pathLst>
                <a:path w="14945" h="12751" extrusionOk="0">
                  <a:moveTo>
                    <a:pt x="9640" y="0"/>
                  </a:moveTo>
                  <a:lnTo>
                    <a:pt x="0" y="4804"/>
                  </a:lnTo>
                  <a:lnTo>
                    <a:pt x="5904" y="12709"/>
                  </a:lnTo>
                  <a:cubicBezTo>
                    <a:pt x="5904" y="12709"/>
                    <a:pt x="6250" y="12751"/>
                    <a:pt x="6811" y="12751"/>
                  </a:cubicBezTo>
                  <a:cubicBezTo>
                    <a:pt x="8772" y="12751"/>
                    <a:pt x="13362" y="12246"/>
                    <a:pt x="14944" y="7706"/>
                  </a:cubicBezTo>
                  <a:lnTo>
                    <a:pt x="9640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55;p47">
              <a:extLst>
                <a:ext uri="{FF2B5EF4-FFF2-40B4-BE49-F238E27FC236}">
                  <a16:creationId xmlns:a16="http://schemas.microsoft.com/office/drawing/2014/main" id="{695AB6C0-1E4B-C37A-E481-3CC5BA380543}"/>
                </a:ext>
              </a:extLst>
            </p:cNvPr>
            <p:cNvSpPr/>
            <p:nvPr/>
          </p:nvSpPr>
          <p:spPr>
            <a:xfrm>
              <a:off x="-2592525" y="4836400"/>
              <a:ext cx="658850" cy="337775"/>
            </a:xfrm>
            <a:custGeom>
              <a:avLst/>
              <a:gdLst/>
              <a:ahLst/>
              <a:cxnLst/>
              <a:rect l="l" t="t" r="r" b="b"/>
              <a:pathLst>
                <a:path w="26354" h="13511" extrusionOk="0">
                  <a:moveTo>
                    <a:pt x="9775" y="1"/>
                  </a:moveTo>
                  <a:lnTo>
                    <a:pt x="1" y="4037"/>
                  </a:lnTo>
                  <a:lnTo>
                    <a:pt x="234" y="9908"/>
                  </a:lnTo>
                  <a:cubicBezTo>
                    <a:pt x="368" y="11909"/>
                    <a:pt x="2036" y="13510"/>
                    <a:pt x="4037" y="13510"/>
                  </a:cubicBezTo>
                  <a:lnTo>
                    <a:pt x="26353" y="13510"/>
                  </a:lnTo>
                  <a:lnTo>
                    <a:pt x="26353" y="12810"/>
                  </a:lnTo>
                  <a:cubicBezTo>
                    <a:pt x="26353" y="11075"/>
                    <a:pt x="25252" y="9574"/>
                    <a:pt x="23685" y="9007"/>
                  </a:cubicBezTo>
                  <a:lnTo>
                    <a:pt x="20749" y="7973"/>
                  </a:lnTo>
                  <a:lnTo>
                    <a:pt x="9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56;p47">
              <a:extLst>
                <a:ext uri="{FF2B5EF4-FFF2-40B4-BE49-F238E27FC236}">
                  <a16:creationId xmlns:a16="http://schemas.microsoft.com/office/drawing/2014/main" id="{D44D316C-FFA4-1A94-A6B0-0820B74C65F0}"/>
                </a:ext>
              </a:extLst>
            </p:cNvPr>
            <p:cNvSpPr/>
            <p:nvPr/>
          </p:nvSpPr>
          <p:spPr>
            <a:xfrm>
              <a:off x="-2232250" y="4975675"/>
              <a:ext cx="135950" cy="123450"/>
            </a:xfrm>
            <a:custGeom>
              <a:avLst/>
              <a:gdLst/>
              <a:ahLst/>
              <a:cxnLst/>
              <a:rect l="l" t="t" r="r" b="b"/>
              <a:pathLst>
                <a:path w="5438" h="4938" extrusionOk="0">
                  <a:moveTo>
                    <a:pt x="3102" y="0"/>
                  </a:moveTo>
                  <a:lnTo>
                    <a:pt x="0" y="2836"/>
                  </a:lnTo>
                  <a:lnTo>
                    <a:pt x="1968" y="4937"/>
                  </a:lnTo>
                  <a:lnTo>
                    <a:pt x="5437" y="1668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57;p47">
              <a:extLst>
                <a:ext uri="{FF2B5EF4-FFF2-40B4-BE49-F238E27FC236}">
                  <a16:creationId xmlns:a16="http://schemas.microsoft.com/office/drawing/2014/main" id="{CB0E326A-F333-4D5B-8731-C5DAE4D5FB76}"/>
                </a:ext>
              </a:extLst>
            </p:cNvPr>
            <p:cNvSpPr/>
            <p:nvPr/>
          </p:nvSpPr>
          <p:spPr>
            <a:xfrm>
              <a:off x="-2324825" y="4912300"/>
              <a:ext cx="140950" cy="128450"/>
            </a:xfrm>
            <a:custGeom>
              <a:avLst/>
              <a:gdLst/>
              <a:ahLst/>
              <a:cxnLst/>
              <a:rect l="l" t="t" r="r" b="b"/>
              <a:pathLst>
                <a:path w="5638" h="5138" extrusionOk="0">
                  <a:moveTo>
                    <a:pt x="3303" y="0"/>
                  </a:moveTo>
                  <a:lnTo>
                    <a:pt x="1" y="3036"/>
                  </a:lnTo>
                  <a:lnTo>
                    <a:pt x="1969" y="5137"/>
                  </a:lnTo>
                  <a:lnTo>
                    <a:pt x="5638" y="1668"/>
                  </a:lnTo>
                  <a:lnTo>
                    <a:pt x="33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58;p47">
              <a:extLst>
                <a:ext uri="{FF2B5EF4-FFF2-40B4-BE49-F238E27FC236}">
                  <a16:creationId xmlns:a16="http://schemas.microsoft.com/office/drawing/2014/main" id="{9F91A85F-368E-AB59-FE03-AF985F0B0DCF}"/>
                </a:ext>
              </a:extLst>
            </p:cNvPr>
            <p:cNvSpPr/>
            <p:nvPr/>
          </p:nvSpPr>
          <p:spPr>
            <a:xfrm>
              <a:off x="-2710925" y="4658775"/>
              <a:ext cx="281050" cy="258550"/>
            </a:xfrm>
            <a:custGeom>
              <a:avLst/>
              <a:gdLst/>
              <a:ahLst/>
              <a:cxnLst/>
              <a:rect l="l" t="t" r="r" b="b"/>
              <a:pathLst>
                <a:path w="11242" h="10342" extrusionOk="0">
                  <a:moveTo>
                    <a:pt x="9674" y="1"/>
                  </a:moveTo>
                  <a:lnTo>
                    <a:pt x="0" y="4771"/>
                  </a:lnTo>
                  <a:lnTo>
                    <a:pt x="4170" y="10341"/>
                  </a:lnTo>
                  <a:lnTo>
                    <a:pt x="11242" y="2269"/>
                  </a:lnTo>
                  <a:lnTo>
                    <a:pt x="9674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59;p47">
              <a:extLst>
                <a:ext uri="{FF2B5EF4-FFF2-40B4-BE49-F238E27FC236}">
                  <a16:creationId xmlns:a16="http://schemas.microsoft.com/office/drawing/2014/main" id="{D2B2B755-3C0A-F611-B07E-C69B7D669D85}"/>
                </a:ext>
              </a:extLst>
            </p:cNvPr>
            <p:cNvSpPr/>
            <p:nvPr/>
          </p:nvSpPr>
          <p:spPr>
            <a:xfrm>
              <a:off x="-3970175" y="2397525"/>
              <a:ext cx="162650" cy="192650"/>
            </a:xfrm>
            <a:custGeom>
              <a:avLst/>
              <a:gdLst/>
              <a:ahLst/>
              <a:cxnLst/>
              <a:rect l="l" t="t" r="r" b="b"/>
              <a:pathLst>
                <a:path w="6506" h="7706" extrusionOk="0">
                  <a:moveTo>
                    <a:pt x="3973" y="1"/>
                  </a:moveTo>
                  <a:cubicBezTo>
                    <a:pt x="2619" y="1"/>
                    <a:pt x="1220" y="878"/>
                    <a:pt x="668" y="2121"/>
                  </a:cubicBezTo>
                  <a:cubicBezTo>
                    <a:pt x="1" y="3655"/>
                    <a:pt x="535" y="5556"/>
                    <a:pt x="1802" y="6657"/>
                  </a:cubicBezTo>
                  <a:cubicBezTo>
                    <a:pt x="2625" y="7350"/>
                    <a:pt x="3701" y="7706"/>
                    <a:pt x="4783" y="7706"/>
                  </a:cubicBezTo>
                  <a:cubicBezTo>
                    <a:pt x="5368" y="7706"/>
                    <a:pt x="5955" y="7602"/>
                    <a:pt x="6506" y="7391"/>
                  </a:cubicBezTo>
                  <a:cubicBezTo>
                    <a:pt x="5972" y="5056"/>
                    <a:pt x="5405" y="2721"/>
                    <a:pt x="4804" y="119"/>
                  </a:cubicBezTo>
                  <a:cubicBezTo>
                    <a:pt x="4535" y="39"/>
                    <a:pt x="4255" y="1"/>
                    <a:pt x="3973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60;p47">
              <a:extLst>
                <a:ext uri="{FF2B5EF4-FFF2-40B4-BE49-F238E27FC236}">
                  <a16:creationId xmlns:a16="http://schemas.microsoft.com/office/drawing/2014/main" id="{EAD0D413-D59F-29E9-4F6C-B159DEFB3F78}"/>
                </a:ext>
              </a:extLst>
            </p:cNvPr>
            <p:cNvSpPr/>
            <p:nvPr/>
          </p:nvSpPr>
          <p:spPr>
            <a:xfrm>
              <a:off x="-3936800" y="2428275"/>
              <a:ext cx="101750" cy="130700"/>
            </a:xfrm>
            <a:custGeom>
              <a:avLst/>
              <a:gdLst/>
              <a:ahLst/>
              <a:cxnLst/>
              <a:rect l="l" t="t" r="r" b="b"/>
              <a:pathLst>
                <a:path w="4070" h="5228" extrusionOk="0">
                  <a:moveTo>
                    <a:pt x="1201" y="0"/>
                  </a:moveTo>
                  <a:cubicBezTo>
                    <a:pt x="1119" y="0"/>
                    <a:pt x="1030" y="53"/>
                    <a:pt x="968" y="157"/>
                  </a:cubicBezTo>
                  <a:cubicBezTo>
                    <a:pt x="934" y="257"/>
                    <a:pt x="0" y="2258"/>
                    <a:pt x="901" y="3759"/>
                  </a:cubicBezTo>
                  <a:cubicBezTo>
                    <a:pt x="1335" y="4593"/>
                    <a:pt x="2302" y="5094"/>
                    <a:pt x="3736" y="5227"/>
                  </a:cubicBezTo>
                  <a:cubicBezTo>
                    <a:pt x="3903" y="5227"/>
                    <a:pt x="4003" y="5094"/>
                    <a:pt x="4003" y="4960"/>
                  </a:cubicBezTo>
                  <a:cubicBezTo>
                    <a:pt x="4070" y="4793"/>
                    <a:pt x="3936" y="4627"/>
                    <a:pt x="3770" y="4627"/>
                  </a:cubicBezTo>
                  <a:cubicBezTo>
                    <a:pt x="2602" y="4560"/>
                    <a:pt x="1768" y="4126"/>
                    <a:pt x="1401" y="3459"/>
                  </a:cubicBezTo>
                  <a:cubicBezTo>
                    <a:pt x="667" y="2258"/>
                    <a:pt x="1468" y="424"/>
                    <a:pt x="1468" y="424"/>
                  </a:cubicBezTo>
                  <a:cubicBezTo>
                    <a:pt x="1568" y="290"/>
                    <a:pt x="1501" y="123"/>
                    <a:pt x="1335" y="57"/>
                  </a:cubicBezTo>
                  <a:cubicBezTo>
                    <a:pt x="1297" y="19"/>
                    <a:pt x="1250" y="0"/>
                    <a:pt x="1201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61;p47">
              <a:extLst>
                <a:ext uri="{FF2B5EF4-FFF2-40B4-BE49-F238E27FC236}">
                  <a16:creationId xmlns:a16="http://schemas.microsoft.com/office/drawing/2014/main" id="{13886045-E58E-25F6-48CF-C898171E6EB9}"/>
                </a:ext>
              </a:extLst>
            </p:cNvPr>
            <p:cNvSpPr/>
            <p:nvPr/>
          </p:nvSpPr>
          <p:spPr>
            <a:xfrm>
              <a:off x="-3632425" y="3392875"/>
              <a:ext cx="1144175" cy="1370175"/>
            </a:xfrm>
            <a:custGeom>
              <a:avLst/>
              <a:gdLst/>
              <a:ahLst/>
              <a:cxnLst/>
              <a:rect l="l" t="t" r="r" b="b"/>
              <a:pathLst>
                <a:path w="45767" h="54807" extrusionOk="0">
                  <a:moveTo>
                    <a:pt x="19915" y="0"/>
                  </a:moveTo>
                  <a:lnTo>
                    <a:pt x="601" y="6205"/>
                  </a:lnTo>
                  <a:lnTo>
                    <a:pt x="301" y="10274"/>
                  </a:lnTo>
                  <a:cubicBezTo>
                    <a:pt x="1" y="12209"/>
                    <a:pt x="1" y="14110"/>
                    <a:pt x="301" y="16045"/>
                  </a:cubicBezTo>
                  <a:cubicBezTo>
                    <a:pt x="1235" y="21949"/>
                    <a:pt x="4937" y="27053"/>
                    <a:pt x="10241" y="29788"/>
                  </a:cubicBezTo>
                  <a:lnTo>
                    <a:pt x="22317" y="36059"/>
                  </a:lnTo>
                  <a:lnTo>
                    <a:pt x="34158" y="54806"/>
                  </a:lnTo>
                  <a:lnTo>
                    <a:pt x="45767" y="48135"/>
                  </a:lnTo>
                  <a:lnTo>
                    <a:pt x="33591" y="26386"/>
                  </a:lnTo>
                  <a:cubicBezTo>
                    <a:pt x="32591" y="24585"/>
                    <a:pt x="31356" y="22917"/>
                    <a:pt x="29989" y="21416"/>
                  </a:cubicBezTo>
                  <a:lnTo>
                    <a:pt x="26753" y="17913"/>
                  </a:lnTo>
                  <a:lnTo>
                    <a:pt x="20815" y="9240"/>
                  </a:lnTo>
                  <a:lnTo>
                    <a:pt x="199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62;p47">
              <a:extLst>
                <a:ext uri="{FF2B5EF4-FFF2-40B4-BE49-F238E27FC236}">
                  <a16:creationId xmlns:a16="http://schemas.microsoft.com/office/drawing/2014/main" id="{5D364CE8-7DA7-7C77-F337-2B91095F59D1}"/>
                </a:ext>
              </a:extLst>
            </p:cNvPr>
            <p:cNvSpPr/>
            <p:nvPr/>
          </p:nvSpPr>
          <p:spPr>
            <a:xfrm>
              <a:off x="-3631600" y="3519625"/>
              <a:ext cx="1029950" cy="1356000"/>
            </a:xfrm>
            <a:custGeom>
              <a:avLst/>
              <a:gdLst/>
              <a:ahLst/>
              <a:cxnLst/>
              <a:rect l="l" t="t" r="r" b="b"/>
              <a:pathLst>
                <a:path w="41198" h="54240" extrusionOk="0">
                  <a:moveTo>
                    <a:pt x="4071" y="1"/>
                  </a:moveTo>
                  <a:lnTo>
                    <a:pt x="568" y="1168"/>
                  </a:lnTo>
                  <a:lnTo>
                    <a:pt x="268" y="5271"/>
                  </a:lnTo>
                  <a:cubicBezTo>
                    <a:pt x="1" y="7172"/>
                    <a:pt x="1" y="9107"/>
                    <a:pt x="268" y="11009"/>
                  </a:cubicBezTo>
                  <a:cubicBezTo>
                    <a:pt x="1202" y="16946"/>
                    <a:pt x="4904" y="22016"/>
                    <a:pt x="10208" y="24785"/>
                  </a:cubicBezTo>
                  <a:lnTo>
                    <a:pt x="22284" y="31023"/>
                  </a:lnTo>
                  <a:lnTo>
                    <a:pt x="32524" y="47234"/>
                  </a:lnTo>
                  <a:lnTo>
                    <a:pt x="30356" y="48502"/>
                  </a:lnTo>
                  <a:lnTo>
                    <a:pt x="33692" y="54239"/>
                  </a:lnTo>
                  <a:lnTo>
                    <a:pt x="41197" y="49903"/>
                  </a:lnTo>
                  <a:lnTo>
                    <a:pt x="31790" y="32357"/>
                  </a:lnTo>
                  <a:cubicBezTo>
                    <a:pt x="29889" y="28821"/>
                    <a:pt x="27220" y="25852"/>
                    <a:pt x="23918" y="23684"/>
                  </a:cubicBezTo>
                  <a:lnTo>
                    <a:pt x="12977" y="16379"/>
                  </a:lnTo>
                  <a:cubicBezTo>
                    <a:pt x="7773" y="14344"/>
                    <a:pt x="5238" y="6005"/>
                    <a:pt x="40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63;p47">
              <a:extLst>
                <a:ext uri="{FF2B5EF4-FFF2-40B4-BE49-F238E27FC236}">
                  <a16:creationId xmlns:a16="http://schemas.microsoft.com/office/drawing/2014/main" id="{00B6C4B4-B1BD-AFE3-3E7A-27A0FE5E6F0E}"/>
                </a:ext>
              </a:extLst>
            </p:cNvPr>
            <p:cNvSpPr/>
            <p:nvPr/>
          </p:nvSpPr>
          <p:spPr>
            <a:xfrm>
              <a:off x="-3601575" y="3553025"/>
              <a:ext cx="242700" cy="341075"/>
            </a:xfrm>
            <a:custGeom>
              <a:avLst/>
              <a:gdLst/>
              <a:ahLst/>
              <a:cxnLst/>
              <a:rect l="l" t="t" r="r" b="b"/>
              <a:pathLst>
                <a:path w="9708" h="13643" extrusionOk="0">
                  <a:moveTo>
                    <a:pt x="7672" y="0"/>
                  </a:moveTo>
                  <a:cubicBezTo>
                    <a:pt x="7627" y="0"/>
                    <a:pt x="7582" y="11"/>
                    <a:pt x="7540" y="32"/>
                  </a:cubicBezTo>
                  <a:cubicBezTo>
                    <a:pt x="7373" y="132"/>
                    <a:pt x="7339" y="299"/>
                    <a:pt x="7406" y="399"/>
                  </a:cubicBezTo>
                  <a:cubicBezTo>
                    <a:pt x="7473" y="466"/>
                    <a:pt x="9708" y="5470"/>
                    <a:pt x="7540" y="9172"/>
                  </a:cubicBezTo>
                  <a:cubicBezTo>
                    <a:pt x="6239" y="11307"/>
                    <a:pt x="3703" y="12641"/>
                    <a:pt x="1" y="13042"/>
                  </a:cubicBezTo>
                  <a:cubicBezTo>
                    <a:pt x="68" y="13242"/>
                    <a:pt x="101" y="13409"/>
                    <a:pt x="201" y="13642"/>
                  </a:cubicBezTo>
                  <a:cubicBezTo>
                    <a:pt x="4037" y="13142"/>
                    <a:pt x="6706" y="11741"/>
                    <a:pt x="8040" y="9472"/>
                  </a:cubicBezTo>
                  <a:cubicBezTo>
                    <a:pt x="9007" y="7805"/>
                    <a:pt x="9274" y="5670"/>
                    <a:pt x="8874" y="3301"/>
                  </a:cubicBezTo>
                  <a:cubicBezTo>
                    <a:pt x="8540" y="1500"/>
                    <a:pt x="7940" y="199"/>
                    <a:pt x="7906" y="166"/>
                  </a:cubicBezTo>
                  <a:cubicBezTo>
                    <a:pt x="7861" y="52"/>
                    <a:pt x="7769" y="0"/>
                    <a:pt x="7672" y="0"/>
                  </a:cubicBez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64;p47">
              <a:extLst>
                <a:ext uri="{FF2B5EF4-FFF2-40B4-BE49-F238E27FC236}">
                  <a16:creationId xmlns:a16="http://schemas.microsoft.com/office/drawing/2014/main" id="{BA4D14A3-3484-2433-989C-85FBB304CEF1}"/>
                </a:ext>
              </a:extLst>
            </p:cNvPr>
            <p:cNvSpPr/>
            <p:nvPr/>
          </p:nvSpPr>
          <p:spPr>
            <a:xfrm>
              <a:off x="-4041050" y="2892775"/>
              <a:ext cx="458675" cy="1036350"/>
            </a:xfrm>
            <a:custGeom>
              <a:avLst/>
              <a:gdLst/>
              <a:ahLst/>
              <a:cxnLst/>
              <a:rect l="l" t="t" r="r" b="b"/>
              <a:pathLst>
                <a:path w="18347" h="41454" extrusionOk="0">
                  <a:moveTo>
                    <a:pt x="9267" y="1"/>
                  </a:moveTo>
                  <a:cubicBezTo>
                    <a:pt x="6997" y="1"/>
                    <a:pt x="4882" y="1520"/>
                    <a:pt x="4270" y="3826"/>
                  </a:cubicBezTo>
                  <a:lnTo>
                    <a:pt x="601" y="20104"/>
                  </a:lnTo>
                  <a:cubicBezTo>
                    <a:pt x="1" y="22673"/>
                    <a:pt x="568" y="25375"/>
                    <a:pt x="2069" y="27543"/>
                  </a:cubicBezTo>
                  <a:lnTo>
                    <a:pt x="11742" y="41453"/>
                  </a:lnTo>
                  <a:lnTo>
                    <a:pt x="18347" y="37884"/>
                  </a:lnTo>
                  <a:lnTo>
                    <a:pt x="10341" y="22606"/>
                  </a:lnTo>
                  <a:lnTo>
                    <a:pt x="14744" y="6728"/>
                  </a:lnTo>
                  <a:cubicBezTo>
                    <a:pt x="15512" y="3926"/>
                    <a:pt x="13911" y="1057"/>
                    <a:pt x="11109" y="324"/>
                  </a:cubicBezTo>
                  <a:lnTo>
                    <a:pt x="10642" y="190"/>
                  </a:lnTo>
                  <a:cubicBezTo>
                    <a:pt x="10184" y="62"/>
                    <a:pt x="9723" y="1"/>
                    <a:pt x="9267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65;p47">
              <a:extLst>
                <a:ext uri="{FF2B5EF4-FFF2-40B4-BE49-F238E27FC236}">
                  <a16:creationId xmlns:a16="http://schemas.microsoft.com/office/drawing/2014/main" id="{9CB90CCC-D6C2-A801-07DA-B086E965797B}"/>
                </a:ext>
              </a:extLst>
            </p:cNvPr>
            <p:cNvSpPr/>
            <p:nvPr/>
          </p:nvSpPr>
          <p:spPr>
            <a:xfrm>
              <a:off x="-4013525" y="3131025"/>
              <a:ext cx="321925" cy="212675"/>
            </a:xfrm>
            <a:custGeom>
              <a:avLst/>
              <a:gdLst/>
              <a:ahLst/>
              <a:cxnLst/>
              <a:rect l="l" t="t" r="r" b="b"/>
              <a:pathLst>
                <a:path w="12877" h="8507" extrusionOk="0">
                  <a:moveTo>
                    <a:pt x="12876" y="0"/>
                  </a:moveTo>
                  <a:lnTo>
                    <a:pt x="1868" y="334"/>
                  </a:lnTo>
                  <a:lnTo>
                    <a:pt x="0" y="8506"/>
                  </a:lnTo>
                  <a:lnTo>
                    <a:pt x="0" y="8506"/>
                  </a:lnTo>
                  <a:lnTo>
                    <a:pt x="10641" y="8206"/>
                  </a:lnTo>
                  <a:lnTo>
                    <a:pt x="12876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66;p47">
              <a:extLst>
                <a:ext uri="{FF2B5EF4-FFF2-40B4-BE49-F238E27FC236}">
                  <a16:creationId xmlns:a16="http://schemas.microsoft.com/office/drawing/2014/main" id="{1CB1A7FC-95EB-C4C2-823C-1911FF456D74}"/>
                </a:ext>
              </a:extLst>
            </p:cNvPr>
            <p:cNvSpPr/>
            <p:nvPr/>
          </p:nvSpPr>
          <p:spPr>
            <a:xfrm>
              <a:off x="-3511500" y="3897400"/>
              <a:ext cx="166800" cy="135500"/>
            </a:xfrm>
            <a:custGeom>
              <a:avLst/>
              <a:gdLst/>
              <a:ahLst/>
              <a:cxnLst/>
              <a:rect l="l" t="t" r="r" b="b"/>
              <a:pathLst>
                <a:path w="6672" h="5420" extrusionOk="0">
                  <a:moveTo>
                    <a:pt x="0" y="0"/>
                  </a:moveTo>
                  <a:lnTo>
                    <a:pt x="4604" y="5037"/>
                  </a:lnTo>
                  <a:cubicBezTo>
                    <a:pt x="4812" y="5287"/>
                    <a:pt x="5097" y="5420"/>
                    <a:pt x="5396" y="5420"/>
                  </a:cubicBezTo>
                  <a:cubicBezTo>
                    <a:pt x="5577" y="5420"/>
                    <a:pt x="5762" y="5371"/>
                    <a:pt x="5938" y="5271"/>
                  </a:cubicBezTo>
                  <a:cubicBezTo>
                    <a:pt x="6572" y="4937"/>
                    <a:pt x="6672" y="4170"/>
                    <a:pt x="6272" y="3603"/>
                  </a:cubicBezTo>
                  <a:lnTo>
                    <a:pt x="5271" y="2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A5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67;p47">
              <a:extLst>
                <a:ext uri="{FF2B5EF4-FFF2-40B4-BE49-F238E27FC236}">
                  <a16:creationId xmlns:a16="http://schemas.microsoft.com/office/drawing/2014/main" id="{8C319414-F0D9-AC4C-2555-1A29380D628C}"/>
                </a:ext>
              </a:extLst>
            </p:cNvPr>
            <p:cNvSpPr/>
            <p:nvPr/>
          </p:nvSpPr>
          <p:spPr>
            <a:xfrm>
              <a:off x="-3755850" y="3823175"/>
              <a:ext cx="412825" cy="372350"/>
            </a:xfrm>
            <a:custGeom>
              <a:avLst/>
              <a:gdLst/>
              <a:ahLst/>
              <a:cxnLst/>
              <a:rect l="l" t="t" r="r" b="b"/>
              <a:pathLst>
                <a:path w="16513" h="14894" extrusionOk="0">
                  <a:moveTo>
                    <a:pt x="5872" y="1"/>
                  </a:moveTo>
                  <a:lnTo>
                    <a:pt x="101" y="3370"/>
                  </a:lnTo>
                  <a:lnTo>
                    <a:pt x="1" y="9307"/>
                  </a:lnTo>
                  <a:lnTo>
                    <a:pt x="1502" y="11909"/>
                  </a:lnTo>
                  <a:cubicBezTo>
                    <a:pt x="1782" y="12418"/>
                    <a:pt x="1829" y="12791"/>
                    <a:pt x="2146" y="12791"/>
                  </a:cubicBezTo>
                  <a:cubicBezTo>
                    <a:pt x="2245" y="12791"/>
                    <a:pt x="2370" y="12755"/>
                    <a:pt x="2536" y="12676"/>
                  </a:cubicBezTo>
                  <a:cubicBezTo>
                    <a:pt x="3070" y="12410"/>
                    <a:pt x="3403" y="11876"/>
                    <a:pt x="3403" y="11309"/>
                  </a:cubicBezTo>
                  <a:lnTo>
                    <a:pt x="3270" y="6972"/>
                  </a:lnTo>
                  <a:lnTo>
                    <a:pt x="6172" y="9541"/>
                  </a:lnTo>
                  <a:lnTo>
                    <a:pt x="8006" y="13877"/>
                  </a:lnTo>
                  <a:cubicBezTo>
                    <a:pt x="8270" y="14511"/>
                    <a:pt x="8889" y="14894"/>
                    <a:pt x="9549" y="14894"/>
                  </a:cubicBezTo>
                  <a:cubicBezTo>
                    <a:pt x="9724" y="14894"/>
                    <a:pt x="9901" y="14867"/>
                    <a:pt x="10075" y="14811"/>
                  </a:cubicBezTo>
                  <a:cubicBezTo>
                    <a:pt x="10708" y="14578"/>
                    <a:pt x="11109" y="14011"/>
                    <a:pt x="11175" y="13344"/>
                  </a:cubicBezTo>
                  <a:lnTo>
                    <a:pt x="11542" y="13811"/>
                  </a:lnTo>
                  <a:cubicBezTo>
                    <a:pt x="11773" y="14093"/>
                    <a:pt x="12083" y="14256"/>
                    <a:pt x="12426" y="14256"/>
                  </a:cubicBezTo>
                  <a:cubicBezTo>
                    <a:pt x="12529" y="14256"/>
                    <a:pt x="12635" y="14242"/>
                    <a:pt x="12743" y="14211"/>
                  </a:cubicBezTo>
                  <a:cubicBezTo>
                    <a:pt x="13444" y="14044"/>
                    <a:pt x="13877" y="13310"/>
                    <a:pt x="13610" y="12576"/>
                  </a:cubicBezTo>
                  <a:lnTo>
                    <a:pt x="11576" y="7072"/>
                  </a:lnTo>
                  <a:lnTo>
                    <a:pt x="14778" y="11642"/>
                  </a:lnTo>
                  <a:cubicBezTo>
                    <a:pt x="14949" y="11877"/>
                    <a:pt x="15228" y="12016"/>
                    <a:pt x="15504" y="12016"/>
                  </a:cubicBezTo>
                  <a:cubicBezTo>
                    <a:pt x="15659" y="12016"/>
                    <a:pt x="15813" y="11972"/>
                    <a:pt x="15945" y="11876"/>
                  </a:cubicBezTo>
                  <a:cubicBezTo>
                    <a:pt x="16379" y="11642"/>
                    <a:pt x="16513" y="11142"/>
                    <a:pt x="16246" y="10708"/>
                  </a:cubicBezTo>
                  <a:lnTo>
                    <a:pt x="13244" y="5171"/>
                  </a:lnTo>
                  <a:lnTo>
                    <a:pt x="5872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68;p47">
              <a:extLst>
                <a:ext uri="{FF2B5EF4-FFF2-40B4-BE49-F238E27FC236}">
                  <a16:creationId xmlns:a16="http://schemas.microsoft.com/office/drawing/2014/main" id="{ED47F275-B0EA-021C-D16F-213698539199}"/>
                </a:ext>
              </a:extLst>
            </p:cNvPr>
            <p:cNvSpPr/>
            <p:nvPr/>
          </p:nvSpPr>
          <p:spPr>
            <a:xfrm>
              <a:off x="-3602400" y="3948675"/>
              <a:ext cx="129825" cy="213100"/>
            </a:xfrm>
            <a:custGeom>
              <a:avLst/>
              <a:gdLst/>
              <a:ahLst/>
              <a:cxnLst/>
              <a:rect l="l" t="t" r="r" b="b"/>
              <a:pathLst>
                <a:path w="5193" h="8524" extrusionOk="0">
                  <a:moveTo>
                    <a:pt x="205" y="1"/>
                  </a:moveTo>
                  <a:cubicBezTo>
                    <a:pt x="151" y="1"/>
                    <a:pt x="101" y="18"/>
                    <a:pt x="67" y="51"/>
                  </a:cubicBezTo>
                  <a:cubicBezTo>
                    <a:pt x="0" y="151"/>
                    <a:pt x="0" y="284"/>
                    <a:pt x="67" y="351"/>
                  </a:cubicBezTo>
                  <a:lnTo>
                    <a:pt x="3370" y="3854"/>
                  </a:lnTo>
                  <a:lnTo>
                    <a:pt x="4804" y="8324"/>
                  </a:lnTo>
                  <a:cubicBezTo>
                    <a:pt x="4871" y="8390"/>
                    <a:pt x="4937" y="8490"/>
                    <a:pt x="5037" y="8490"/>
                  </a:cubicBezTo>
                  <a:cubicBezTo>
                    <a:pt x="5056" y="8490"/>
                    <a:pt x="5075" y="8490"/>
                    <a:pt x="5076" y="8496"/>
                  </a:cubicBezTo>
                  <a:lnTo>
                    <a:pt x="5076" y="8496"/>
                  </a:lnTo>
                  <a:cubicBezTo>
                    <a:pt x="5135" y="8442"/>
                    <a:pt x="5192" y="8333"/>
                    <a:pt x="5137" y="8223"/>
                  </a:cubicBezTo>
                  <a:lnTo>
                    <a:pt x="3703" y="3687"/>
                  </a:lnTo>
                  <a:cubicBezTo>
                    <a:pt x="3703" y="3654"/>
                    <a:pt x="3703" y="3654"/>
                    <a:pt x="3636" y="3620"/>
                  </a:cubicBezTo>
                  <a:lnTo>
                    <a:pt x="367" y="51"/>
                  </a:lnTo>
                  <a:cubicBezTo>
                    <a:pt x="317" y="18"/>
                    <a:pt x="259" y="1"/>
                    <a:pt x="205" y="1"/>
                  </a:cubicBezTo>
                  <a:close/>
                  <a:moveTo>
                    <a:pt x="5076" y="8496"/>
                  </a:moveTo>
                  <a:lnTo>
                    <a:pt x="5076" y="8496"/>
                  </a:lnTo>
                  <a:cubicBezTo>
                    <a:pt x="5063" y="8508"/>
                    <a:pt x="5049" y="8518"/>
                    <a:pt x="5037" y="8524"/>
                  </a:cubicBezTo>
                  <a:cubicBezTo>
                    <a:pt x="5067" y="8509"/>
                    <a:pt x="5077" y="8501"/>
                    <a:pt x="5076" y="8496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69;p47">
              <a:extLst>
                <a:ext uri="{FF2B5EF4-FFF2-40B4-BE49-F238E27FC236}">
                  <a16:creationId xmlns:a16="http://schemas.microsoft.com/office/drawing/2014/main" id="{418D7B2E-5921-0FA9-C00C-4031C08417F6}"/>
                </a:ext>
              </a:extLst>
            </p:cNvPr>
            <p:cNvSpPr/>
            <p:nvPr/>
          </p:nvSpPr>
          <p:spPr>
            <a:xfrm>
              <a:off x="-3549025" y="3915325"/>
              <a:ext cx="90075" cy="88850"/>
            </a:xfrm>
            <a:custGeom>
              <a:avLst/>
              <a:gdLst/>
              <a:ahLst/>
              <a:cxnLst/>
              <a:rect l="l" t="t" r="r" b="b"/>
              <a:pathLst>
                <a:path w="3603" h="3554" extrusionOk="0">
                  <a:moveTo>
                    <a:pt x="238" y="1"/>
                  </a:moveTo>
                  <a:cubicBezTo>
                    <a:pt x="184" y="1"/>
                    <a:pt x="134" y="17"/>
                    <a:pt x="100" y="51"/>
                  </a:cubicBezTo>
                  <a:cubicBezTo>
                    <a:pt x="0" y="151"/>
                    <a:pt x="0" y="284"/>
                    <a:pt x="100" y="351"/>
                  </a:cubicBezTo>
                  <a:lnTo>
                    <a:pt x="3236" y="3486"/>
                  </a:lnTo>
                  <a:cubicBezTo>
                    <a:pt x="3269" y="3520"/>
                    <a:pt x="3303" y="3553"/>
                    <a:pt x="3336" y="3553"/>
                  </a:cubicBezTo>
                  <a:cubicBezTo>
                    <a:pt x="3403" y="3553"/>
                    <a:pt x="3469" y="3553"/>
                    <a:pt x="3503" y="3486"/>
                  </a:cubicBezTo>
                  <a:cubicBezTo>
                    <a:pt x="3603" y="3386"/>
                    <a:pt x="3603" y="3286"/>
                    <a:pt x="3503" y="3186"/>
                  </a:cubicBezTo>
                  <a:lnTo>
                    <a:pt x="401" y="51"/>
                  </a:lnTo>
                  <a:cubicBezTo>
                    <a:pt x="351" y="17"/>
                    <a:pt x="292" y="1"/>
                    <a:pt x="23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70;p47">
              <a:extLst>
                <a:ext uri="{FF2B5EF4-FFF2-40B4-BE49-F238E27FC236}">
                  <a16:creationId xmlns:a16="http://schemas.microsoft.com/office/drawing/2014/main" id="{9D1BF15F-58D7-B784-10E1-4480FDCEDB78}"/>
                </a:ext>
              </a:extLst>
            </p:cNvPr>
            <p:cNvSpPr/>
            <p:nvPr/>
          </p:nvSpPr>
          <p:spPr>
            <a:xfrm>
              <a:off x="-4006025" y="2867500"/>
              <a:ext cx="397800" cy="396125"/>
            </a:xfrm>
            <a:custGeom>
              <a:avLst/>
              <a:gdLst/>
              <a:ahLst/>
              <a:cxnLst/>
              <a:rect l="l" t="t" r="r" b="b"/>
              <a:pathLst>
                <a:path w="15912" h="15845" extrusionOk="0">
                  <a:moveTo>
                    <a:pt x="8681" y="0"/>
                  </a:moveTo>
                  <a:cubicBezTo>
                    <a:pt x="7516" y="0"/>
                    <a:pt x="6331" y="347"/>
                    <a:pt x="5271" y="1101"/>
                  </a:cubicBezTo>
                  <a:cubicBezTo>
                    <a:pt x="3170" y="2669"/>
                    <a:pt x="1035" y="5838"/>
                    <a:pt x="1" y="12142"/>
                  </a:cubicBezTo>
                  <a:lnTo>
                    <a:pt x="13410" y="15845"/>
                  </a:lnTo>
                  <a:cubicBezTo>
                    <a:pt x="13410" y="15845"/>
                    <a:pt x="15912" y="9574"/>
                    <a:pt x="14611" y="4637"/>
                  </a:cubicBezTo>
                  <a:cubicBezTo>
                    <a:pt x="13870" y="1788"/>
                    <a:pt x="11327" y="0"/>
                    <a:pt x="86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71;p47">
              <a:extLst>
                <a:ext uri="{FF2B5EF4-FFF2-40B4-BE49-F238E27FC236}">
                  <a16:creationId xmlns:a16="http://schemas.microsoft.com/office/drawing/2014/main" id="{CD7219AC-466E-F2EA-65BF-5CFED2318E97}"/>
                </a:ext>
              </a:extLst>
            </p:cNvPr>
            <p:cNvSpPr/>
            <p:nvPr/>
          </p:nvSpPr>
          <p:spPr>
            <a:xfrm>
              <a:off x="-4038550" y="2893050"/>
              <a:ext cx="411150" cy="1249925"/>
            </a:xfrm>
            <a:custGeom>
              <a:avLst/>
              <a:gdLst/>
              <a:ahLst/>
              <a:cxnLst/>
              <a:rect l="l" t="t" r="r" b="b"/>
              <a:pathLst>
                <a:path w="16446" h="49997" extrusionOk="0">
                  <a:moveTo>
                    <a:pt x="9218" y="0"/>
                  </a:moveTo>
                  <a:cubicBezTo>
                    <a:pt x="6955" y="0"/>
                    <a:pt x="4903" y="1501"/>
                    <a:pt x="4237" y="3815"/>
                  </a:cubicBezTo>
                  <a:lnTo>
                    <a:pt x="568" y="20093"/>
                  </a:lnTo>
                  <a:cubicBezTo>
                    <a:pt x="1" y="22662"/>
                    <a:pt x="534" y="25364"/>
                    <a:pt x="2035" y="27532"/>
                  </a:cubicBezTo>
                  <a:lnTo>
                    <a:pt x="11476" y="41108"/>
                  </a:lnTo>
                  <a:lnTo>
                    <a:pt x="11375" y="46512"/>
                  </a:lnTo>
                  <a:lnTo>
                    <a:pt x="12877" y="49114"/>
                  </a:lnTo>
                  <a:cubicBezTo>
                    <a:pt x="13182" y="49623"/>
                    <a:pt x="13215" y="49996"/>
                    <a:pt x="13540" y="49996"/>
                  </a:cubicBezTo>
                  <a:cubicBezTo>
                    <a:pt x="13641" y="49996"/>
                    <a:pt x="13770" y="49960"/>
                    <a:pt x="13944" y="49881"/>
                  </a:cubicBezTo>
                  <a:cubicBezTo>
                    <a:pt x="14478" y="49615"/>
                    <a:pt x="14811" y="49081"/>
                    <a:pt x="14811" y="48514"/>
                  </a:cubicBezTo>
                  <a:lnTo>
                    <a:pt x="14678" y="44177"/>
                  </a:lnTo>
                  <a:lnTo>
                    <a:pt x="16446" y="45745"/>
                  </a:lnTo>
                  <a:lnTo>
                    <a:pt x="16446" y="45745"/>
                  </a:lnTo>
                  <a:lnTo>
                    <a:pt x="14911" y="40174"/>
                  </a:lnTo>
                  <a:lnTo>
                    <a:pt x="6205" y="23162"/>
                  </a:lnTo>
                  <a:lnTo>
                    <a:pt x="7473" y="13756"/>
                  </a:lnTo>
                  <a:lnTo>
                    <a:pt x="9574" y="12"/>
                  </a:lnTo>
                  <a:cubicBezTo>
                    <a:pt x="9455" y="4"/>
                    <a:pt x="9336" y="0"/>
                    <a:pt x="9218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72;p47">
              <a:extLst>
                <a:ext uri="{FF2B5EF4-FFF2-40B4-BE49-F238E27FC236}">
                  <a16:creationId xmlns:a16="http://schemas.microsoft.com/office/drawing/2014/main" id="{1827094C-0BDE-C856-15EB-46E3697C1167}"/>
                </a:ext>
              </a:extLst>
            </p:cNvPr>
            <p:cNvSpPr/>
            <p:nvPr/>
          </p:nvSpPr>
          <p:spPr>
            <a:xfrm>
              <a:off x="-2846850" y="4531175"/>
              <a:ext cx="444500" cy="334450"/>
            </a:xfrm>
            <a:custGeom>
              <a:avLst/>
              <a:gdLst/>
              <a:ahLst/>
              <a:cxnLst/>
              <a:rect l="l" t="t" r="r" b="b"/>
              <a:pathLst>
                <a:path w="17780" h="13378" extrusionOk="0">
                  <a:moveTo>
                    <a:pt x="15077" y="1"/>
                  </a:moveTo>
                  <a:lnTo>
                    <a:pt x="0" y="8707"/>
                  </a:lnTo>
                  <a:lnTo>
                    <a:pt x="2702" y="13377"/>
                  </a:lnTo>
                  <a:lnTo>
                    <a:pt x="17779" y="4704"/>
                  </a:lnTo>
                  <a:lnTo>
                    <a:pt x="15077" y="1"/>
                  </a:ln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73;p47">
              <a:extLst>
                <a:ext uri="{FF2B5EF4-FFF2-40B4-BE49-F238E27FC236}">
                  <a16:creationId xmlns:a16="http://schemas.microsoft.com/office/drawing/2014/main" id="{1FB58E33-8BEC-ACF3-CBB4-98E1A4476E25}"/>
                </a:ext>
              </a:extLst>
            </p:cNvPr>
            <p:cNvSpPr/>
            <p:nvPr/>
          </p:nvSpPr>
          <p:spPr>
            <a:xfrm>
              <a:off x="-3123725" y="3615525"/>
              <a:ext cx="165150" cy="231875"/>
            </a:xfrm>
            <a:custGeom>
              <a:avLst/>
              <a:gdLst/>
              <a:ahLst/>
              <a:cxnLst/>
              <a:rect l="l" t="t" r="r" b="b"/>
              <a:pathLst>
                <a:path w="6606" h="9275" extrusionOk="0">
                  <a:moveTo>
                    <a:pt x="317" y="1"/>
                  </a:moveTo>
                  <a:cubicBezTo>
                    <a:pt x="264" y="1"/>
                    <a:pt x="212" y="12"/>
                    <a:pt x="167" y="34"/>
                  </a:cubicBezTo>
                  <a:cubicBezTo>
                    <a:pt x="67" y="134"/>
                    <a:pt x="0" y="334"/>
                    <a:pt x="101" y="468"/>
                  </a:cubicBezTo>
                  <a:lnTo>
                    <a:pt x="6005" y="9141"/>
                  </a:lnTo>
                  <a:cubicBezTo>
                    <a:pt x="6105" y="9207"/>
                    <a:pt x="6172" y="9274"/>
                    <a:pt x="6272" y="9274"/>
                  </a:cubicBezTo>
                  <a:cubicBezTo>
                    <a:pt x="6338" y="9274"/>
                    <a:pt x="6405" y="9207"/>
                    <a:pt x="6438" y="9207"/>
                  </a:cubicBezTo>
                  <a:cubicBezTo>
                    <a:pt x="6572" y="9141"/>
                    <a:pt x="6605" y="8940"/>
                    <a:pt x="6505" y="8807"/>
                  </a:cubicBezTo>
                  <a:lnTo>
                    <a:pt x="601" y="134"/>
                  </a:lnTo>
                  <a:cubicBezTo>
                    <a:pt x="534" y="45"/>
                    <a:pt x="423" y="1"/>
                    <a:pt x="317" y="1"/>
                  </a:cubicBez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74;p47">
              <a:extLst>
                <a:ext uri="{FF2B5EF4-FFF2-40B4-BE49-F238E27FC236}">
                  <a16:creationId xmlns:a16="http://schemas.microsoft.com/office/drawing/2014/main" id="{147D33A7-6A97-80CE-B6A6-8F19ACD92B40}"/>
                </a:ext>
              </a:extLst>
            </p:cNvPr>
            <p:cNvSpPr/>
            <p:nvPr/>
          </p:nvSpPr>
          <p:spPr>
            <a:xfrm>
              <a:off x="-3620750" y="3382875"/>
              <a:ext cx="575450" cy="205150"/>
            </a:xfrm>
            <a:custGeom>
              <a:avLst/>
              <a:gdLst/>
              <a:ahLst/>
              <a:cxnLst/>
              <a:rect l="l" t="t" r="r" b="b"/>
              <a:pathLst>
                <a:path w="23018" h="8206" extrusionOk="0">
                  <a:moveTo>
                    <a:pt x="22717" y="0"/>
                  </a:moveTo>
                  <a:lnTo>
                    <a:pt x="34" y="7605"/>
                  </a:lnTo>
                  <a:lnTo>
                    <a:pt x="1" y="8206"/>
                  </a:lnTo>
                  <a:lnTo>
                    <a:pt x="23017" y="567"/>
                  </a:lnTo>
                  <a:lnTo>
                    <a:pt x="22717" y="0"/>
                  </a:ln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75;p47">
              <a:extLst>
                <a:ext uri="{FF2B5EF4-FFF2-40B4-BE49-F238E27FC236}">
                  <a16:creationId xmlns:a16="http://schemas.microsoft.com/office/drawing/2014/main" id="{78A997CB-71D6-3FEF-F6C7-3FCD147B9CDE}"/>
                </a:ext>
              </a:extLst>
            </p:cNvPr>
            <p:cNvSpPr/>
            <p:nvPr/>
          </p:nvSpPr>
          <p:spPr>
            <a:xfrm>
              <a:off x="-3624075" y="3418725"/>
              <a:ext cx="633800" cy="212675"/>
            </a:xfrm>
            <a:custGeom>
              <a:avLst/>
              <a:gdLst/>
              <a:ahLst/>
              <a:cxnLst/>
              <a:rect l="l" t="t" r="r" b="b"/>
              <a:pathLst>
                <a:path w="25352" h="8507" extrusionOk="0">
                  <a:moveTo>
                    <a:pt x="23617" y="0"/>
                  </a:moveTo>
                  <a:lnTo>
                    <a:pt x="67" y="7873"/>
                  </a:lnTo>
                  <a:lnTo>
                    <a:pt x="0" y="8506"/>
                  </a:lnTo>
                  <a:lnTo>
                    <a:pt x="0" y="8506"/>
                  </a:lnTo>
                  <a:lnTo>
                    <a:pt x="25352" y="34"/>
                  </a:lnTo>
                  <a:lnTo>
                    <a:pt x="23617" y="34"/>
                  </a:lnTo>
                  <a:lnTo>
                    <a:pt x="23617" y="0"/>
                  </a:ln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76;p47">
              <a:extLst>
                <a:ext uri="{FF2B5EF4-FFF2-40B4-BE49-F238E27FC236}">
                  <a16:creationId xmlns:a16="http://schemas.microsoft.com/office/drawing/2014/main" id="{310A83C7-D2B4-D799-5905-27D47F603DA6}"/>
                </a:ext>
              </a:extLst>
            </p:cNvPr>
            <p:cNvSpPr/>
            <p:nvPr/>
          </p:nvSpPr>
          <p:spPr>
            <a:xfrm>
              <a:off x="-3940975" y="2323425"/>
              <a:ext cx="260200" cy="136175"/>
            </a:xfrm>
            <a:custGeom>
              <a:avLst/>
              <a:gdLst/>
              <a:ahLst/>
              <a:cxnLst/>
              <a:rect l="l" t="t" r="r" b="b"/>
              <a:pathLst>
                <a:path w="10408" h="5447" extrusionOk="0">
                  <a:moveTo>
                    <a:pt x="8045" y="0"/>
                  </a:moveTo>
                  <a:cubicBezTo>
                    <a:pt x="6942" y="0"/>
                    <a:pt x="5002" y="702"/>
                    <a:pt x="4337" y="948"/>
                  </a:cubicBezTo>
                  <a:lnTo>
                    <a:pt x="1335" y="2149"/>
                  </a:lnTo>
                  <a:cubicBezTo>
                    <a:pt x="434" y="2516"/>
                    <a:pt x="0" y="3584"/>
                    <a:pt x="434" y="4484"/>
                  </a:cubicBezTo>
                  <a:cubicBezTo>
                    <a:pt x="731" y="5103"/>
                    <a:pt x="1340" y="5446"/>
                    <a:pt x="1975" y="5446"/>
                  </a:cubicBezTo>
                  <a:cubicBezTo>
                    <a:pt x="2196" y="5446"/>
                    <a:pt x="2420" y="5404"/>
                    <a:pt x="2636" y="5318"/>
                  </a:cubicBezTo>
                  <a:lnTo>
                    <a:pt x="5638" y="4117"/>
                  </a:lnTo>
                  <a:cubicBezTo>
                    <a:pt x="6505" y="3750"/>
                    <a:pt x="10408" y="2016"/>
                    <a:pt x="10008" y="1149"/>
                  </a:cubicBezTo>
                  <a:lnTo>
                    <a:pt x="8807" y="315"/>
                  </a:lnTo>
                  <a:cubicBezTo>
                    <a:pt x="8720" y="88"/>
                    <a:pt x="8434" y="0"/>
                    <a:pt x="8045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77;p47">
              <a:extLst>
                <a:ext uri="{FF2B5EF4-FFF2-40B4-BE49-F238E27FC236}">
                  <a16:creationId xmlns:a16="http://schemas.microsoft.com/office/drawing/2014/main" id="{4D5FD9F5-1AD1-F45A-E3D2-C47EAE51DB42}"/>
                </a:ext>
              </a:extLst>
            </p:cNvPr>
            <p:cNvSpPr/>
            <p:nvPr/>
          </p:nvSpPr>
          <p:spPr>
            <a:xfrm>
              <a:off x="-3818400" y="2283550"/>
              <a:ext cx="489550" cy="260675"/>
            </a:xfrm>
            <a:custGeom>
              <a:avLst/>
              <a:gdLst/>
              <a:ahLst/>
              <a:cxnLst/>
              <a:rect l="l" t="t" r="r" b="b"/>
              <a:pathLst>
                <a:path w="19582" h="10427" extrusionOk="0">
                  <a:moveTo>
                    <a:pt x="11324" y="0"/>
                  </a:moveTo>
                  <a:cubicBezTo>
                    <a:pt x="7409" y="0"/>
                    <a:pt x="3494" y="890"/>
                    <a:pt x="1" y="2510"/>
                  </a:cubicBezTo>
                  <a:cubicBezTo>
                    <a:pt x="435" y="4578"/>
                    <a:pt x="1068" y="6680"/>
                    <a:pt x="2403" y="8281"/>
                  </a:cubicBezTo>
                  <a:cubicBezTo>
                    <a:pt x="3433" y="9543"/>
                    <a:pt x="5059" y="10427"/>
                    <a:pt x="6668" y="10427"/>
                  </a:cubicBezTo>
                  <a:cubicBezTo>
                    <a:pt x="7143" y="10427"/>
                    <a:pt x="7617" y="10350"/>
                    <a:pt x="8073" y="10182"/>
                  </a:cubicBezTo>
                  <a:cubicBezTo>
                    <a:pt x="9174" y="9749"/>
                    <a:pt x="10108" y="8848"/>
                    <a:pt x="11276" y="8781"/>
                  </a:cubicBezTo>
                  <a:cubicBezTo>
                    <a:pt x="11293" y="8781"/>
                    <a:pt x="11309" y="8781"/>
                    <a:pt x="11326" y="8781"/>
                  </a:cubicBezTo>
                  <a:cubicBezTo>
                    <a:pt x="12870" y="8781"/>
                    <a:pt x="14094" y="10283"/>
                    <a:pt x="15612" y="10316"/>
                  </a:cubicBezTo>
                  <a:cubicBezTo>
                    <a:pt x="16546" y="10316"/>
                    <a:pt x="17413" y="9782"/>
                    <a:pt x="18014" y="9048"/>
                  </a:cubicBezTo>
                  <a:cubicBezTo>
                    <a:pt x="18581" y="8281"/>
                    <a:pt x="18881" y="7380"/>
                    <a:pt x="19081" y="6513"/>
                  </a:cubicBezTo>
                  <a:cubicBezTo>
                    <a:pt x="19448" y="4945"/>
                    <a:pt x="19582" y="3110"/>
                    <a:pt x="18548" y="1876"/>
                  </a:cubicBezTo>
                  <a:cubicBezTo>
                    <a:pt x="17714" y="876"/>
                    <a:pt x="16346" y="475"/>
                    <a:pt x="15045" y="275"/>
                  </a:cubicBezTo>
                  <a:cubicBezTo>
                    <a:pt x="13814" y="90"/>
                    <a:pt x="12569" y="0"/>
                    <a:pt x="11324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78;p47">
              <a:extLst>
                <a:ext uri="{FF2B5EF4-FFF2-40B4-BE49-F238E27FC236}">
                  <a16:creationId xmlns:a16="http://schemas.microsoft.com/office/drawing/2014/main" id="{C0D9BC84-2843-D9DA-8DB6-5A783C8BFC58}"/>
                </a:ext>
              </a:extLst>
            </p:cNvPr>
            <p:cNvSpPr/>
            <p:nvPr/>
          </p:nvSpPr>
          <p:spPr>
            <a:xfrm>
              <a:off x="-3786700" y="2268900"/>
              <a:ext cx="490375" cy="260775"/>
            </a:xfrm>
            <a:custGeom>
              <a:avLst/>
              <a:gdLst/>
              <a:ahLst/>
              <a:cxnLst/>
              <a:rect l="l" t="t" r="r" b="b"/>
              <a:pathLst>
                <a:path w="19615" h="10431" extrusionOk="0">
                  <a:moveTo>
                    <a:pt x="11262" y="0"/>
                  </a:moveTo>
                  <a:cubicBezTo>
                    <a:pt x="7377" y="0"/>
                    <a:pt x="3490" y="889"/>
                    <a:pt x="1" y="2496"/>
                  </a:cubicBezTo>
                  <a:cubicBezTo>
                    <a:pt x="468" y="4597"/>
                    <a:pt x="1101" y="6665"/>
                    <a:pt x="2436" y="8300"/>
                  </a:cubicBezTo>
                  <a:cubicBezTo>
                    <a:pt x="3482" y="9551"/>
                    <a:pt x="5076" y="10430"/>
                    <a:pt x="6664" y="10430"/>
                  </a:cubicBezTo>
                  <a:cubicBezTo>
                    <a:pt x="7151" y="10430"/>
                    <a:pt x="7637" y="10348"/>
                    <a:pt x="8106" y="10168"/>
                  </a:cubicBezTo>
                  <a:cubicBezTo>
                    <a:pt x="9207" y="9767"/>
                    <a:pt x="10141" y="8833"/>
                    <a:pt x="11309" y="8800"/>
                  </a:cubicBezTo>
                  <a:cubicBezTo>
                    <a:pt x="11325" y="8800"/>
                    <a:pt x="11342" y="8800"/>
                    <a:pt x="11358" y="8800"/>
                  </a:cubicBezTo>
                  <a:cubicBezTo>
                    <a:pt x="12870" y="8800"/>
                    <a:pt x="14127" y="10302"/>
                    <a:pt x="15645" y="10335"/>
                  </a:cubicBezTo>
                  <a:cubicBezTo>
                    <a:pt x="16579" y="10335"/>
                    <a:pt x="17446" y="9801"/>
                    <a:pt x="18013" y="9034"/>
                  </a:cubicBezTo>
                  <a:cubicBezTo>
                    <a:pt x="18614" y="8300"/>
                    <a:pt x="18914" y="7366"/>
                    <a:pt x="19114" y="6498"/>
                  </a:cubicBezTo>
                  <a:cubicBezTo>
                    <a:pt x="19481" y="4964"/>
                    <a:pt x="19615" y="3129"/>
                    <a:pt x="18580" y="1862"/>
                  </a:cubicBezTo>
                  <a:cubicBezTo>
                    <a:pt x="17747" y="861"/>
                    <a:pt x="16346" y="494"/>
                    <a:pt x="15078" y="294"/>
                  </a:cubicBezTo>
                  <a:cubicBezTo>
                    <a:pt x="13816" y="96"/>
                    <a:pt x="12539" y="0"/>
                    <a:pt x="11262" y="0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79;p47">
              <a:extLst>
                <a:ext uri="{FF2B5EF4-FFF2-40B4-BE49-F238E27FC236}">
                  <a16:creationId xmlns:a16="http://schemas.microsoft.com/office/drawing/2014/main" id="{AEFD997D-D38B-09D2-2827-A1BF675780AA}"/>
                </a:ext>
              </a:extLst>
            </p:cNvPr>
            <p:cNvSpPr/>
            <p:nvPr/>
          </p:nvSpPr>
          <p:spPr>
            <a:xfrm>
              <a:off x="-3644100" y="2269250"/>
              <a:ext cx="242700" cy="260000"/>
            </a:xfrm>
            <a:custGeom>
              <a:avLst/>
              <a:gdLst/>
              <a:ahLst/>
              <a:cxnLst/>
              <a:rect l="l" t="t" r="r" b="b"/>
              <a:pathLst>
                <a:path w="9708" h="10400" extrusionOk="0">
                  <a:moveTo>
                    <a:pt x="5633" y="1"/>
                  </a:moveTo>
                  <a:cubicBezTo>
                    <a:pt x="4428" y="1"/>
                    <a:pt x="3224" y="84"/>
                    <a:pt x="2035" y="247"/>
                  </a:cubicBezTo>
                  <a:lnTo>
                    <a:pt x="1" y="10287"/>
                  </a:lnTo>
                  <a:cubicBezTo>
                    <a:pt x="328" y="10358"/>
                    <a:pt x="668" y="10399"/>
                    <a:pt x="1012" y="10399"/>
                  </a:cubicBezTo>
                  <a:cubicBezTo>
                    <a:pt x="1474" y="10399"/>
                    <a:pt x="1944" y="10326"/>
                    <a:pt x="2402" y="10154"/>
                  </a:cubicBezTo>
                  <a:cubicBezTo>
                    <a:pt x="3503" y="9753"/>
                    <a:pt x="4437" y="8819"/>
                    <a:pt x="5605" y="8786"/>
                  </a:cubicBezTo>
                  <a:cubicBezTo>
                    <a:pt x="6072" y="8786"/>
                    <a:pt x="6505" y="8920"/>
                    <a:pt x="6906" y="9053"/>
                  </a:cubicBezTo>
                  <a:lnTo>
                    <a:pt x="9708" y="313"/>
                  </a:lnTo>
                  <a:cubicBezTo>
                    <a:pt x="9607" y="313"/>
                    <a:pt x="9474" y="280"/>
                    <a:pt x="9407" y="280"/>
                  </a:cubicBezTo>
                  <a:cubicBezTo>
                    <a:pt x="8161" y="92"/>
                    <a:pt x="6897" y="1"/>
                    <a:pt x="5633" y="1"/>
                  </a:cubicBezTo>
                  <a:close/>
                </a:path>
              </a:pathLst>
            </a:custGeom>
            <a:solidFill>
              <a:srgbClr val="88C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80;p47">
              <a:extLst>
                <a:ext uri="{FF2B5EF4-FFF2-40B4-BE49-F238E27FC236}">
                  <a16:creationId xmlns:a16="http://schemas.microsoft.com/office/drawing/2014/main" id="{23AFEF93-3B36-3E17-D017-4FFAFB25D66D}"/>
                </a:ext>
              </a:extLst>
            </p:cNvPr>
            <p:cNvSpPr/>
            <p:nvPr/>
          </p:nvSpPr>
          <p:spPr>
            <a:xfrm>
              <a:off x="-2830175" y="2628600"/>
              <a:ext cx="334425" cy="426550"/>
            </a:xfrm>
            <a:custGeom>
              <a:avLst/>
              <a:gdLst/>
              <a:ahLst/>
              <a:cxnLst/>
              <a:rect l="l" t="t" r="r" b="b"/>
              <a:pathLst>
                <a:path w="13377" h="17062" extrusionOk="0">
                  <a:moveTo>
                    <a:pt x="11492" y="1"/>
                  </a:moveTo>
                  <a:cubicBezTo>
                    <a:pt x="11314" y="1"/>
                    <a:pt x="11144" y="52"/>
                    <a:pt x="11008" y="150"/>
                  </a:cubicBezTo>
                  <a:lnTo>
                    <a:pt x="3870" y="5320"/>
                  </a:lnTo>
                  <a:lnTo>
                    <a:pt x="0" y="12392"/>
                  </a:lnTo>
                  <a:lnTo>
                    <a:pt x="4737" y="17062"/>
                  </a:lnTo>
                  <a:cubicBezTo>
                    <a:pt x="8073" y="16795"/>
                    <a:pt x="9607" y="13893"/>
                    <a:pt x="9607" y="13893"/>
                  </a:cubicBezTo>
                  <a:lnTo>
                    <a:pt x="9974" y="13959"/>
                  </a:lnTo>
                  <a:cubicBezTo>
                    <a:pt x="10098" y="13990"/>
                    <a:pt x="10223" y="14005"/>
                    <a:pt x="10348" y="14005"/>
                  </a:cubicBezTo>
                  <a:cubicBezTo>
                    <a:pt x="10891" y="14005"/>
                    <a:pt x="11416" y="13721"/>
                    <a:pt x="11742" y="13259"/>
                  </a:cubicBezTo>
                  <a:lnTo>
                    <a:pt x="13043" y="11324"/>
                  </a:lnTo>
                  <a:cubicBezTo>
                    <a:pt x="13243" y="10991"/>
                    <a:pt x="13376" y="10624"/>
                    <a:pt x="13376" y="10223"/>
                  </a:cubicBezTo>
                  <a:cubicBezTo>
                    <a:pt x="13376" y="9156"/>
                    <a:pt x="12909" y="8222"/>
                    <a:pt x="12142" y="7555"/>
                  </a:cubicBezTo>
                  <a:lnTo>
                    <a:pt x="9574" y="5453"/>
                  </a:lnTo>
                  <a:lnTo>
                    <a:pt x="12242" y="1384"/>
                  </a:lnTo>
                  <a:cubicBezTo>
                    <a:pt x="12542" y="917"/>
                    <a:pt x="12376" y="283"/>
                    <a:pt x="11875" y="83"/>
                  </a:cubicBezTo>
                  <a:cubicBezTo>
                    <a:pt x="11750" y="27"/>
                    <a:pt x="11619" y="1"/>
                    <a:pt x="11492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81;p47">
              <a:extLst>
                <a:ext uri="{FF2B5EF4-FFF2-40B4-BE49-F238E27FC236}">
                  <a16:creationId xmlns:a16="http://schemas.microsoft.com/office/drawing/2014/main" id="{B4A5AA21-AB08-80BE-115F-7F6FF350D382}"/>
                </a:ext>
              </a:extLst>
            </p:cNvPr>
            <p:cNvSpPr/>
            <p:nvPr/>
          </p:nvSpPr>
          <p:spPr>
            <a:xfrm>
              <a:off x="-2594175" y="2868325"/>
              <a:ext cx="98425" cy="111775"/>
            </a:xfrm>
            <a:custGeom>
              <a:avLst/>
              <a:gdLst/>
              <a:ahLst/>
              <a:cxnLst/>
              <a:rect l="l" t="t" r="r" b="b"/>
              <a:pathLst>
                <a:path w="3937" h="4471" extrusionOk="0">
                  <a:moveTo>
                    <a:pt x="3836" y="1"/>
                  </a:moveTo>
                  <a:lnTo>
                    <a:pt x="0" y="4471"/>
                  </a:lnTo>
                  <a:lnTo>
                    <a:pt x="167" y="4304"/>
                  </a:lnTo>
                  <a:lnTo>
                    <a:pt x="501" y="4370"/>
                  </a:lnTo>
                  <a:cubicBezTo>
                    <a:pt x="637" y="4401"/>
                    <a:pt x="772" y="4416"/>
                    <a:pt x="905" y="4416"/>
                  </a:cubicBezTo>
                  <a:cubicBezTo>
                    <a:pt x="1483" y="4416"/>
                    <a:pt x="2003" y="4132"/>
                    <a:pt x="2302" y="3670"/>
                  </a:cubicBezTo>
                  <a:lnTo>
                    <a:pt x="3603" y="1735"/>
                  </a:lnTo>
                  <a:cubicBezTo>
                    <a:pt x="3803" y="1402"/>
                    <a:pt x="3936" y="1001"/>
                    <a:pt x="3936" y="634"/>
                  </a:cubicBezTo>
                  <a:cubicBezTo>
                    <a:pt x="3936" y="401"/>
                    <a:pt x="3903" y="201"/>
                    <a:pt x="3836" y="1"/>
                  </a:cubicBezTo>
                  <a:close/>
                </a:path>
              </a:pathLst>
            </a:custGeom>
            <a:solidFill>
              <a:srgbClr val="EF87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82;p47">
              <a:extLst>
                <a:ext uri="{FF2B5EF4-FFF2-40B4-BE49-F238E27FC236}">
                  <a16:creationId xmlns:a16="http://schemas.microsoft.com/office/drawing/2014/main" id="{9BD3AB2A-E29D-86E6-F160-2AD81BFDFE07}"/>
                </a:ext>
              </a:extLst>
            </p:cNvPr>
            <p:cNvSpPr/>
            <p:nvPr/>
          </p:nvSpPr>
          <p:spPr>
            <a:xfrm>
              <a:off x="-2655050" y="2795525"/>
              <a:ext cx="104250" cy="82000"/>
            </a:xfrm>
            <a:custGeom>
              <a:avLst/>
              <a:gdLst/>
              <a:ahLst/>
              <a:cxnLst/>
              <a:rect l="l" t="t" r="r" b="b"/>
              <a:pathLst>
                <a:path w="4170" h="3280" extrusionOk="0">
                  <a:moveTo>
                    <a:pt x="3968" y="0"/>
                  </a:moveTo>
                  <a:cubicBezTo>
                    <a:pt x="3925" y="0"/>
                    <a:pt x="3878" y="16"/>
                    <a:pt x="3836" y="44"/>
                  </a:cubicBezTo>
                  <a:lnTo>
                    <a:pt x="1201" y="1578"/>
                  </a:lnTo>
                  <a:cubicBezTo>
                    <a:pt x="1201" y="1578"/>
                    <a:pt x="1168" y="1578"/>
                    <a:pt x="1168" y="1612"/>
                  </a:cubicBezTo>
                  <a:lnTo>
                    <a:pt x="67" y="2946"/>
                  </a:lnTo>
                  <a:cubicBezTo>
                    <a:pt x="0" y="3046"/>
                    <a:pt x="34" y="3146"/>
                    <a:pt x="100" y="3246"/>
                  </a:cubicBezTo>
                  <a:cubicBezTo>
                    <a:pt x="167" y="3280"/>
                    <a:pt x="200" y="3280"/>
                    <a:pt x="234" y="3280"/>
                  </a:cubicBezTo>
                  <a:cubicBezTo>
                    <a:pt x="334" y="3280"/>
                    <a:pt x="400" y="3246"/>
                    <a:pt x="400" y="3213"/>
                  </a:cubicBezTo>
                  <a:lnTo>
                    <a:pt x="1435" y="1912"/>
                  </a:lnTo>
                  <a:lnTo>
                    <a:pt x="4036" y="411"/>
                  </a:lnTo>
                  <a:cubicBezTo>
                    <a:pt x="4170" y="377"/>
                    <a:pt x="4170" y="244"/>
                    <a:pt x="4103" y="111"/>
                  </a:cubicBezTo>
                  <a:cubicBezTo>
                    <a:pt x="4084" y="32"/>
                    <a:pt x="4030" y="0"/>
                    <a:pt x="3968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83;p47">
              <a:extLst>
                <a:ext uri="{FF2B5EF4-FFF2-40B4-BE49-F238E27FC236}">
                  <a16:creationId xmlns:a16="http://schemas.microsoft.com/office/drawing/2014/main" id="{164EFD82-5A5C-25AD-FC79-313B8F9FD047}"/>
                </a:ext>
              </a:extLst>
            </p:cNvPr>
            <p:cNvSpPr/>
            <p:nvPr/>
          </p:nvSpPr>
          <p:spPr>
            <a:xfrm>
              <a:off x="-2616700" y="2827000"/>
              <a:ext cx="104275" cy="82225"/>
            </a:xfrm>
            <a:custGeom>
              <a:avLst/>
              <a:gdLst/>
              <a:ahLst/>
              <a:cxnLst/>
              <a:rect l="l" t="t" r="r" b="b"/>
              <a:pathLst>
                <a:path w="4171" h="3289" extrusionOk="0">
                  <a:moveTo>
                    <a:pt x="3959" y="1"/>
                  </a:moveTo>
                  <a:cubicBezTo>
                    <a:pt x="3922" y="1"/>
                    <a:pt x="3881" y="8"/>
                    <a:pt x="3837" y="19"/>
                  </a:cubicBezTo>
                  <a:lnTo>
                    <a:pt x="1201" y="1554"/>
                  </a:lnTo>
                  <a:cubicBezTo>
                    <a:pt x="1201" y="1554"/>
                    <a:pt x="1168" y="1554"/>
                    <a:pt x="1168" y="1620"/>
                  </a:cubicBezTo>
                  <a:lnTo>
                    <a:pt x="67" y="2921"/>
                  </a:lnTo>
                  <a:cubicBezTo>
                    <a:pt x="1" y="3021"/>
                    <a:pt x="34" y="3155"/>
                    <a:pt x="134" y="3221"/>
                  </a:cubicBezTo>
                  <a:cubicBezTo>
                    <a:pt x="167" y="3288"/>
                    <a:pt x="201" y="3288"/>
                    <a:pt x="234" y="3288"/>
                  </a:cubicBezTo>
                  <a:cubicBezTo>
                    <a:pt x="301" y="3288"/>
                    <a:pt x="368" y="3221"/>
                    <a:pt x="401" y="3188"/>
                  </a:cubicBezTo>
                  <a:lnTo>
                    <a:pt x="1468" y="1887"/>
                  </a:lnTo>
                  <a:lnTo>
                    <a:pt x="4037" y="386"/>
                  </a:lnTo>
                  <a:cubicBezTo>
                    <a:pt x="4170" y="353"/>
                    <a:pt x="4170" y="219"/>
                    <a:pt x="4137" y="119"/>
                  </a:cubicBezTo>
                  <a:cubicBezTo>
                    <a:pt x="4092" y="30"/>
                    <a:pt x="4033" y="1"/>
                    <a:pt x="3959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84;p47">
              <a:extLst>
                <a:ext uri="{FF2B5EF4-FFF2-40B4-BE49-F238E27FC236}">
                  <a16:creationId xmlns:a16="http://schemas.microsoft.com/office/drawing/2014/main" id="{4E8435E6-2380-4E35-3CA5-C3822A0CEA28}"/>
                </a:ext>
              </a:extLst>
            </p:cNvPr>
            <p:cNvSpPr/>
            <p:nvPr/>
          </p:nvSpPr>
          <p:spPr>
            <a:xfrm>
              <a:off x="-2690075" y="2759800"/>
              <a:ext cx="103425" cy="81875"/>
            </a:xfrm>
            <a:custGeom>
              <a:avLst/>
              <a:gdLst/>
              <a:ahLst/>
              <a:cxnLst/>
              <a:rect l="l" t="t" r="r" b="b"/>
              <a:pathLst>
                <a:path w="4137" h="3275" extrusionOk="0">
                  <a:moveTo>
                    <a:pt x="3950" y="0"/>
                  </a:moveTo>
                  <a:cubicBezTo>
                    <a:pt x="3915" y="0"/>
                    <a:pt x="3879" y="10"/>
                    <a:pt x="3836" y="39"/>
                  </a:cubicBezTo>
                  <a:lnTo>
                    <a:pt x="1234" y="1573"/>
                  </a:lnTo>
                  <a:cubicBezTo>
                    <a:pt x="1168" y="1573"/>
                    <a:pt x="1168" y="1606"/>
                    <a:pt x="1168" y="1606"/>
                  </a:cubicBezTo>
                  <a:lnTo>
                    <a:pt x="100" y="2941"/>
                  </a:lnTo>
                  <a:cubicBezTo>
                    <a:pt x="0" y="3041"/>
                    <a:pt x="67" y="3208"/>
                    <a:pt x="134" y="3241"/>
                  </a:cubicBezTo>
                  <a:cubicBezTo>
                    <a:pt x="167" y="3274"/>
                    <a:pt x="234" y="3274"/>
                    <a:pt x="267" y="3274"/>
                  </a:cubicBezTo>
                  <a:cubicBezTo>
                    <a:pt x="334" y="3274"/>
                    <a:pt x="400" y="3241"/>
                    <a:pt x="434" y="3208"/>
                  </a:cubicBezTo>
                  <a:lnTo>
                    <a:pt x="1468" y="1907"/>
                  </a:lnTo>
                  <a:lnTo>
                    <a:pt x="4070" y="405"/>
                  </a:lnTo>
                  <a:cubicBezTo>
                    <a:pt x="4136" y="372"/>
                    <a:pt x="4136" y="339"/>
                    <a:pt x="4136" y="339"/>
                  </a:cubicBezTo>
                  <a:lnTo>
                    <a:pt x="3970" y="205"/>
                  </a:lnTo>
                  <a:lnTo>
                    <a:pt x="4103" y="39"/>
                  </a:lnTo>
                  <a:cubicBezTo>
                    <a:pt x="4045" y="19"/>
                    <a:pt x="3999" y="0"/>
                    <a:pt x="3950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85;p47">
              <a:extLst>
                <a:ext uri="{FF2B5EF4-FFF2-40B4-BE49-F238E27FC236}">
                  <a16:creationId xmlns:a16="http://schemas.microsoft.com/office/drawing/2014/main" id="{012008D9-E3B3-474F-B933-A149C8DA5185}"/>
                </a:ext>
              </a:extLst>
            </p:cNvPr>
            <p:cNvSpPr/>
            <p:nvPr/>
          </p:nvSpPr>
          <p:spPr>
            <a:xfrm>
              <a:off x="-2592525" y="4898950"/>
              <a:ext cx="521250" cy="274375"/>
            </a:xfrm>
            <a:custGeom>
              <a:avLst/>
              <a:gdLst/>
              <a:ahLst/>
              <a:cxnLst/>
              <a:rect l="l" t="t" r="r" b="b"/>
              <a:pathLst>
                <a:path w="20850" h="10975" extrusionOk="0">
                  <a:moveTo>
                    <a:pt x="3704" y="0"/>
                  </a:moveTo>
                  <a:lnTo>
                    <a:pt x="1" y="1535"/>
                  </a:lnTo>
                  <a:lnTo>
                    <a:pt x="268" y="7372"/>
                  </a:lnTo>
                  <a:cubicBezTo>
                    <a:pt x="368" y="9374"/>
                    <a:pt x="2036" y="10975"/>
                    <a:pt x="4071" y="10975"/>
                  </a:cubicBezTo>
                  <a:lnTo>
                    <a:pt x="20849" y="10975"/>
                  </a:lnTo>
                  <a:cubicBezTo>
                    <a:pt x="11442" y="9541"/>
                    <a:pt x="5472" y="2369"/>
                    <a:pt x="3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86;p47">
              <a:extLst>
                <a:ext uri="{FF2B5EF4-FFF2-40B4-BE49-F238E27FC236}">
                  <a16:creationId xmlns:a16="http://schemas.microsoft.com/office/drawing/2014/main" id="{5F0D10C1-8589-F9E7-23CC-5F52AD8ED7F8}"/>
                </a:ext>
              </a:extLst>
            </p:cNvPr>
            <p:cNvSpPr/>
            <p:nvPr/>
          </p:nvSpPr>
          <p:spPr>
            <a:xfrm>
              <a:off x="-3255477" y="2625830"/>
              <a:ext cx="1234250" cy="1581550"/>
            </a:xfrm>
            <a:custGeom>
              <a:avLst/>
              <a:gdLst/>
              <a:ahLst/>
              <a:cxnLst/>
              <a:rect l="l" t="t" r="r" b="b"/>
              <a:pathLst>
                <a:path w="49370" h="63262" extrusionOk="0">
                  <a:moveTo>
                    <a:pt x="27828" y="1"/>
                  </a:moveTo>
                  <a:cubicBezTo>
                    <a:pt x="27654" y="1"/>
                    <a:pt x="27476" y="53"/>
                    <a:pt x="27320" y="150"/>
                  </a:cubicBezTo>
                  <a:lnTo>
                    <a:pt x="20182" y="5320"/>
                  </a:lnTo>
                  <a:lnTo>
                    <a:pt x="16313" y="12392"/>
                  </a:lnTo>
                  <a:cubicBezTo>
                    <a:pt x="15679" y="10758"/>
                    <a:pt x="14445" y="9390"/>
                    <a:pt x="12843" y="8756"/>
                  </a:cubicBezTo>
                  <a:cubicBezTo>
                    <a:pt x="10642" y="7889"/>
                    <a:pt x="8140" y="8389"/>
                    <a:pt x="5805" y="7889"/>
                  </a:cubicBezTo>
                  <a:cubicBezTo>
                    <a:pt x="4171" y="7555"/>
                    <a:pt x="2736" y="6788"/>
                    <a:pt x="1469" y="5721"/>
                  </a:cubicBezTo>
                  <a:lnTo>
                    <a:pt x="1469" y="5721"/>
                  </a:lnTo>
                  <a:cubicBezTo>
                    <a:pt x="2269" y="6121"/>
                    <a:pt x="3136" y="6454"/>
                    <a:pt x="4070" y="6588"/>
                  </a:cubicBezTo>
                  <a:cubicBezTo>
                    <a:pt x="4499" y="6656"/>
                    <a:pt x="4934" y="6691"/>
                    <a:pt x="5368" y="6691"/>
                  </a:cubicBezTo>
                  <a:cubicBezTo>
                    <a:pt x="7466" y="6691"/>
                    <a:pt x="9549" y="5889"/>
                    <a:pt x="10875" y="4286"/>
                  </a:cubicBezTo>
                  <a:lnTo>
                    <a:pt x="10875" y="4286"/>
                  </a:lnTo>
                  <a:cubicBezTo>
                    <a:pt x="9605" y="5219"/>
                    <a:pt x="8049" y="5647"/>
                    <a:pt x="6467" y="5647"/>
                  </a:cubicBezTo>
                  <a:cubicBezTo>
                    <a:pt x="4767" y="5647"/>
                    <a:pt x="3037" y="5152"/>
                    <a:pt x="1602" y="4253"/>
                  </a:cubicBezTo>
                  <a:cubicBezTo>
                    <a:pt x="1268" y="4053"/>
                    <a:pt x="935" y="3786"/>
                    <a:pt x="635" y="3552"/>
                  </a:cubicBezTo>
                  <a:lnTo>
                    <a:pt x="635" y="3552"/>
                  </a:lnTo>
                  <a:cubicBezTo>
                    <a:pt x="1602" y="10557"/>
                    <a:pt x="1502" y="18563"/>
                    <a:pt x="801" y="25601"/>
                  </a:cubicBezTo>
                  <a:cubicBezTo>
                    <a:pt x="1" y="33507"/>
                    <a:pt x="6205" y="42280"/>
                    <a:pt x="11776" y="48384"/>
                  </a:cubicBezTo>
                  <a:lnTo>
                    <a:pt x="23951" y="48384"/>
                  </a:lnTo>
                  <a:lnTo>
                    <a:pt x="30790" y="58792"/>
                  </a:lnTo>
                  <a:lnTo>
                    <a:pt x="49369" y="63262"/>
                  </a:lnTo>
                  <a:lnTo>
                    <a:pt x="47001" y="57424"/>
                  </a:lnTo>
                  <a:lnTo>
                    <a:pt x="44666" y="58292"/>
                  </a:lnTo>
                  <a:lnTo>
                    <a:pt x="37494" y="41646"/>
                  </a:lnTo>
                  <a:cubicBezTo>
                    <a:pt x="37127" y="40646"/>
                    <a:pt x="36494" y="39578"/>
                    <a:pt x="35726" y="38477"/>
                  </a:cubicBezTo>
                  <a:cubicBezTo>
                    <a:pt x="32644" y="34069"/>
                    <a:pt x="27519" y="31472"/>
                    <a:pt x="22087" y="31472"/>
                  </a:cubicBezTo>
                  <a:cubicBezTo>
                    <a:pt x="22053" y="31472"/>
                    <a:pt x="22018" y="31472"/>
                    <a:pt x="21983" y="31472"/>
                  </a:cubicBezTo>
                  <a:lnTo>
                    <a:pt x="21049" y="31472"/>
                  </a:lnTo>
                  <a:cubicBezTo>
                    <a:pt x="21183" y="30105"/>
                    <a:pt x="20849" y="28737"/>
                    <a:pt x="19982" y="27603"/>
                  </a:cubicBezTo>
                  <a:cubicBezTo>
                    <a:pt x="18648" y="25902"/>
                    <a:pt x="16313" y="24901"/>
                    <a:pt x="15212" y="23166"/>
                  </a:cubicBezTo>
                  <a:lnTo>
                    <a:pt x="21316" y="16929"/>
                  </a:lnTo>
                  <a:cubicBezTo>
                    <a:pt x="24385" y="16495"/>
                    <a:pt x="25853" y="13793"/>
                    <a:pt x="25853" y="13793"/>
                  </a:cubicBezTo>
                  <a:lnTo>
                    <a:pt x="26186" y="13893"/>
                  </a:lnTo>
                  <a:cubicBezTo>
                    <a:pt x="26316" y="13924"/>
                    <a:pt x="26446" y="13939"/>
                    <a:pt x="26575" y="13939"/>
                  </a:cubicBezTo>
                  <a:cubicBezTo>
                    <a:pt x="27145" y="13939"/>
                    <a:pt x="27688" y="13649"/>
                    <a:pt x="27988" y="13159"/>
                  </a:cubicBezTo>
                  <a:lnTo>
                    <a:pt x="29288" y="11258"/>
                  </a:lnTo>
                  <a:cubicBezTo>
                    <a:pt x="29322" y="11158"/>
                    <a:pt x="29422" y="11091"/>
                    <a:pt x="29455" y="10991"/>
                  </a:cubicBezTo>
                  <a:cubicBezTo>
                    <a:pt x="29489" y="10924"/>
                    <a:pt x="29522" y="10824"/>
                    <a:pt x="29589" y="10724"/>
                  </a:cubicBezTo>
                  <a:cubicBezTo>
                    <a:pt x="29622" y="10491"/>
                    <a:pt x="29655" y="10324"/>
                    <a:pt x="29655" y="10124"/>
                  </a:cubicBezTo>
                  <a:lnTo>
                    <a:pt x="29655" y="9790"/>
                  </a:lnTo>
                  <a:cubicBezTo>
                    <a:pt x="29655" y="9723"/>
                    <a:pt x="29622" y="9590"/>
                    <a:pt x="29622" y="9490"/>
                  </a:cubicBezTo>
                  <a:cubicBezTo>
                    <a:pt x="29522" y="8956"/>
                    <a:pt x="29288" y="8456"/>
                    <a:pt x="28955" y="8056"/>
                  </a:cubicBezTo>
                  <a:lnTo>
                    <a:pt x="28955" y="7989"/>
                  </a:lnTo>
                  <a:cubicBezTo>
                    <a:pt x="28888" y="7956"/>
                    <a:pt x="28888" y="7922"/>
                    <a:pt x="28855" y="7922"/>
                  </a:cubicBezTo>
                  <a:cubicBezTo>
                    <a:pt x="28721" y="7755"/>
                    <a:pt x="28621" y="7622"/>
                    <a:pt x="28455" y="7489"/>
                  </a:cubicBezTo>
                  <a:lnTo>
                    <a:pt x="26053" y="5587"/>
                  </a:lnTo>
                  <a:lnTo>
                    <a:pt x="25886" y="5454"/>
                  </a:lnTo>
                  <a:lnTo>
                    <a:pt x="26019" y="5287"/>
                  </a:lnTo>
                  <a:lnTo>
                    <a:pt x="28588" y="1384"/>
                  </a:lnTo>
                  <a:cubicBezTo>
                    <a:pt x="28855" y="917"/>
                    <a:pt x="28688" y="283"/>
                    <a:pt x="28188" y="83"/>
                  </a:cubicBezTo>
                  <a:cubicBezTo>
                    <a:pt x="28076" y="28"/>
                    <a:pt x="27953" y="1"/>
                    <a:pt x="27828" y="1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87;p47">
              <a:extLst>
                <a:ext uri="{FF2B5EF4-FFF2-40B4-BE49-F238E27FC236}">
                  <a16:creationId xmlns:a16="http://schemas.microsoft.com/office/drawing/2014/main" id="{41250C4B-044C-FDAB-8CC1-543A51FA536E}"/>
                </a:ext>
              </a:extLst>
            </p:cNvPr>
            <p:cNvSpPr/>
            <p:nvPr/>
          </p:nvSpPr>
          <p:spPr>
            <a:xfrm>
              <a:off x="-4055225" y="1944325"/>
              <a:ext cx="846475" cy="506225"/>
            </a:xfrm>
            <a:custGeom>
              <a:avLst/>
              <a:gdLst/>
              <a:ahLst/>
              <a:cxnLst/>
              <a:rect l="l" t="t" r="r" b="b"/>
              <a:pathLst>
                <a:path w="33859" h="20249" extrusionOk="0">
                  <a:moveTo>
                    <a:pt x="16546" y="1"/>
                  </a:moveTo>
                  <a:cubicBezTo>
                    <a:pt x="16179" y="1902"/>
                    <a:pt x="15345" y="3670"/>
                    <a:pt x="14177" y="5238"/>
                  </a:cubicBezTo>
                  <a:cubicBezTo>
                    <a:pt x="11942" y="5738"/>
                    <a:pt x="9707" y="6305"/>
                    <a:pt x="7673" y="7339"/>
                  </a:cubicBezTo>
                  <a:lnTo>
                    <a:pt x="6805" y="7840"/>
                  </a:lnTo>
                  <a:cubicBezTo>
                    <a:pt x="5071" y="8007"/>
                    <a:pt x="3336" y="7940"/>
                    <a:pt x="1835" y="8740"/>
                  </a:cubicBezTo>
                  <a:cubicBezTo>
                    <a:pt x="1035" y="9174"/>
                    <a:pt x="434" y="9841"/>
                    <a:pt x="1" y="10675"/>
                  </a:cubicBezTo>
                  <a:cubicBezTo>
                    <a:pt x="601" y="10909"/>
                    <a:pt x="1201" y="11109"/>
                    <a:pt x="1835" y="11276"/>
                  </a:cubicBezTo>
                  <a:cubicBezTo>
                    <a:pt x="2469" y="10242"/>
                    <a:pt x="3370" y="9341"/>
                    <a:pt x="4504" y="8841"/>
                  </a:cubicBezTo>
                  <a:cubicBezTo>
                    <a:pt x="5004" y="8607"/>
                    <a:pt x="5538" y="8440"/>
                    <a:pt x="6138" y="8307"/>
                  </a:cubicBezTo>
                  <a:lnTo>
                    <a:pt x="6138" y="8307"/>
                  </a:lnTo>
                  <a:cubicBezTo>
                    <a:pt x="4871" y="9174"/>
                    <a:pt x="3737" y="10275"/>
                    <a:pt x="2969" y="11542"/>
                  </a:cubicBezTo>
                  <a:cubicBezTo>
                    <a:pt x="12676" y="13877"/>
                    <a:pt x="23317" y="11776"/>
                    <a:pt x="27053" y="15145"/>
                  </a:cubicBezTo>
                  <a:cubicBezTo>
                    <a:pt x="28387" y="16346"/>
                    <a:pt x="29555" y="18114"/>
                    <a:pt x="30489" y="20249"/>
                  </a:cubicBezTo>
                  <a:cubicBezTo>
                    <a:pt x="31023" y="20115"/>
                    <a:pt x="31556" y="19848"/>
                    <a:pt x="31990" y="19481"/>
                  </a:cubicBezTo>
                  <a:cubicBezTo>
                    <a:pt x="33725" y="17980"/>
                    <a:pt x="33858" y="15178"/>
                    <a:pt x="32757" y="13144"/>
                  </a:cubicBezTo>
                  <a:cubicBezTo>
                    <a:pt x="32157" y="11909"/>
                    <a:pt x="31189" y="10909"/>
                    <a:pt x="30089" y="10008"/>
                  </a:cubicBezTo>
                  <a:cubicBezTo>
                    <a:pt x="30189" y="9608"/>
                    <a:pt x="30222" y="9174"/>
                    <a:pt x="30222" y="8774"/>
                  </a:cubicBezTo>
                  <a:cubicBezTo>
                    <a:pt x="30155" y="6339"/>
                    <a:pt x="28521" y="4137"/>
                    <a:pt x="26353" y="3103"/>
                  </a:cubicBezTo>
                  <a:cubicBezTo>
                    <a:pt x="25176" y="2542"/>
                    <a:pt x="23871" y="2285"/>
                    <a:pt x="22562" y="2285"/>
                  </a:cubicBezTo>
                  <a:cubicBezTo>
                    <a:pt x="21458" y="2285"/>
                    <a:pt x="20351" y="2467"/>
                    <a:pt x="19314" y="2803"/>
                  </a:cubicBezTo>
                  <a:cubicBezTo>
                    <a:pt x="18681" y="3003"/>
                    <a:pt x="18047" y="3270"/>
                    <a:pt x="17480" y="3603"/>
                  </a:cubicBezTo>
                  <a:cubicBezTo>
                    <a:pt x="17646" y="2336"/>
                    <a:pt x="17313" y="1068"/>
                    <a:pt x="165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88;p47">
              <a:extLst>
                <a:ext uri="{FF2B5EF4-FFF2-40B4-BE49-F238E27FC236}">
                  <a16:creationId xmlns:a16="http://schemas.microsoft.com/office/drawing/2014/main" id="{484CBEC0-EE61-A36D-4D74-680789B50BE7}"/>
                </a:ext>
              </a:extLst>
            </p:cNvPr>
            <p:cNvSpPr/>
            <p:nvPr/>
          </p:nvSpPr>
          <p:spPr>
            <a:xfrm>
              <a:off x="-2444075" y="4082525"/>
              <a:ext cx="442850" cy="291900"/>
            </a:xfrm>
            <a:custGeom>
              <a:avLst/>
              <a:gdLst/>
              <a:ahLst/>
              <a:cxnLst/>
              <a:rect l="l" t="t" r="r" b="b"/>
              <a:pathLst>
                <a:path w="17714" h="11676" extrusionOk="0">
                  <a:moveTo>
                    <a:pt x="15545" y="1"/>
                  </a:moveTo>
                  <a:lnTo>
                    <a:pt x="1" y="6272"/>
                  </a:lnTo>
                  <a:lnTo>
                    <a:pt x="2169" y="11676"/>
                  </a:lnTo>
                  <a:lnTo>
                    <a:pt x="17713" y="5405"/>
                  </a:lnTo>
                  <a:lnTo>
                    <a:pt x="15545" y="1"/>
                  </a:ln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89;p47">
              <a:extLst>
                <a:ext uri="{FF2B5EF4-FFF2-40B4-BE49-F238E27FC236}">
                  <a16:creationId xmlns:a16="http://schemas.microsoft.com/office/drawing/2014/main" id="{9201B2CE-5449-0CD1-8A97-64B77EF674BB}"/>
                </a:ext>
              </a:extLst>
            </p:cNvPr>
            <p:cNvSpPr/>
            <p:nvPr/>
          </p:nvSpPr>
          <p:spPr>
            <a:xfrm>
              <a:off x="-4517225" y="1346400"/>
              <a:ext cx="215175" cy="214350"/>
            </a:xfrm>
            <a:custGeom>
              <a:avLst/>
              <a:gdLst/>
              <a:ahLst/>
              <a:cxnLst/>
              <a:rect l="l" t="t" r="r" b="b"/>
              <a:pathLst>
                <a:path w="8607" h="8574" extrusionOk="0">
                  <a:moveTo>
                    <a:pt x="4304" y="1569"/>
                  </a:moveTo>
                  <a:cubicBezTo>
                    <a:pt x="5805" y="1569"/>
                    <a:pt x="7006" y="2803"/>
                    <a:pt x="7006" y="4304"/>
                  </a:cubicBezTo>
                  <a:cubicBezTo>
                    <a:pt x="7006" y="5772"/>
                    <a:pt x="5805" y="7006"/>
                    <a:pt x="4304" y="7006"/>
                  </a:cubicBezTo>
                  <a:cubicBezTo>
                    <a:pt x="2803" y="7006"/>
                    <a:pt x="1602" y="5772"/>
                    <a:pt x="1602" y="4304"/>
                  </a:cubicBezTo>
                  <a:cubicBezTo>
                    <a:pt x="1602" y="2803"/>
                    <a:pt x="2803" y="1569"/>
                    <a:pt x="4304" y="1569"/>
                  </a:cubicBezTo>
                  <a:close/>
                  <a:moveTo>
                    <a:pt x="4304" y="1"/>
                  </a:moveTo>
                  <a:cubicBezTo>
                    <a:pt x="1935" y="1"/>
                    <a:pt x="1" y="1902"/>
                    <a:pt x="1" y="4304"/>
                  </a:cubicBezTo>
                  <a:cubicBezTo>
                    <a:pt x="1" y="6672"/>
                    <a:pt x="1935" y="8574"/>
                    <a:pt x="4304" y="8574"/>
                  </a:cubicBezTo>
                  <a:cubicBezTo>
                    <a:pt x="6639" y="8574"/>
                    <a:pt x="8607" y="6639"/>
                    <a:pt x="8607" y="4304"/>
                  </a:cubicBezTo>
                  <a:cubicBezTo>
                    <a:pt x="8607" y="1902"/>
                    <a:pt x="6672" y="1"/>
                    <a:pt x="4304" y="1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0;p47">
              <a:extLst>
                <a:ext uri="{FF2B5EF4-FFF2-40B4-BE49-F238E27FC236}">
                  <a16:creationId xmlns:a16="http://schemas.microsoft.com/office/drawing/2014/main" id="{F2CA8897-2995-966D-017D-A41AF2735920}"/>
                </a:ext>
              </a:extLst>
            </p:cNvPr>
            <p:cNvSpPr/>
            <p:nvPr/>
          </p:nvSpPr>
          <p:spPr>
            <a:xfrm>
              <a:off x="-3886775" y="1538200"/>
              <a:ext cx="215175" cy="214350"/>
            </a:xfrm>
            <a:custGeom>
              <a:avLst/>
              <a:gdLst/>
              <a:ahLst/>
              <a:cxnLst/>
              <a:rect l="l" t="t" r="r" b="b"/>
              <a:pathLst>
                <a:path w="8607" h="8574" extrusionOk="0">
                  <a:moveTo>
                    <a:pt x="4304" y="1"/>
                  </a:moveTo>
                  <a:cubicBezTo>
                    <a:pt x="1935" y="1"/>
                    <a:pt x="1" y="1902"/>
                    <a:pt x="1" y="4304"/>
                  </a:cubicBezTo>
                  <a:cubicBezTo>
                    <a:pt x="1" y="6672"/>
                    <a:pt x="1935" y="8574"/>
                    <a:pt x="4304" y="8574"/>
                  </a:cubicBezTo>
                  <a:cubicBezTo>
                    <a:pt x="6672" y="8574"/>
                    <a:pt x="8607" y="6672"/>
                    <a:pt x="8607" y="4304"/>
                  </a:cubicBezTo>
                  <a:cubicBezTo>
                    <a:pt x="8573" y="1902"/>
                    <a:pt x="6639" y="1"/>
                    <a:pt x="4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1;p47">
              <a:extLst>
                <a:ext uri="{FF2B5EF4-FFF2-40B4-BE49-F238E27FC236}">
                  <a16:creationId xmlns:a16="http://schemas.microsoft.com/office/drawing/2014/main" id="{6588ACC1-EC19-3388-9C72-276511B4CBEE}"/>
                </a:ext>
              </a:extLst>
            </p:cNvPr>
            <p:cNvSpPr/>
            <p:nvPr/>
          </p:nvSpPr>
          <p:spPr>
            <a:xfrm>
              <a:off x="-4195325" y="663875"/>
              <a:ext cx="440350" cy="482775"/>
            </a:xfrm>
            <a:custGeom>
              <a:avLst/>
              <a:gdLst/>
              <a:ahLst/>
              <a:cxnLst/>
              <a:rect l="l" t="t" r="r" b="b"/>
              <a:pathLst>
                <a:path w="17614" h="19311" extrusionOk="0">
                  <a:moveTo>
                    <a:pt x="2076" y="1"/>
                  </a:moveTo>
                  <a:cubicBezTo>
                    <a:pt x="998" y="1"/>
                    <a:pt x="1" y="870"/>
                    <a:pt x="1" y="2084"/>
                  </a:cubicBezTo>
                  <a:lnTo>
                    <a:pt x="1" y="17228"/>
                  </a:lnTo>
                  <a:cubicBezTo>
                    <a:pt x="1" y="18442"/>
                    <a:pt x="998" y="19311"/>
                    <a:pt x="2076" y="19311"/>
                  </a:cubicBezTo>
                  <a:cubicBezTo>
                    <a:pt x="2420" y="19311"/>
                    <a:pt x="2772" y="19223"/>
                    <a:pt x="3103" y="19029"/>
                  </a:cubicBezTo>
                  <a:lnTo>
                    <a:pt x="16245" y="11457"/>
                  </a:lnTo>
                  <a:cubicBezTo>
                    <a:pt x="17613" y="10623"/>
                    <a:pt x="17613" y="8655"/>
                    <a:pt x="16245" y="7854"/>
                  </a:cubicBezTo>
                  <a:lnTo>
                    <a:pt x="3103" y="282"/>
                  </a:lnTo>
                  <a:cubicBezTo>
                    <a:pt x="2772" y="89"/>
                    <a:pt x="2420" y="1"/>
                    <a:pt x="2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" name="Google Shape;992;p47">
            <a:extLst>
              <a:ext uri="{FF2B5EF4-FFF2-40B4-BE49-F238E27FC236}">
                <a16:creationId xmlns:a16="http://schemas.microsoft.com/office/drawing/2014/main" id="{943D05B7-9B61-127A-2CFA-A4A9ADFF34A4}"/>
              </a:ext>
            </a:extLst>
          </p:cNvPr>
          <p:cNvGrpSpPr/>
          <p:nvPr/>
        </p:nvGrpSpPr>
        <p:grpSpPr>
          <a:xfrm>
            <a:off x="4303965" y="-4194779"/>
            <a:ext cx="2958303" cy="1593589"/>
            <a:chOff x="4466463" y="3305947"/>
            <a:chExt cx="2958303" cy="1593589"/>
          </a:xfrm>
        </p:grpSpPr>
        <p:grpSp>
          <p:nvGrpSpPr>
            <p:cNvPr id="157" name="Google Shape;993;p47">
              <a:extLst>
                <a:ext uri="{FF2B5EF4-FFF2-40B4-BE49-F238E27FC236}">
                  <a16:creationId xmlns:a16="http://schemas.microsoft.com/office/drawing/2014/main" id="{C3A4030F-E76D-1553-0B96-F612BBC9B0F5}"/>
                </a:ext>
              </a:extLst>
            </p:cNvPr>
            <p:cNvGrpSpPr/>
            <p:nvPr/>
          </p:nvGrpSpPr>
          <p:grpSpPr>
            <a:xfrm flipH="1">
              <a:off x="6574013" y="4048812"/>
              <a:ext cx="850753" cy="850724"/>
              <a:chOff x="780950" y="891300"/>
              <a:chExt cx="727575" cy="727550"/>
            </a:xfrm>
          </p:grpSpPr>
          <p:sp>
            <p:nvSpPr>
              <p:cNvPr id="170" name="Google Shape;994;p47">
                <a:extLst>
                  <a:ext uri="{FF2B5EF4-FFF2-40B4-BE49-F238E27FC236}">
                    <a16:creationId xmlns:a16="http://schemas.microsoft.com/office/drawing/2014/main" id="{CE0BAD38-2874-52AD-5132-BC00DB87BE87}"/>
                  </a:ext>
                </a:extLst>
              </p:cNvPr>
              <p:cNvSpPr/>
              <p:nvPr/>
            </p:nvSpPr>
            <p:spPr>
              <a:xfrm>
                <a:off x="1354900" y="976875"/>
                <a:ext cx="153625" cy="278200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1128" extrusionOk="0">
                    <a:moveTo>
                      <a:pt x="952" y="1"/>
                    </a:moveTo>
                    <a:lnTo>
                      <a:pt x="1" y="1123"/>
                    </a:lnTo>
                    <a:cubicBezTo>
                      <a:pt x="2968" y="3615"/>
                      <a:pt x="4661" y="7286"/>
                      <a:pt x="4661" y="11128"/>
                    </a:cubicBezTo>
                    <a:lnTo>
                      <a:pt x="6144" y="11128"/>
                    </a:lnTo>
                    <a:cubicBezTo>
                      <a:pt x="6144" y="6829"/>
                      <a:pt x="4261" y="2759"/>
                      <a:pt x="9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995;p47">
                <a:extLst>
                  <a:ext uri="{FF2B5EF4-FFF2-40B4-BE49-F238E27FC236}">
                    <a16:creationId xmlns:a16="http://schemas.microsoft.com/office/drawing/2014/main" id="{F94483AC-6049-7ED2-9734-36D9B150BA66}"/>
                  </a:ext>
                </a:extLst>
              </p:cNvPr>
              <p:cNvSpPr/>
              <p:nvPr/>
            </p:nvSpPr>
            <p:spPr>
              <a:xfrm>
                <a:off x="1410075" y="1329250"/>
                <a:ext cx="88925" cy="13792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5517" extrusionOk="0">
                    <a:moveTo>
                      <a:pt x="2130" y="0"/>
                    </a:moveTo>
                    <a:cubicBezTo>
                      <a:pt x="1750" y="1693"/>
                      <a:pt x="1027" y="3272"/>
                      <a:pt x="0" y="4660"/>
                    </a:cubicBezTo>
                    <a:lnTo>
                      <a:pt x="1198" y="5516"/>
                    </a:lnTo>
                    <a:cubicBezTo>
                      <a:pt x="2321" y="3957"/>
                      <a:pt x="3120" y="2226"/>
                      <a:pt x="3557" y="343"/>
                    </a:cubicBezTo>
                    <a:lnTo>
                      <a:pt x="21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996;p47">
                <a:extLst>
                  <a:ext uri="{FF2B5EF4-FFF2-40B4-BE49-F238E27FC236}">
                    <a16:creationId xmlns:a16="http://schemas.microsoft.com/office/drawing/2014/main" id="{E849BC09-A7AB-F38F-8EC3-9B76E6FE6862}"/>
                  </a:ext>
                </a:extLst>
              </p:cNvPr>
              <p:cNvSpPr/>
              <p:nvPr/>
            </p:nvSpPr>
            <p:spPr>
              <a:xfrm>
                <a:off x="888900" y="1488075"/>
                <a:ext cx="437975" cy="130775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5231" extrusionOk="0">
                    <a:moveTo>
                      <a:pt x="1027" y="0"/>
                    </a:moveTo>
                    <a:lnTo>
                      <a:pt x="0" y="1046"/>
                    </a:lnTo>
                    <a:cubicBezTo>
                      <a:pt x="2739" y="3766"/>
                      <a:pt x="6372" y="5231"/>
                      <a:pt x="10233" y="5231"/>
                    </a:cubicBezTo>
                    <a:cubicBezTo>
                      <a:pt x="12801" y="5231"/>
                      <a:pt x="15312" y="4565"/>
                      <a:pt x="17518" y="3291"/>
                    </a:cubicBezTo>
                    <a:lnTo>
                      <a:pt x="16796" y="2016"/>
                    </a:lnTo>
                    <a:cubicBezTo>
                      <a:pt x="14818" y="3158"/>
                      <a:pt x="12535" y="3785"/>
                      <a:pt x="10233" y="3785"/>
                    </a:cubicBezTo>
                    <a:cubicBezTo>
                      <a:pt x="6753" y="3785"/>
                      <a:pt x="3500" y="2454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997;p47">
                <a:extLst>
                  <a:ext uri="{FF2B5EF4-FFF2-40B4-BE49-F238E27FC236}">
                    <a16:creationId xmlns:a16="http://schemas.microsoft.com/office/drawing/2014/main" id="{0D5FE205-5997-722D-725A-74A310AC0562}"/>
                  </a:ext>
                </a:extLst>
              </p:cNvPr>
              <p:cNvSpPr/>
              <p:nvPr/>
            </p:nvSpPr>
            <p:spPr>
              <a:xfrm>
                <a:off x="780950" y="999700"/>
                <a:ext cx="131750" cy="397575"/>
              </a:xfrm>
              <a:custGeom>
                <a:avLst/>
                <a:gdLst/>
                <a:ahLst/>
                <a:cxnLst/>
                <a:rect l="l" t="t" r="r" b="b"/>
                <a:pathLst>
                  <a:path w="5270" h="15903" extrusionOk="0">
                    <a:moveTo>
                      <a:pt x="4223" y="1"/>
                    </a:moveTo>
                    <a:cubicBezTo>
                      <a:pt x="1484" y="2721"/>
                      <a:pt x="1" y="6392"/>
                      <a:pt x="1" y="10272"/>
                    </a:cubicBezTo>
                    <a:cubicBezTo>
                      <a:pt x="1" y="12193"/>
                      <a:pt x="381" y="14095"/>
                      <a:pt x="1142" y="15902"/>
                    </a:cubicBezTo>
                    <a:lnTo>
                      <a:pt x="2492" y="15332"/>
                    </a:lnTo>
                    <a:cubicBezTo>
                      <a:pt x="1808" y="13715"/>
                      <a:pt x="1465" y="12003"/>
                      <a:pt x="1465" y="10234"/>
                    </a:cubicBezTo>
                    <a:cubicBezTo>
                      <a:pt x="1465" y="6772"/>
                      <a:pt x="2816" y="3482"/>
                      <a:pt x="5269" y="1009"/>
                    </a:cubicBezTo>
                    <a:lnTo>
                      <a:pt x="42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998;p47">
                <a:extLst>
                  <a:ext uri="{FF2B5EF4-FFF2-40B4-BE49-F238E27FC236}">
                    <a16:creationId xmlns:a16="http://schemas.microsoft.com/office/drawing/2014/main" id="{4C969B7B-2C0C-6527-A730-59112DCC7988}"/>
                  </a:ext>
                </a:extLst>
              </p:cNvPr>
              <p:cNvSpPr/>
              <p:nvPr/>
            </p:nvSpPr>
            <p:spPr>
              <a:xfrm>
                <a:off x="976875" y="891300"/>
                <a:ext cx="16692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6677" h="2930" extrusionOk="0">
                    <a:moveTo>
                      <a:pt x="6676" y="0"/>
                    </a:moveTo>
                    <a:cubicBezTo>
                      <a:pt x="4356" y="0"/>
                      <a:pt x="2054" y="571"/>
                      <a:pt x="0" y="1617"/>
                    </a:cubicBezTo>
                    <a:lnTo>
                      <a:pt x="685" y="2929"/>
                    </a:lnTo>
                    <a:cubicBezTo>
                      <a:pt x="2549" y="1959"/>
                      <a:pt x="4565" y="1484"/>
                      <a:pt x="6676" y="1484"/>
                    </a:cubicBezTo>
                    <a:lnTo>
                      <a:pt x="66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999;p47">
                <a:extLst>
                  <a:ext uri="{FF2B5EF4-FFF2-40B4-BE49-F238E27FC236}">
                    <a16:creationId xmlns:a16="http://schemas.microsoft.com/office/drawing/2014/main" id="{0AD59B48-B4A1-28D6-0782-DDD9B942E926}"/>
                  </a:ext>
                </a:extLst>
              </p:cNvPr>
              <p:cNvSpPr/>
              <p:nvPr/>
            </p:nvSpPr>
            <p:spPr>
              <a:xfrm>
                <a:off x="922175" y="1033000"/>
                <a:ext cx="444650" cy="444625"/>
              </a:xfrm>
              <a:custGeom>
                <a:avLst/>
                <a:gdLst/>
                <a:ahLst/>
                <a:cxnLst/>
                <a:rect l="l" t="t" r="r" b="b"/>
                <a:pathLst>
                  <a:path w="17786" h="17785" extrusionOk="0">
                    <a:moveTo>
                      <a:pt x="8902" y="0"/>
                    </a:moveTo>
                    <a:cubicBezTo>
                      <a:pt x="3976" y="0"/>
                      <a:pt x="1" y="3976"/>
                      <a:pt x="1" y="8883"/>
                    </a:cubicBezTo>
                    <a:cubicBezTo>
                      <a:pt x="1" y="13790"/>
                      <a:pt x="3976" y="17785"/>
                      <a:pt x="8902" y="17785"/>
                    </a:cubicBezTo>
                    <a:cubicBezTo>
                      <a:pt x="13810" y="17785"/>
                      <a:pt x="17785" y="13790"/>
                      <a:pt x="17785" y="8883"/>
                    </a:cubicBezTo>
                    <a:cubicBezTo>
                      <a:pt x="17785" y="3976"/>
                      <a:pt x="13810" y="0"/>
                      <a:pt x="89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000;p47">
                <a:extLst>
                  <a:ext uri="{FF2B5EF4-FFF2-40B4-BE49-F238E27FC236}">
                    <a16:creationId xmlns:a16="http://schemas.microsoft.com/office/drawing/2014/main" id="{461BD859-AE97-23FE-796A-899632BDE8E3}"/>
                  </a:ext>
                </a:extLst>
              </p:cNvPr>
              <p:cNvSpPr/>
              <p:nvPr/>
            </p:nvSpPr>
            <p:spPr>
              <a:xfrm flipH="1">
                <a:off x="1028700" y="1107650"/>
                <a:ext cx="233500" cy="287725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11509" extrusionOk="0">
                    <a:moveTo>
                      <a:pt x="4109" y="3082"/>
                    </a:moveTo>
                    <a:lnTo>
                      <a:pt x="4109" y="4927"/>
                    </a:lnTo>
                    <a:cubicBezTo>
                      <a:pt x="3976" y="4927"/>
                      <a:pt x="3843" y="4927"/>
                      <a:pt x="3728" y="4946"/>
                    </a:cubicBezTo>
                    <a:cubicBezTo>
                      <a:pt x="3614" y="4965"/>
                      <a:pt x="3500" y="4965"/>
                      <a:pt x="3405" y="4965"/>
                    </a:cubicBezTo>
                    <a:cubicBezTo>
                      <a:pt x="2949" y="4965"/>
                      <a:pt x="2606" y="4870"/>
                      <a:pt x="2397" y="4737"/>
                    </a:cubicBezTo>
                    <a:cubicBezTo>
                      <a:pt x="2188" y="4585"/>
                      <a:pt x="2074" y="4375"/>
                      <a:pt x="2074" y="4147"/>
                    </a:cubicBezTo>
                    <a:cubicBezTo>
                      <a:pt x="2074" y="4014"/>
                      <a:pt x="2112" y="3900"/>
                      <a:pt x="2188" y="3805"/>
                    </a:cubicBezTo>
                    <a:cubicBezTo>
                      <a:pt x="2264" y="3691"/>
                      <a:pt x="2359" y="3557"/>
                      <a:pt x="2511" y="3481"/>
                    </a:cubicBezTo>
                    <a:cubicBezTo>
                      <a:pt x="2663" y="3348"/>
                      <a:pt x="2873" y="3291"/>
                      <a:pt x="3139" y="3215"/>
                    </a:cubicBezTo>
                    <a:cubicBezTo>
                      <a:pt x="3405" y="3139"/>
                      <a:pt x="3728" y="3120"/>
                      <a:pt x="4109" y="3082"/>
                    </a:cubicBezTo>
                    <a:close/>
                    <a:moveTo>
                      <a:pt x="6030" y="6277"/>
                    </a:moveTo>
                    <a:cubicBezTo>
                      <a:pt x="6563" y="6277"/>
                      <a:pt x="6943" y="6373"/>
                      <a:pt x="7171" y="6544"/>
                    </a:cubicBezTo>
                    <a:cubicBezTo>
                      <a:pt x="7438" y="6715"/>
                      <a:pt x="7552" y="6943"/>
                      <a:pt x="7552" y="7228"/>
                    </a:cubicBezTo>
                    <a:cubicBezTo>
                      <a:pt x="7552" y="7400"/>
                      <a:pt x="7514" y="7571"/>
                      <a:pt x="7438" y="7704"/>
                    </a:cubicBezTo>
                    <a:cubicBezTo>
                      <a:pt x="7361" y="7875"/>
                      <a:pt x="7247" y="7989"/>
                      <a:pt x="7057" y="8103"/>
                    </a:cubicBezTo>
                    <a:cubicBezTo>
                      <a:pt x="6867" y="8237"/>
                      <a:pt x="6658" y="8332"/>
                      <a:pt x="6372" y="8389"/>
                    </a:cubicBezTo>
                    <a:cubicBezTo>
                      <a:pt x="6087" y="8465"/>
                      <a:pt x="5745" y="8522"/>
                      <a:pt x="5345" y="8541"/>
                    </a:cubicBezTo>
                    <a:lnTo>
                      <a:pt x="5326" y="8541"/>
                    </a:lnTo>
                    <a:lnTo>
                      <a:pt x="5326" y="6334"/>
                    </a:lnTo>
                    <a:cubicBezTo>
                      <a:pt x="5440" y="6334"/>
                      <a:pt x="5554" y="6334"/>
                      <a:pt x="5688" y="6296"/>
                    </a:cubicBezTo>
                    <a:cubicBezTo>
                      <a:pt x="5802" y="6277"/>
                      <a:pt x="5916" y="6277"/>
                      <a:pt x="6030" y="6277"/>
                    </a:cubicBezTo>
                    <a:close/>
                    <a:moveTo>
                      <a:pt x="4109" y="1"/>
                    </a:moveTo>
                    <a:lnTo>
                      <a:pt x="4109" y="1560"/>
                    </a:lnTo>
                    <a:cubicBezTo>
                      <a:pt x="3424" y="1598"/>
                      <a:pt x="2835" y="1693"/>
                      <a:pt x="2359" y="1846"/>
                    </a:cubicBezTo>
                    <a:cubicBezTo>
                      <a:pt x="1883" y="2017"/>
                      <a:pt x="1503" y="2226"/>
                      <a:pt x="1180" y="2473"/>
                    </a:cubicBezTo>
                    <a:cubicBezTo>
                      <a:pt x="894" y="2701"/>
                      <a:pt x="685" y="2987"/>
                      <a:pt x="552" y="3310"/>
                    </a:cubicBezTo>
                    <a:cubicBezTo>
                      <a:pt x="419" y="3614"/>
                      <a:pt x="362" y="3938"/>
                      <a:pt x="362" y="4261"/>
                    </a:cubicBezTo>
                    <a:cubicBezTo>
                      <a:pt x="362" y="4604"/>
                      <a:pt x="457" y="4946"/>
                      <a:pt x="590" y="5231"/>
                    </a:cubicBezTo>
                    <a:cubicBezTo>
                      <a:pt x="742" y="5517"/>
                      <a:pt x="951" y="5745"/>
                      <a:pt x="1218" y="5935"/>
                    </a:cubicBezTo>
                    <a:cubicBezTo>
                      <a:pt x="1446" y="6144"/>
                      <a:pt x="1750" y="6277"/>
                      <a:pt x="2093" y="6373"/>
                    </a:cubicBezTo>
                    <a:cubicBezTo>
                      <a:pt x="2416" y="6468"/>
                      <a:pt x="2777" y="6525"/>
                      <a:pt x="3139" y="6525"/>
                    </a:cubicBezTo>
                    <a:cubicBezTo>
                      <a:pt x="3310" y="6525"/>
                      <a:pt x="3443" y="6525"/>
                      <a:pt x="3614" y="6487"/>
                    </a:cubicBezTo>
                    <a:cubicBezTo>
                      <a:pt x="3748" y="6487"/>
                      <a:pt x="3938" y="6468"/>
                      <a:pt x="4109" y="6449"/>
                    </a:cubicBezTo>
                    <a:lnTo>
                      <a:pt x="4109" y="8484"/>
                    </a:lnTo>
                    <a:cubicBezTo>
                      <a:pt x="3805" y="8465"/>
                      <a:pt x="3500" y="8446"/>
                      <a:pt x="3215" y="8370"/>
                    </a:cubicBezTo>
                    <a:cubicBezTo>
                      <a:pt x="2930" y="8332"/>
                      <a:pt x="2644" y="8256"/>
                      <a:pt x="2378" y="8160"/>
                    </a:cubicBezTo>
                    <a:cubicBezTo>
                      <a:pt x="2112" y="8065"/>
                      <a:pt x="1845" y="7970"/>
                      <a:pt x="1598" y="7856"/>
                    </a:cubicBezTo>
                    <a:cubicBezTo>
                      <a:pt x="1332" y="7723"/>
                      <a:pt x="1085" y="7609"/>
                      <a:pt x="837" y="7476"/>
                    </a:cubicBezTo>
                    <a:lnTo>
                      <a:pt x="0" y="8769"/>
                    </a:lnTo>
                    <a:cubicBezTo>
                      <a:pt x="571" y="9073"/>
                      <a:pt x="1180" y="9340"/>
                      <a:pt x="1902" y="9549"/>
                    </a:cubicBezTo>
                    <a:cubicBezTo>
                      <a:pt x="2587" y="9777"/>
                      <a:pt x="3348" y="9891"/>
                      <a:pt x="4166" y="9929"/>
                    </a:cubicBezTo>
                    <a:lnTo>
                      <a:pt x="4166" y="11508"/>
                    </a:lnTo>
                    <a:lnTo>
                      <a:pt x="5402" y="11508"/>
                    </a:lnTo>
                    <a:lnTo>
                      <a:pt x="5402" y="9910"/>
                    </a:lnTo>
                    <a:cubicBezTo>
                      <a:pt x="6011" y="9891"/>
                      <a:pt x="6563" y="9777"/>
                      <a:pt x="7038" y="9625"/>
                    </a:cubicBezTo>
                    <a:cubicBezTo>
                      <a:pt x="7514" y="9454"/>
                      <a:pt x="7932" y="9264"/>
                      <a:pt x="8274" y="9016"/>
                    </a:cubicBezTo>
                    <a:cubicBezTo>
                      <a:pt x="8598" y="8750"/>
                      <a:pt x="8864" y="8465"/>
                      <a:pt x="9054" y="8103"/>
                    </a:cubicBezTo>
                    <a:cubicBezTo>
                      <a:pt x="9245" y="7780"/>
                      <a:pt x="9340" y="7362"/>
                      <a:pt x="9340" y="6943"/>
                    </a:cubicBezTo>
                    <a:cubicBezTo>
                      <a:pt x="9340" y="6582"/>
                      <a:pt x="9264" y="6277"/>
                      <a:pt x="9149" y="5992"/>
                    </a:cubicBezTo>
                    <a:cubicBezTo>
                      <a:pt x="9016" y="5726"/>
                      <a:pt x="8845" y="5460"/>
                      <a:pt x="8579" y="5269"/>
                    </a:cubicBezTo>
                    <a:cubicBezTo>
                      <a:pt x="8351" y="5079"/>
                      <a:pt x="8027" y="4946"/>
                      <a:pt x="7647" y="4832"/>
                    </a:cubicBezTo>
                    <a:cubicBezTo>
                      <a:pt x="7266" y="4699"/>
                      <a:pt x="6848" y="4661"/>
                      <a:pt x="6372" y="4661"/>
                    </a:cubicBezTo>
                    <a:cubicBezTo>
                      <a:pt x="6201" y="4661"/>
                      <a:pt x="6030" y="4661"/>
                      <a:pt x="5878" y="4680"/>
                    </a:cubicBezTo>
                    <a:cubicBezTo>
                      <a:pt x="5707" y="4699"/>
                      <a:pt x="5535" y="4699"/>
                      <a:pt x="5364" y="4737"/>
                    </a:cubicBezTo>
                    <a:lnTo>
                      <a:pt x="5364" y="3063"/>
                    </a:lnTo>
                    <a:cubicBezTo>
                      <a:pt x="5821" y="3139"/>
                      <a:pt x="6258" y="3215"/>
                      <a:pt x="6658" y="3329"/>
                    </a:cubicBezTo>
                    <a:cubicBezTo>
                      <a:pt x="7057" y="3443"/>
                      <a:pt x="7419" y="3595"/>
                      <a:pt x="7780" y="3729"/>
                    </a:cubicBezTo>
                    <a:lnTo>
                      <a:pt x="8484" y="2397"/>
                    </a:lnTo>
                    <a:cubicBezTo>
                      <a:pt x="8027" y="2207"/>
                      <a:pt x="7533" y="2036"/>
                      <a:pt x="7019" y="1903"/>
                    </a:cubicBezTo>
                    <a:cubicBezTo>
                      <a:pt x="6487" y="1750"/>
                      <a:pt x="5916" y="1655"/>
                      <a:pt x="5345" y="1617"/>
                    </a:cubicBezTo>
                    <a:lnTo>
                      <a:pt x="534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" name="Google Shape;1001;p47">
              <a:extLst>
                <a:ext uri="{FF2B5EF4-FFF2-40B4-BE49-F238E27FC236}">
                  <a16:creationId xmlns:a16="http://schemas.microsoft.com/office/drawing/2014/main" id="{45B835A3-3DC1-7301-4DCE-DE0AC4BBCBD2}"/>
                </a:ext>
              </a:extLst>
            </p:cNvPr>
            <p:cNvGrpSpPr/>
            <p:nvPr/>
          </p:nvGrpSpPr>
          <p:grpSpPr>
            <a:xfrm>
              <a:off x="4466463" y="3863531"/>
              <a:ext cx="1021756" cy="332094"/>
              <a:chOff x="7289663" y="3996131"/>
              <a:chExt cx="1021756" cy="332094"/>
            </a:xfrm>
          </p:grpSpPr>
          <p:sp>
            <p:nvSpPr>
              <p:cNvPr id="165" name="Google Shape;1002;p47">
                <a:extLst>
                  <a:ext uri="{FF2B5EF4-FFF2-40B4-BE49-F238E27FC236}">
                    <a16:creationId xmlns:a16="http://schemas.microsoft.com/office/drawing/2014/main" id="{5EA76863-4069-C400-FFFA-4F191BD36CC6}"/>
                  </a:ext>
                </a:extLst>
              </p:cNvPr>
              <p:cNvSpPr/>
              <p:nvPr/>
            </p:nvSpPr>
            <p:spPr>
              <a:xfrm>
                <a:off x="7289663" y="4044216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6" y="0"/>
                      <a:pt x="0" y="2836"/>
                      <a:pt x="0" y="6305"/>
                    </a:cubicBezTo>
                    <a:cubicBezTo>
                      <a:pt x="0" y="9774"/>
                      <a:pt x="2836" y="12609"/>
                      <a:pt x="6305" y="12609"/>
                    </a:cubicBezTo>
                    <a:lnTo>
                      <a:pt x="38227" y="12609"/>
                    </a:lnTo>
                    <a:cubicBezTo>
                      <a:pt x="41697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003;p47">
                <a:extLst>
                  <a:ext uri="{FF2B5EF4-FFF2-40B4-BE49-F238E27FC236}">
                    <a16:creationId xmlns:a16="http://schemas.microsoft.com/office/drawing/2014/main" id="{757B0A24-AE1B-6E2E-D338-BDD98FC3303D}"/>
                  </a:ext>
                </a:extLst>
              </p:cNvPr>
              <p:cNvSpPr/>
              <p:nvPr/>
            </p:nvSpPr>
            <p:spPr>
              <a:xfrm>
                <a:off x="7308447" y="3996131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5" y="0"/>
                      <a:pt x="0" y="2836"/>
                      <a:pt x="0" y="6305"/>
                    </a:cubicBezTo>
                    <a:cubicBezTo>
                      <a:pt x="0" y="9774"/>
                      <a:pt x="2835" y="12609"/>
                      <a:pt x="6305" y="12609"/>
                    </a:cubicBezTo>
                    <a:lnTo>
                      <a:pt x="38227" y="12609"/>
                    </a:lnTo>
                    <a:cubicBezTo>
                      <a:pt x="41730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004;p47">
                <a:extLst>
                  <a:ext uri="{FF2B5EF4-FFF2-40B4-BE49-F238E27FC236}">
                    <a16:creationId xmlns:a16="http://schemas.microsoft.com/office/drawing/2014/main" id="{AB750C4A-BE96-6A98-A816-352277485D01}"/>
                  </a:ext>
                </a:extLst>
              </p:cNvPr>
              <p:cNvSpPr/>
              <p:nvPr/>
            </p:nvSpPr>
            <p:spPr>
              <a:xfrm>
                <a:off x="7433897" y="4044036"/>
                <a:ext cx="209639" cy="188175"/>
              </a:xfrm>
              <a:custGeom>
                <a:avLst/>
                <a:gdLst/>
                <a:ahLst/>
                <a:cxnLst/>
                <a:rect l="l" t="t" r="r" b="b"/>
                <a:pathLst>
                  <a:path w="9308" h="8355" extrusionOk="0">
                    <a:moveTo>
                      <a:pt x="4646" y="1"/>
                    </a:moveTo>
                    <a:cubicBezTo>
                      <a:pt x="3684" y="1"/>
                      <a:pt x="2718" y="332"/>
                      <a:pt x="1935" y="1009"/>
                    </a:cubicBezTo>
                    <a:cubicBezTo>
                      <a:pt x="168" y="2543"/>
                      <a:pt x="1" y="5179"/>
                      <a:pt x="1502" y="6913"/>
                    </a:cubicBezTo>
                    <a:cubicBezTo>
                      <a:pt x="2326" y="7865"/>
                      <a:pt x="3491" y="8355"/>
                      <a:pt x="4662" y="8355"/>
                    </a:cubicBezTo>
                    <a:cubicBezTo>
                      <a:pt x="5624" y="8355"/>
                      <a:pt x="6590" y="8024"/>
                      <a:pt x="7373" y="7347"/>
                    </a:cubicBezTo>
                    <a:cubicBezTo>
                      <a:pt x="9107" y="5846"/>
                      <a:pt x="9307" y="3210"/>
                      <a:pt x="7806" y="1443"/>
                    </a:cubicBezTo>
                    <a:cubicBezTo>
                      <a:pt x="6982" y="491"/>
                      <a:pt x="5817" y="1"/>
                      <a:pt x="46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005;p47">
                <a:extLst>
                  <a:ext uri="{FF2B5EF4-FFF2-40B4-BE49-F238E27FC236}">
                    <a16:creationId xmlns:a16="http://schemas.microsoft.com/office/drawing/2014/main" id="{2CAEF780-A59F-159E-51EB-515CF9BADA77}"/>
                  </a:ext>
                </a:extLst>
              </p:cNvPr>
              <p:cNvSpPr/>
              <p:nvPr/>
            </p:nvSpPr>
            <p:spPr>
              <a:xfrm>
                <a:off x="7705879" y="4044689"/>
                <a:ext cx="208108" cy="187612"/>
              </a:xfrm>
              <a:custGeom>
                <a:avLst/>
                <a:gdLst/>
                <a:ahLst/>
                <a:cxnLst/>
                <a:rect l="l" t="t" r="r" b="b"/>
                <a:pathLst>
                  <a:path w="9240" h="8330" extrusionOk="0">
                    <a:moveTo>
                      <a:pt x="4637" y="1"/>
                    </a:moveTo>
                    <a:cubicBezTo>
                      <a:pt x="3626" y="1"/>
                      <a:pt x="2609" y="369"/>
                      <a:pt x="1801" y="1113"/>
                    </a:cubicBezTo>
                    <a:cubicBezTo>
                      <a:pt x="100" y="2681"/>
                      <a:pt x="0" y="5316"/>
                      <a:pt x="1568" y="6984"/>
                    </a:cubicBezTo>
                    <a:cubicBezTo>
                      <a:pt x="2392" y="7878"/>
                      <a:pt x="3510" y="8330"/>
                      <a:pt x="4633" y="8330"/>
                    </a:cubicBezTo>
                    <a:cubicBezTo>
                      <a:pt x="5647" y="8330"/>
                      <a:pt x="6665" y="7962"/>
                      <a:pt x="7472" y="7218"/>
                    </a:cubicBezTo>
                    <a:cubicBezTo>
                      <a:pt x="9140" y="5650"/>
                      <a:pt x="9240" y="3015"/>
                      <a:pt x="7672" y="1347"/>
                    </a:cubicBezTo>
                    <a:cubicBezTo>
                      <a:pt x="6866" y="453"/>
                      <a:pt x="5756" y="1"/>
                      <a:pt x="46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006;p47">
                <a:extLst>
                  <a:ext uri="{FF2B5EF4-FFF2-40B4-BE49-F238E27FC236}">
                    <a16:creationId xmlns:a16="http://schemas.microsoft.com/office/drawing/2014/main" id="{8CBA5775-EF43-CFA6-59FB-A3F11678F21C}"/>
                  </a:ext>
                </a:extLst>
              </p:cNvPr>
              <p:cNvSpPr/>
              <p:nvPr/>
            </p:nvSpPr>
            <p:spPr>
              <a:xfrm>
                <a:off x="7979347" y="4043856"/>
                <a:ext cx="206621" cy="187793"/>
              </a:xfrm>
              <a:custGeom>
                <a:avLst/>
                <a:gdLst/>
                <a:ahLst/>
                <a:cxnLst/>
                <a:rect l="l" t="t" r="r" b="b"/>
                <a:pathLst>
                  <a:path w="9174" h="8338" extrusionOk="0">
                    <a:moveTo>
                      <a:pt x="4594" y="1"/>
                    </a:moveTo>
                    <a:cubicBezTo>
                      <a:pt x="2710" y="1"/>
                      <a:pt x="989" y="1277"/>
                      <a:pt x="534" y="3185"/>
                    </a:cubicBezTo>
                    <a:cubicBezTo>
                      <a:pt x="0" y="5420"/>
                      <a:pt x="1368" y="7688"/>
                      <a:pt x="3603" y="8222"/>
                    </a:cubicBezTo>
                    <a:cubicBezTo>
                      <a:pt x="3929" y="8300"/>
                      <a:pt x="4256" y="8337"/>
                      <a:pt x="4577" y="8337"/>
                    </a:cubicBezTo>
                    <a:cubicBezTo>
                      <a:pt x="6455" y="8337"/>
                      <a:pt x="8155" y="7061"/>
                      <a:pt x="8640" y="5153"/>
                    </a:cubicBezTo>
                    <a:cubicBezTo>
                      <a:pt x="9173" y="2918"/>
                      <a:pt x="7806" y="683"/>
                      <a:pt x="5571" y="116"/>
                    </a:cubicBezTo>
                    <a:cubicBezTo>
                      <a:pt x="5244" y="38"/>
                      <a:pt x="4917" y="1"/>
                      <a:pt x="45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007;p47">
              <a:extLst>
                <a:ext uri="{FF2B5EF4-FFF2-40B4-BE49-F238E27FC236}">
                  <a16:creationId xmlns:a16="http://schemas.microsoft.com/office/drawing/2014/main" id="{DE0EA12D-4B30-1F1C-6D80-28DB0E0CB124}"/>
                </a:ext>
              </a:extLst>
            </p:cNvPr>
            <p:cNvGrpSpPr/>
            <p:nvPr/>
          </p:nvGrpSpPr>
          <p:grpSpPr>
            <a:xfrm>
              <a:off x="5297661" y="3305947"/>
              <a:ext cx="749797" cy="717499"/>
              <a:chOff x="7847861" y="3178722"/>
              <a:chExt cx="749797" cy="717499"/>
            </a:xfrm>
          </p:grpSpPr>
          <p:sp>
            <p:nvSpPr>
              <p:cNvPr id="160" name="Google Shape;1008;p47">
                <a:extLst>
                  <a:ext uri="{FF2B5EF4-FFF2-40B4-BE49-F238E27FC236}">
                    <a16:creationId xmlns:a16="http://schemas.microsoft.com/office/drawing/2014/main" id="{618D624F-EBD8-9AF2-DA40-E6D494BF8817}"/>
                  </a:ext>
                </a:extLst>
              </p:cNvPr>
              <p:cNvSpPr/>
              <p:nvPr/>
            </p:nvSpPr>
            <p:spPr>
              <a:xfrm>
                <a:off x="7847861" y="3214037"/>
                <a:ext cx="710743" cy="682184"/>
              </a:xfrm>
              <a:custGeom>
                <a:avLst/>
                <a:gdLst/>
                <a:ahLst/>
                <a:cxnLst/>
                <a:rect l="l" t="t" r="r" b="b"/>
                <a:pathLst>
                  <a:path w="31557" h="30289" extrusionOk="0">
                    <a:moveTo>
                      <a:pt x="3503" y="0"/>
                    </a:moveTo>
                    <a:cubicBezTo>
                      <a:pt x="1568" y="0"/>
                      <a:pt x="1" y="1602"/>
                      <a:pt x="1" y="3503"/>
                    </a:cubicBezTo>
                    <a:lnTo>
                      <a:pt x="1" y="26786"/>
                    </a:lnTo>
                    <a:cubicBezTo>
                      <a:pt x="1" y="28688"/>
                      <a:pt x="1568" y="30289"/>
                      <a:pt x="3503" y="30289"/>
                    </a:cubicBezTo>
                    <a:lnTo>
                      <a:pt x="28054" y="30289"/>
                    </a:lnTo>
                    <a:cubicBezTo>
                      <a:pt x="29955" y="30289"/>
                      <a:pt x="31556" y="28754"/>
                      <a:pt x="31556" y="26820"/>
                    </a:cubicBezTo>
                    <a:lnTo>
                      <a:pt x="31556" y="3503"/>
                    </a:lnTo>
                    <a:cubicBezTo>
                      <a:pt x="31556" y="1602"/>
                      <a:pt x="29955" y="0"/>
                      <a:pt x="280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009;p47">
                <a:extLst>
                  <a:ext uri="{FF2B5EF4-FFF2-40B4-BE49-F238E27FC236}">
                    <a16:creationId xmlns:a16="http://schemas.microsoft.com/office/drawing/2014/main" id="{C84A4364-D0DA-AD27-D733-73C1F34E2051}"/>
                  </a:ext>
                </a:extLst>
              </p:cNvPr>
              <p:cNvSpPr/>
              <p:nvPr/>
            </p:nvSpPr>
            <p:spPr>
              <a:xfrm>
                <a:off x="7886937" y="3178722"/>
                <a:ext cx="710720" cy="681441"/>
              </a:xfrm>
              <a:custGeom>
                <a:avLst/>
                <a:gdLst/>
                <a:ahLst/>
                <a:cxnLst/>
                <a:rect l="l" t="t" r="r" b="b"/>
                <a:pathLst>
                  <a:path w="31556" h="30256" extrusionOk="0">
                    <a:moveTo>
                      <a:pt x="3503" y="1"/>
                    </a:moveTo>
                    <a:cubicBezTo>
                      <a:pt x="1601" y="1"/>
                      <a:pt x="0" y="1568"/>
                      <a:pt x="0" y="3503"/>
                    </a:cubicBezTo>
                    <a:lnTo>
                      <a:pt x="0" y="26753"/>
                    </a:lnTo>
                    <a:cubicBezTo>
                      <a:pt x="0" y="28688"/>
                      <a:pt x="1601" y="30256"/>
                      <a:pt x="3503" y="30256"/>
                    </a:cubicBezTo>
                    <a:lnTo>
                      <a:pt x="28053" y="30256"/>
                    </a:lnTo>
                    <a:cubicBezTo>
                      <a:pt x="29988" y="30256"/>
                      <a:pt x="31556" y="28688"/>
                      <a:pt x="31556" y="26753"/>
                    </a:cubicBezTo>
                    <a:lnTo>
                      <a:pt x="31556" y="3503"/>
                    </a:lnTo>
                    <a:cubicBezTo>
                      <a:pt x="31556" y="1568"/>
                      <a:pt x="29988" y="1"/>
                      <a:pt x="280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010;p47">
                <a:extLst>
                  <a:ext uri="{FF2B5EF4-FFF2-40B4-BE49-F238E27FC236}">
                    <a16:creationId xmlns:a16="http://schemas.microsoft.com/office/drawing/2014/main" id="{B9AEA184-B50D-CEC6-E381-AB164835A0B8}"/>
                  </a:ext>
                </a:extLst>
              </p:cNvPr>
              <p:cNvSpPr/>
              <p:nvPr/>
            </p:nvSpPr>
            <p:spPr>
              <a:xfrm>
                <a:off x="7944032" y="3221560"/>
                <a:ext cx="596531" cy="595788"/>
              </a:xfrm>
              <a:custGeom>
                <a:avLst/>
                <a:gdLst/>
                <a:ahLst/>
                <a:cxnLst/>
                <a:rect l="l" t="t" r="r" b="b"/>
                <a:pathLst>
                  <a:path w="26486" h="26453" extrusionOk="0">
                    <a:moveTo>
                      <a:pt x="13243" y="3803"/>
                    </a:moveTo>
                    <a:cubicBezTo>
                      <a:pt x="18413" y="3803"/>
                      <a:pt x="22616" y="8006"/>
                      <a:pt x="22616" y="13176"/>
                    </a:cubicBezTo>
                    <a:cubicBezTo>
                      <a:pt x="22616" y="18413"/>
                      <a:pt x="18413" y="22583"/>
                      <a:pt x="13243" y="22583"/>
                    </a:cubicBezTo>
                    <a:cubicBezTo>
                      <a:pt x="8073" y="22583"/>
                      <a:pt x="3836" y="18346"/>
                      <a:pt x="3836" y="13176"/>
                    </a:cubicBezTo>
                    <a:cubicBezTo>
                      <a:pt x="3836" y="8006"/>
                      <a:pt x="8073" y="3803"/>
                      <a:pt x="13243" y="3803"/>
                    </a:cubicBezTo>
                    <a:close/>
                    <a:moveTo>
                      <a:pt x="13243" y="0"/>
                    </a:moveTo>
                    <a:cubicBezTo>
                      <a:pt x="5938" y="0"/>
                      <a:pt x="0" y="5938"/>
                      <a:pt x="0" y="13243"/>
                    </a:cubicBezTo>
                    <a:cubicBezTo>
                      <a:pt x="0" y="20515"/>
                      <a:pt x="5938" y="26452"/>
                      <a:pt x="13243" y="26452"/>
                    </a:cubicBezTo>
                    <a:cubicBezTo>
                      <a:pt x="20515" y="26452"/>
                      <a:pt x="26452" y="20515"/>
                      <a:pt x="26452" y="13243"/>
                    </a:cubicBezTo>
                    <a:cubicBezTo>
                      <a:pt x="26486" y="5938"/>
                      <a:pt x="20582" y="0"/>
                      <a:pt x="132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011;p47">
                <a:extLst>
                  <a:ext uri="{FF2B5EF4-FFF2-40B4-BE49-F238E27FC236}">
                    <a16:creationId xmlns:a16="http://schemas.microsoft.com/office/drawing/2014/main" id="{E99EB323-B4A7-EAFF-5106-71F1477B1925}"/>
                  </a:ext>
                </a:extLst>
              </p:cNvPr>
              <p:cNvSpPr/>
              <p:nvPr/>
            </p:nvSpPr>
            <p:spPr>
              <a:xfrm>
                <a:off x="8146126" y="3430411"/>
                <a:ext cx="394437" cy="387680"/>
              </a:xfrm>
              <a:custGeom>
                <a:avLst/>
                <a:gdLst/>
                <a:ahLst/>
                <a:cxnLst/>
                <a:rect l="l" t="t" r="r" b="b"/>
                <a:pathLst>
                  <a:path w="17513" h="17213" extrusionOk="0">
                    <a:moveTo>
                      <a:pt x="16879" y="0"/>
                    </a:moveTo>
                    <a:cubicBezTo>
                      <a:pt x="17146" y="801"/>
                      <a:pt x="17313" y="1568"/>
                      <a:pt x="17379" y="2402"/>
                    </a:cubicBezTo>
                    <a:lnTo>
                      <a:pt x="13610" y="3703"/>
                    </a:lnTo>
                    <a:lnTo>
                      <a:pt x="13610" y="3970"/>
                    </a:lnTo>
                    <a:cubicBezTo>
                      <a:pt x="13610" y="9140"/>
                      <a:pt x="9374" y="13343"/>
                      <a:pt x="4203" y="13343"/>
                    </a:cubicBezTo>
                    <a:cubicBezTo>
                      <a:pt x="2869" y="13343"/>
                      <a:pt x="1635" y="13043"/>
                      <a:pt x="467" y="12543"/>
                    </a:cubicBezTo>
                    <a:lnTo>
                      <a:pt x="0" y="16512"/>
                    </a:lnTo>
                    <a:cubicBezTo>
                      <a:pt x="1335" y="16979"/>
                      <a:pt x="2769" y="17213"/>
                      <a:pt x="4203" y="17213"/>
                    </a:cubicBezTo>
                    <a:cubicBezTo>
                      <a:pt x="11509" y="17213"/>
                      <a:pt x="17413" y="11308"/>
                      <a:pt x="17413" y="4003"/>
                    </a:cubicBezTo>
                    <a:cubicBezTo>
                      <a:pt x="17513" y="2569"/>
                      <a:pt x="17313" y="1235"/>
                      <a:pt x="16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012;p47">
                <a:extLst>
                  <a:ext uri="{FF2B5EF4-FFF2-40B4-BE49-F238E27FC236}">
                    <a16:creationId xmlns:a16="http://schemas.microsoft.com/office/drawing/2014/main" id="{017C3353-69E7-4A73-CD6D-44E441B9EE81}"/>
                  </a:ext>
                </a:extLst>
              </p:cNvPr>
              <p:cNvSpPr/>
              <p:nvPr/>
            </p:nvSpPr>
            <p:spPr>
              <a:xfrm>
                <a:off x="8067230" y="3344758"/>
                <a:ext cx="349369" cy="349369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512" extrusionOk="0">
                    <a:moveTo>
                      <a:pt x="7540" y="768"/>
                    </a:moveTo>
                    <a:lnTo>
                      <a:pt x="7540" y="2969"/>
                    </a:lnTo>
                    <a:cubicBezTo>
                      <a:pt x="6972" y="2969"/>
                      <a:pt x="6372" y="2969"/>
                      <a:pt x="5872" y="3003"/>
                    </a:cubicBezTo>
                    <a:cubicBezTo>
                      <a:pt x="6505" y="1969"/>
                      <a:pt x="7173" y="1168"/>
                      <a:pt x="7540" y="768"/>
                    </a:cubicBezTo>
                    <a:close/>
                    <a:moveTo>
                      <a:pt x="8007" y="634"/>
                    </a:moveTo>
                    <a:cubicBezTo>
                      <a:pt x="8373" y="1001"/>
                      <a:pt x="9174" y="1935"/>
                      <a:pt x="9875" y="3136"/>
                    </a:cubicBezTo>
                    <a:cubicBezTo>
                      <a:pt x="9207" y="3036"/>
                      <a:pt x="8607" y="3003"/>
                      <a:pt x="8007" y="2969"/>
                    </a:cubicBezTo>
                    <a:lnTo>
                      <a:pt x="8007" y="634"/>
                    </a:lnTo>
                    <a:close/>
                    <a:moveTo>
                      <a:pt x="7106" y="601"/>
                    </a:moveTo>
                    <a:lnTo>
                      <a:pt x="7106" y="601"/>
                    </a:lnTo>
                    <a:cubicBezTo>
                      <a:pt x="6639" y="1135"/>
                      <a:pt x="5938" y="1969"/>
                      <a:pt x="5338" y="3036"/>
                    </a:cubicBezTo>
                    <a:cubicBezTo>
                      <a:pt x="4504" y="3136"/>
                      <a:pt x="3804" y="3270"/>
                      <a:pt x="3170" y="3370"/>
                    </a:cubicBezTo>
                    <a:cubicBezTo>
                      <a:pt x="4137" y="2035"/>
                      <a:pt x="5471" y="1035"/>
                      <a:pt x="7106" y="601"/>
                    </a:cubicBezTo>
                    <a:close/>
                    <a:moveTo>
                      <a:pt x="8640" y="634"/>
                    </a:moveTo>
                    <a:lnTo>
                      <a:pt x="8640" y="634"/>
                    </a:lnTo>
                    <a:cubicBezTo>
                      <a:pt x="10342" y="1135"/>
                      <a:pt x="11776" y="2202"/>
                      <a:pt x="12710" y="3670"/>
                    </a:cubicBezTo>
                    <a:cubicBezTo>
                      <a:pt x="11876" y="3470"/>
                      <a:pt x="11142" y="3303"/>
                      <a:pt x="10442" y="3203"/>
                    </a:cubicBezTo>
                    <a:cubicBezTo>
                      <a:pt x="9808" y="2035"/>
                      <a:pt x="9107" y="1168"/>
                      <a:pt x="8640" y="634"/>
                    </a:cubicBezTo>
                    <a:close/>
                    <a:moveTo>
                      <a:pt x="5338" y="835"/>
                    </a:moveTo>
                    <a:cubicBezTo>
                      <a:pt x="4170" y="1468"/>
                      <a:pt x="3203" y="2436"/>
                      <a:pt x="2503" y="3503"/>
                    </a:cubicBezTo>
                    <a:cubicBezTo>
                      <a:pt x="2169" y="3603"/>
                      <a:pt x="1869" y="3670"/>
                      <a:pt x="1569" y="3770"/>
                    </a:cubicBezTo>
                    <a:cubicBezTo>
                      <a:pt x="2503" y="2469"/>
                      <a:pt x="3804" y="1435"/>
                      <a:pt x="5338" y="835"/>
                    </a:cubicBezTo>
                    <a:close/>
                    <a:moveTo>
                      <a:pt x="10608" y="1001"/>
                    </a:moveTo>
                    <a:cubicBezTo>
                      <a:pt x="12043" y="1635"/>
                      <a:pt x="13277" y="2669"/>
                      <a:pt x="14044" y="4003"/>
                    </a:cubicBezTo>
                    <a:cubicBezTo>
                      <a:pt x="13811" y="3937"/>
                      <a:pt x="13544" y="3870"/>
                      <a:pt x="13310" y="3803"/>
                    </a:cubicBezTo>
                    <a:cubicBezTo>
                      <a:pt x="12643" y="2669"/>
                      <a:pt x="11709" y="1702"/>
                      <a:pt x="10608" y="1001"/>
                    </a:cubicBezTo>
                    <a:close/>
                    <a:moveTo>
                      <a:pt x="2269" y="4104"/>
                    </a:moveTo>
                    <a:lnTo>
                      <a:pt x="2269" y="4104"/>
                    </a:lnTo>
                    <a:cubicBezTo>
                      <a:pt x="1669" y="5104"/>
                      <a:pt x="1368" y="6272"/>
                      <a:pt x="1335" y="7473"/>
                    </a:cubicBezTo>
                    <a:lnTo>
                      <a:pt x="468" y="7473"/>
                    </a:lnTo>
                    <a:cubicBezTo>
                      <a:pt x="501" y="6338"/>
                      <a:pt x="801" y="5304"/>
                      <a:pt x="1302" y="4370"/>
                    </a:cubicBezTo>
                    <a:cubicBezTo>
                      <a:pt x="1535" y="4304"/>
                      <a:pt x="1869" y="4170"/>
                      <a:pt x="2269" y="4104"/>
                    </a:cubicBezTo>
                    <a:close/>
                    <a:moveTo>
                      <a:pt x="5138" y="3503"/>
                    </a:moveTo>
                    <a:lnTo>
                      <a:pt x="5138" y="3503"/>
                    </a:lnTo>
                    <a:cubicBezTo>
                      <a:pt x="4637" y="4604"/>
                      <a:pt x="4204" y="5871"/>
                      <a:pt x="4137" y="7306"/>
                    </a:cubicBezTo>
                    <a:lnTo>
                      <a:pt x="4137" y="7473"/>
                    </a:lnTo>
                    <a:lnTo>
                      <a:pt x="1802" y="7473"/>
                    </a:lnTo>
                    <a:cubicBezTo>
                      <a:pt x="1835" y="6172"/>
                      <a:pt x="2202" y="4971"/>
                      <a:pt x="2836" y="3870"/>
                    </a:cubicBezTo>
                    <a:cubicBezTo>
                      <a:pt x="3203" y="3803"/>
                      <a:pt x="3670" y="3703"/>
                      <a:pt x="4204" y="3637"/>
                    </a:cubicBezTo>
                    <a:cubicBezTo>
                      <a:pt x="4504" y="3603"/>
                      <a:pt x="4804" y="3536"/>
                      <a:pt x="5138" y="3503"/>
                    </a:cubicBezTo>
                    <a:close/>
                    <a:moveTo>
                      <a:pt x="7540" y="3370"/>
                    </a:moveTo>
                    <a:lnTo>
                      <a:pt x="7540" y="7473"/>
                    </a:lnTo>
                    <a:lnTo>
                      <a:pt x="4537" y="7473"/>
                    </a:lnTo>
                    <a:lnTo>
                      <a:pt x="4537" y="7339"/>
                    </a:lnTo>
                    <a:cubicBezTo>
                      <a:pt x="4637" y="5838"/>
                      <a:pt x="5104" y="4537"/>
                      <a:pt x="5638" y="3470"/>
                    </a:cubicBezTo>
                    <a:cubicBezTo>
                      <a:pt x="6205" y="3436"/>
                      <a:pt x="6872" y="3370"/>
                      <a:pt x="7540" y="3370"/>
                    </a:cubicBezTo>
                    <a:close/>
                    <a:moveTo>
                      <a:pt x="8007" y="3436"/>
                    </a:moveTo>
                    <a:cubicBezTo>
                      <a:pt x="8674" y="3470"/>
                      <a:pt x="9374" y="3503"/>
                      <a:pt x="10141" y="3603"/>
                    </a:cubicBezTo>
                    <a:cubicBezTo>
                      <a:pt x="10675" y="4637"/>
                      <a:pt x="11109" y="5938"/>
                      <a:pt x="11142" y="7339"/>
                    </a:cubicBezTo>
                    <a:lnTo>
                      <a:pt x="11142" y="7473"/>
                    </a:lnTo>
                    <a:lnTo>
                      <a:pt x="8007" y="7473"/>
                    </a:lnTo>
                    <a:lnTo>
                      <a:pt x="8007" y="3436"/>
                    </a:lnTo>
                    <a:close/>
                    <a:moveTo>
                      <a:pt x="10675" y="3670"/>
                    </a:moveTo>
                    <a:cubicBezTo>
                      <a:pt x="11442" y="3803"/>
                      <a:pt x="12210" y="3970"/>
                      <a:pt x="13043" y="4170"/>
                    </a:cubicBezTo>
                    <a:cubicBezTo>
                      <a:pt x="13544" y="5171"/>
                      <a:pt x="13844" y="6305"/>
                      <a:pt x="13944" y="7473"/>
                    </a:cubicBezTo>
                    <a:lnTo>
                      <a:pt x="11609" y="7473"/>
                    </a:lnTo>
                    <a:lnTo>
                      <a:pt x="11609" y="7306"/>
                    </a:lnTo>
                    <a:cubicBezTo>
                      <a:pt x="11509" y="5938"/>
                      <a:pt x="11175" y="4671"/>
                      <a:pt x="10675" y="3670"/>
                    </a:cubicBezTo>
                    <a:close/>
                    <a:moveTo>
                      <a:pt x="13611" y="4304"/>
                    </a:moveTo>
                    <a:cubicBezTo>
                      <a:pt x="13844" y="4370"/>
                      <a:pt x="14111" y="4470"/>
                      <a:pt x="14344" y="4504"/>
                    </a:cubicBezTo>
                    <a:cubicBezTo>
                      <a:pt x="14778" y="5371"/>
                      <a:pt x="15045" y="6372"/>
                      <a:pt x="15112" y="7439"/>
                    </a:cubicBezTo>
                    <a:lnTo>
                      <a:pt x="14344" y="7439"/>
                    </a:lnTo>
                    <a:lnTo>
                      <a:pt x="14344" y="7473"/>
                    </a:lnTo>
                    <a:cubicBezTo>
                      <a:pt x="14311" y="6338"/>
                      <a:pt x="14044" y="5271"/>
                      <a:pt x="13611" y="4304"/>
                    </a:cubicBezTo>
                    <a:close/>
                    <a:moveTo>
                      <a:pt x="1335" y="7940"/>
                    </a:moveTo>
                    <a:cubicBezTo>
                      <a:pt x="1368" y="9274"/>
                      <a:pt x="1702" y="10541"/>
                      <a:pt x="2336" y="11642"/>
                    </a:cubicBezTo>
                    <a:cubicBezTo>
                      <a:pt x="2036" y="11542"/>
                      <a:pt x="1769" y="11475"/>
                      <a:pt x="1435" y="11375"/>
                    </a:cubicBezTo>
                    <a:cubicBezTo>
                      <a:pt x="835" y="10341"/>
                      <a:pt x="501" y="9174"/>
                      <a:pt x="468" y="7940"/>
                    </a:cubicBezTo>
                    <a:close/>
                    <a:moveTo>
                      <a:pt x="15112" y="7940"/>
                    </a:moveTo>
                    <a:cubicBezTo>
                      <a:pt x="15045" y="9274"/>
                      <a:pt x="14678" y="10508"/>
                      <a:pt x="14011" y="11609"/>
                    </a:cubicBezTo>
                    <a:cubicBezTo>
                      <a:pt x="13811" y="11676"/>
                      <a:pt x="13510" y="11776"/>
                      <a:pt x="13277" y="11842"/>
                    </a:cubicBezTo>
                    <a:cubicBezTo>
                      <a:pt x="13944" y="10675"/>
                      <a:pt x="14311" y="9341"/>
                      <a:pt x="14344" y="7940"/>
                    </a:cubicBezTo>
                    <a:close/>
                    <a:moveTo>
                      <a:pt x="4104" y="7940"/>
                    </a:moveTo>
                    <a:cubicBezTo>
                      <a:pt x="4137" y="9374"/>
                      <a:pt x="4504" y="10842"/>
                      <a:pt x="5271" y="12276"/>
                    </a:cubicBezTo>
                    <a:cubicBezTo>
                      <a:pt x="4504" y="12143"/>
                      <a:pt x="3703" y="12009"/>
                      <a:pt x="2936" y="11809"/>
                    </a:cubicBezTo>
                    <a:cubicBezTo>
                      <a:pt x="2202" y="10675"/>
                      <a:pt x="1802" y="9341"/>
                      <a:pt x="1769" y="7940"/>
                    </a:cubicBezTo>
                    <a:close/>
                    <a:moveTo>
                      <a:pt x="13944" y="7873"/>
                    </a:moveTo>
                    <a:cubicBezTo>
                      <a:pt x="13877" y="9374"/>
                      <a:pt x="13444" y="10808"/>
                      <a:pt x="12643" y="11942"/>
                    </a:cubicBezTo>
                    <a:cubicBezTo>
                      <a:pt x="12210" y="12043"/>
                      <a:pt x="11809" y="12176"/>
                      <a:pt x="11342" y="12209"/>
                    </a:cubicBezTo>
                    <a:lnTo>
                      <a:pt x="10342" y="12343"/>
                    </a:lnTo>
                    <a:cubicBezTo>
                      <a:pt x="11142" y="10875"/>
                      <a:pt x="11542" y="9374"/>
                      <a:pt x="11609" y="7873"/>
                    </a:cubicBezTo>
                    <a:close/>
                    <a:moveTo>
                      <a:pt x="7540" y="7973"/>
                    </a:moveTo>
                    <a:lnTo>
                      <a:pt x="7540" y="12476"/>
                    </a:lnTo>
                    <a:cubicBezTo>
                      <a:pt x="7006" y="12443"/>
                      <a:pt x="6439" y="12376"/>
                      <a:pt x="5805" y="12343"/>
                    </a:cubicBezTo>
                    <a:cubicBezTo>
                      <a:pt x="5004" y="10875"/>
                      <a:pt x="4604" y="9441"/>
                      <a:pt x="4537" y="7973"/>
                    </a:cubicBezTo>
                    <a:close/>
                    <a:moveTo>
                      <a:pt x="11142" y="7940"/>
                    </a:moveTo>
                    <a:cubicBezTo>
                      <a:pt x="11109" y="9441"/>
                      <a:pt x="10675" y="10942"/>
                      <a:pt x="9808" y="12443"/>
                    </a:cubicBezTo>
                    <a:cubicBezTo>
                      <a:pt x="9274" y="12476"/>
                      <a:pt x="8640" y="12476"/>
                      <a:pt x="8007" y="12476"/>
                    </a:cubicBezTo>
                    <a:lnTo>
                      <a:pt x="8007" y="7940"/>
                    </a:lnTo>
                    <a:close/>
                    <a:moveTo>
                      <a:pt x="13611" y="12143"/>
                    </a:moveTo>
                    <a:cubicBezTo>
                      <a:pt x="12843" y="13177"/>
                      <a:pt x="11809" y="14011"/>
                      <a:pt x="10608" y="14511"/>
                    </a:cubicBezTo>
                    <a:cubicBezTo>
                      <a:pt x="11509" y="13977"/>
                      <a:pt x="12310" y="13210"/>
                      <a:pt x="12877" y="12343"/>
                    </a:cubicBezTo>
                    <a:cubicBezTo>
                      <a:pt x="13144" y="12276"/>
                      <a:pt x="13377" y="12209"/>
                      <a:pt x="13611" y="12143"/>
                    </a:cubicBezTo>
                    <a:close/>
                    <a:moveTo>
                      <a:pt x="1769" y="11942"/>
                    </a:moveTo>
                    <a:lnTo>
                      <a:pt x="2636" y="12176"/>
                    </a:lnTo>
                    <a:cubicBezTo>
                      <a:pt x="3303" y="13210"/>
                      <a:pt x="4204" y="14044"/>
                      <a:pt x="5305" y="14678"/>
                    </a:cubicBezTo>
                    <a:cubicBezTo>
                      <a:pt x="3870" y="14144"/>
                      <a:pt x="2636" y="13177"/>
                      <a:pt x="1769" y="11942"/>
                    </a:cubicBezTo>
                    <a:close/>
                    <a:moveTo>
                      <a:pt x="6105" y="12776"/>
                    </a:moveTo>
                    <a:cubicBezTo>
                      <a:pt x="6606" y="12843"/>
                      <a:pt x="7106" y="12843"/>
                      <a:pt x="7540" y="12876"/>
                    </a:cubicBezTo>
                    <a:lnTo>
                      <a:pt x="7540" y="14711"/>
                    </a:lnTo>
                    <a:cubicBezTo>
                      <a:pt x="6972" y="14111"/>
                      <a:pt x="6505" y="13410"/>
                      <a:pt x="6105" y="12776"/>
                    </a:cubicBezTo>
                    <a:close/>
                    <a:moveTo>
                      <a:pt x="9541" y="12843"/>
                    </a:moveTo>
                    <a:lnTo>
                      <a:pt x="9541" y="12843"/>
                    </a:lnTo>
                    <a:cubicBezTo>
                      <a:pt x="9141" y="13510"/>
                      <a:pt x="8607" y="14177"/>
                      <a:pt x="8007" y="14845"/>
                    </a:cubicBezTo>
                    <a:lnTo>
                      <a:pt x="8007" y="12876"/>
                    </a:lnTo>
                    <a:lnTo>
                      <a:pt x="8307" y="12876"/>
                    </a:lnTo>
                    <a:cubicBezTo>
                      <a:pt x="8707" y="12876"/>
                      <a:pt x="9141" y="12876"/>
                      <a:pt x="9541" y="12843"/>
                    </a:cubicBezTo>
                    <a:close/>
                    <a:moveTo>
                      <a:pt x="12276" y="12476"/>
                    </a:moveTo>
                    <a:lnTo>
                      <a:pt x="12276" y="12476"/>
                    </a:lnTo>
                    <a:cubicBezTo>
                      <a:pt x="11309" y="13644"/>
                      <a:pt x="10041" y="14478"/>
                      <a:pt x="8540" y="14878"/>
                    </a:cubicBezTo>
                    <a:cubicBezTo>
                      <a:pt x="9141" y="14211"/>
                      <a:pt x="9641" y="13510"/>
                      <a:pt x="10108" y="12810"/>
                    </a:cubicBezTo>
                    <a:cubicBezTo>
                      <a:pt x="10875" y="12710"/>
                      <a:pt x="11642" y="12643"/>
                      <a:pt x="12276" y="12476"/>
                    </a:cubicBezTo>
                    <a:close/>
                    <a:moveTo>
                      <a:pt x="3303" y="12343"/>
                    </a:moveTo>
                    <a:lnTo>
                      <a:pt x="3303" y="12343"/>
                    </a:lnTo>
                    <a:cubicBezTo>
                      <a:pt x="4104" y="12510"/>
                      <a:pt x="4838" y="12643"/>
                      <a:pt x="5538" y="12710"/>
                    </a:cubicBezTo>
                    <a:cubicBezTo>
                      <a:pt x="5972" y="13477"/>
                      <a:pt x="6505" y="14211"/>
                      <a:pt x="7139" y="14945"/>
                    </a:cubicBezTo>
                    <a:cubicBezTo>
                      <a:pt x="5605" y="14511"/>
                      <a:pt x="4271" y="13544"/>
                      <a:pt x="3303" y="12343"/>
                    </a:cubicBezTo>
                    <a:close/>
                    <a:moveTo>
                      <a:pt x="7773" y="1"/>
                    </a:moveTo>
                    <a:cubicBezTo>
                      <a:pt x="3470" y="1"/>
                      <a:pt x="1" y="3470"/>
                      <a:pt x="1" y="7773"/>
                    </a:cubicBezTo>
                    <a:cubicBezTo>
                      <a:pt x="1" y="12043"/>
                      <a:pt x="3470" y="15512"/>
                      <a:pt x="7773" y="15512"/>
                    </a:cubicBezTo>
                    <a:lnTo>
                      <a:pt x="7940" y="15512"/>
                    </a:lnTo>
                    <a:cubicBezTo>
                      <a:pt x="12143" y="15445"/>
                      <a:pt x="15512" y="11976"/>
                      <a:pt x="15512" y="7773"/>
                    </a:cubicBezTo>
                    <a:cubicBezTo>
                      <a:pt x="15512" y="3536"/>
                      <a:pt x="12143" y="101"/>
                      <a:pt x="7940" y="1"/>
                    </a:cubicBezTo>
                    <a:close/>
                  </a:path>
                </a:pathLst>
              </a:custGeom>
              <a:solidFill>
                <a:srgbClr val="92F7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5EE32E1-B532-4EDC-1044-15A5E32318D4}"/>
              </a:ext>
            </a:extLst>
          </p:cNvPr>
          <p:cNvSpPr/>
          <p:nvPr/>
        </p:nvSpPr>
        <p:spPr>
          <a:xfrm>
            <a:off x="8324427" y="74507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25/26</a:t>
            </a:r>
          </a:p>
        </p:txBody>
      </p:sp>
    </p:spTree>
    <p:extLst>
      <p:ext uri="{BB962C8B-B14F-4D97-AF65-F5344CB8AC3E}">
        <p14:creationId xmlns:p14="http://schemas.microsoft.com/office/powerpoint/2010/main" val="2198449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7"/>
          <p:cNvSpPr txBox="1">
            <a:spLocks noGrp="1"/>
          </p:cNvSpPr>
          <p:nvPr>
            <p:ph type="title"/>
          </p:nvPr>
        </p:nvSpPr>
        <p:spPr>
          <a:xfrm>
            <a:off x="3044000" y="42450"/>
            <a:ext cx="5983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>
                <a:solidFill>
                  <a:schemeClr val="accent1"/>
                </a:solidFill>
                <a:latin typeface="Archivo Light" panose="020B0604020202020204" charset="0"/>
                <a:cs typeface="Archivo Light" panose="020B0604020202020204" charset="0"/>
              </a:rPr>
              <a:t>CẢM ƠN ĐÃ LẮNG NGHE</a:t>
            </a:r>
            <a:endParaRPr lang="vi-VN">
              <a:latin typeface="Archivo Light" panose="020B0604020202020204" charset="0"/>
              <a:cs typeface="Archivo Light" panose="020B0604020202020204" charset="0"/>
            </a:endParaRPr>
          </a:p>
        </p:txBody>
      </p:sp>
      <p:grpSp>
        <p:nvGrpSpPr>
          <p:cNvPr id="859" name="Google Shape;859;p47"/>
          <p:cNvGrpSpPr/>
          <p:nvPr/>
        </p:nvGrpSpPr>
        <p:grpSpPr>
          <a:xfrm>
            <a:off x="713101" y="1198811"/>
            <a:ext cx="2993574" cy="3700701"/>
            <a:chOff x="-4813275" y="663875"/>
            <a:chExt cx="3648475" cy="4510300"/>
          </a:xfrm>
        </p:grpSpPr>
        <p:sp>
          <p:nvSpPr>
            <p:cNvPr id="860" name="Google Shape;860;p47"/>
            <p:cNvSpPr/>
            <p:nvPr/>
          </p:nvSpPr>
          <p:spPr>
            <a:xfrm>
              <a:off x="-2587500" y="5039875"/>
              <a:ext cx="151800" cy="133450"/>
            </a:xfrm>
            <a:custGeom>
              <a:avLst/>
              <a:gdLst/>
              <a:ahLst/>
              <a:cxnLst/>
              <a:rect l="l" t="t" r="r" b="b"/>
              <a:pathLst>
                <a:path w="6072" h="5338" extrusionOk="0">
                  <a:moveTo>
                    <a:pt x="1535" y="1"/>
                  </a:moveTo>
                  <a:cubicBezTo>
                    <a:pt x="1001" y="1"/>
                    <a:pt x="500" y="68"/>
                    <a:pt x="0" y="268"/>
                  </a:cubicBezTo>
                  <a:lnTo>
                    <a:pt x="67" y="1735"/>
                  </a:lnTo>
                  <a:cubicBezTo>
                    <a:pt x="167" y="3737"/>
                    <a:pt x="1835" y="5338"/>
                    <a:pt x="3870" y="5338"/>
                  </a:cubicBezTo>
                  <a:lnTo>
                    <a:pt x="6004" y="5338"/>
                  </a:lnTo>
                  <a:cubicBezTo>
                    <a:pt x="6038" y="5071"/>
                    <a:pt x="6071" y="4771"/>
                    <a:pt x="6071" y="4537"/>
                  </a:cubicBezTo>
                  <a:cubicBezTo>
                    <a:pt x="6071" y="2036"/>
                    <a:pt x="4036" y="1"/>
                    <a:pt x="1535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7"/>
            <p:cNvSpPr/>
            <p:nvPr/>
          </p:nvSpPr>
          <p:spPr>
            <a:xfrm>
              <a:off x="-2834350" y="4315200"/>
              <a:ext cx="75075" cy="75075"/>
            </a:xfrm>
            <a:custGeom>
              <a:avLst/>
              <a:gdLst/>
              <a:ahLst/>
              <a:cxnLst/>
              <a:rect l="l" t="t" r="r" b="b"/>
              <a:pathLst>
                <a:path w="3003" h="3003" extrusionOk="0">
                  <a:moveTo>
                    <a:pt x="1501" y="567"/>
                  </a:moveTo>
                  <a:cubicBezTo>
                    <a:pt x="2002" y="567"/>
                    <a:pt x="2402" y="1001"/>
                    <a:pt x="2402" y="1501"/>
                  </a:cubicBezTo>
                  <a:cubicBezTo>
                    <a:pt x="2402" y="2002"/>
                    <a:pt x="2002" y="2402"/>
                    <a:pt x="1501" y="2402"/>
                  </a:cubicBezTo>
                  <a:cubicBezTo>
                    <a:pt x="1001" y="2402"/>
                    <a:pt x="567" y="2002"/>
                    <a:pt x="567" y="1501"/>
                  </a:cubicBezTo>
                  <a:cubicBezTo>
                    <a:pt x="567" y="1001"/>
                    <a:pt x="1001" y="567"/>
                    <a:pt x="1501" y="567"/>
                  </a:cubicBezTo>
                  <a:close/>
                  <a:moveTo>
                    <a:pt x="1501" y="0"/>
                  </a:moveTo>
                  <a:cubicBezTo>
                    <a:pt x="668" y="0"/>
                    <a:pt x="0" y="668"/>
                    <a:pt x="0" y="1501"/>
                  </a:cubicBezTo>
                  <a:cubicBezTo>
                    <a:pt x="0" y="2335"/>
                    <a:pt x="668" y="3003"/>
                    <a:pt x="1501" y="3003"/>
                  </a:cubicBezTo>
                  <a:cubicBezTo>
                    <a:pt x="2335" y="3003"/>
                    <a:pt x="2936" y="2335"/>
                    <a:pt x="3003" y="1501"/>
                  </a:cubicBezTo>
                  <a:cubicBezTo>
                    <a:pt x="3003" y="668"/>
                    <a:pt x="2335" y="0"/>
                    <a:pt x="1501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7"/>
            <p:cNvSpPr/>
            <p:nvPr/>
          </p:nvSpPr>
          <p:spPr>
            <a:xfrm>
              <a:off x="-2616700" y="4381900"/>
              <a:ext cx="75075" cy="75100"/>
            </a:xfrm>
            <a:custGeom>
              <a:avLst/>
              <a:gdLst/>
              <a:ahLst/>
              <a:cxnLst/>
              <a:rect l="l" t="t" r="r" b="b"/>
              <a:pathLst>
                <a:path w="3003" h="3004" extrusionOk="0">
                  <a:moveTo>
                    <a:pt x="1502" y="1"/>
                  </a:moveTo>
                  <a:cubicBezTo>
                    <a:pt x="668" y="1"/>
                    <a:pt x="1" y="668"/>
                    <a:pt x="1" y="1502"/>
                  </a:cubicBezTo>
                  <a:cubicBezTo>
                    <a:pt x="1" y="2336"/>
                    <a:pt x="668" y="3003"/>
                    <a:pt x="1502" y="3003"/>
                  </a:cubicBezTo>
                  <a:cubicBezTo>
                    <a:pt x="2336" y="3003"/>
                    <a:pt x="3003" y="2336"/>
                    <a:pt x="3003" y="1502"/>
                  </a:cubicBezTo>
                  <a:cubicBezTo>
                    <a:pt x="2969" y="668"/>
                    <a:pt x="2336" y="1"/>
                    <a:pt x="15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7"/>
            <p:cNvSpPr/>
            <p:nvPr/>
          </p:nvSpPr>
          <p:spPr>
            <a:xfrm>
              <a:off x="-2723450" y="4079025"/>
              <a:ext cx="152650" cy="167200"/>
            </a:xfrm>
            <a:custGeom>
              <a:avLst/>
              <a:gdLst/>
              <a:ahLst/>
              <a:cxnLst/>
              <a:rect l="l" t="t" r="r" b="b"/>
              <a:pathLst>
                <a:path w="6106" h="6688" extrusionOk="0">
                  <a:moveTo>
                    <a:pt x="738" y="0"/>
                  </a:moveTo>
                  <a:cubicBezTo>
                    <a:pt x="361" y="0"/>
                    <a:pt x="1" y="314"/>
                    <a:pt x="1" y="741"/>
                  </a:cubicBezTo>
                  <a:lnTo>
                    <a:pt x="1" y="5978"/>
                  </a:lnTo>
                  <a:cubicBezTo>
                    <a:pt x="1" y="6394"/>
                    <a:pt x="364" y="6688"/>
                    <a:pt x="762" y="6688"/>
                  </a:cubicBezTo>
                  <a:cubicBezTo>
                    <a:pt x="875" y="6688"/>
                    <a:pt x="991" y="6664"/>
                    <a:pt x="1102" y="6612"/>
                  </a:cubicBezTo>
                  <a:lnTo>
                    <a:pt x="5638" y="3977"/>
                  </a:lnTo>
                  <a:cubicBezTo>
                    <a:pt x="6105" y="3677"/>
                    <a:pt x="6105" y="3009"/>
                    <a:pt x="5638" y="2743"/>
                  </a:cubicBezTo>
                  <a:lnTo>
                    <a:pt x="1102" y="107"/>
                  </a:lnTo>
                  <a:cubicBezTo>
                    <a:pt x="987" y="33"/>
                    <a:pt x="862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7"/>
            <p:cNvSpPr/>
            <p:nvPr/>
          </p:nvSpPr>
          <p:spPr>
            <a:xfrm>
              <a:off x="-2838525" y="3765150"/>
              <a:ext cx="133450" cy="117775"/>
            </a:xfrm>
            <a:custGeom>
              <a:avLst/>
              <a:gdLst/>
              <a:ahLst/>
              <a:cxnLst/>
              <a:rect l="l" t="t" r="r" b="b"/>
              <a:pathLst>
                <a:path w="5338" h="4711" extrusionOk="0">
                  <a:moveTo>
                    <a:pt x="2646" y="0"/>
                  </a:moveTo>
                  <a:cubicBezTo>
                    <a:pt x="1734" y="0"/>
                    <a:pt x="875" y="531"/>
                    <a:pt x="501" y="1454"/>
                  </a:cubicBezTo>
                  <a:cubicBezTo>
                    <a:pt x="1" y="2655"/>
                    <a:pt x="534" y="4023"/>
                    <a:pt x="1735" y="4523"/>
                  </a:cubicBezTo>
                  <a:cubicBezTo>
                    <a:pt x="2039" y="4650"/>
                    <a:pt x="2356" y="4710"/>
                    <a:pt x="2668" y="4710"/>
                  </a:cubicBezTo>
                  <a:cubicBezTo>
                    <a:pt x="3588" y="4710"/>
                    <a:pt x="4464" y="4186"/>
                    <a:pt x="4837" y="3289"/>
                  </a:cubicBezTo>
                  <a:cubicBezTo>
                    <a:pt x="5338" y="2055"/>
                    <a:pt x="4771" y="687"/>
                    <a:pt x="3570" y="187"/>
                  </a:cubicBezTo>
                  <a:cubicBezTo>
                    <a:pt x="3267" y="61"/>
                    <a:pt x="2954" y="0"/>
                    <a:pt x="2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7"/>
            <p:cNvSpPr/>
            <p:nvPr/>
          </p:nvSpPr>
          <p:spPr>
            <a:xfrm>
              <a:off x="-3092025" y="3329250"/>
              <a:ext cx="111750" cy="98200"/>
            </a:xfrm>
            <a:custGeom>
              <a:avLst/>
              <a:gdLst/>
              <a:ahLst/>
              <a:cxnLst/>
              <a:rect l="l" t="t" r="r" b="b"/>
              <a:pathLst>
                <a:path w="4470" h="3928" extrusionOk="0">
                  <a:moveTo>
                    <a:pt x="2255" y="0"/>
                  </a:moveTo>
                  <a:cubicBezTo>
                    <a:pt x="1477" y="0"/>
                    <a:pt x="728" y="446"/>
                    <a:pt x="400" y="1178"/>
                  </a:cubicBezTo>
                  <a:cubicBezTo>
                    <a:pt x="0" y="2178"/>
                    <a:pt x="467" y="3313"/>
                    <a:pt x="1468" y="3780"/>
                  </a:cubicBezTo>
                  <a:cubicBezTo>
                    <a:pt x="1718" y="3880"/>
                    <a:pt x="1974" y="3928"/>
                    <a:pt x="2226" y="3928"/>
                  </a:cubicBezTo>
                  <a:cubicBezTo>
                    <a:pt x="2979" y="3928"/>
                    <a:pt x="3686" y="3496"/>
                    <a:pt x="4036" y="2745"/>
                  </a:cubicBezTo>
                  <a:cubicBezTo>
                    <a:pt x="4470" y="1745"/>
                    <a:pt x="4003" y="611"/>
                    <a:pt x="3002" y="144"/>
                  </a:cubicBezTo>
                  <a:cubicBezTo>
                    <a:pt x="2759" y="46"/>
                    <a:pt x="2505" y="0"/>
                    <a:pt x="2255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7"/>
            <p:cNvSpPr/>
            <p:nvPr/>
          </p:nvSpPr>
          <p:spPr>
            <a:xfrm>
              <a:off x="-3007800" y="3430900"/>
              <a:ext cx="195150" cy="321425"/>
            </a:xfrm>
            <a:custGeom>
              <a:avLst/>
              <a:gdLst/>
              <a:ahLst/>
              <a:cxnLst/>
              <a:rect l="l" t="t" r="r" b="b"/>
              <a:pathLst>
                <a:path w="7806" h="12857" extrusionOk="0">
                  <a:moveTo>
                    <a:pt x="205" y="1"/>
                  </a:moveTo>
                  <a:cubicBezTo>
                    <a:pt x="176" y="1"/>
                    <a:pt x="151" y="5"/>
                    <a:pt x="134" y="14"/>
                  </a:cubicBezTo>
                  <a:cubicBezTo>
                    <a:pt x="33" y="47"/>
                    <a:pt x="0" y="214"/>
                    <a:pt x="33" y="314"/>
                  </a:cubicBezTo>
                  <a:lnTo>
                    <a:pt x="7372" y="12723"/>
                  </a:lnTo>
                  <a:cubicBezTo>
                    <a:pt x="7439" y="12823"/>
                    <a:pt x="7472" y="12856"/>
                    <a:pt x="7539" y="12856"/>
                  </a:cubicBezTo>
                  <a:cubicBezTo>
                    <a:pt x="7606" y="12856"/>
                    <a:pt x="7639" y="12856"/>
                    <a:pt x="7672" y="12823"/>
                  </a:cubicBezTo>
                  <a:cubicBezTo>
                    <a:pt x="7772" y="12756"/>
                    <a:pt x="7806" y="12589"/>
                    <a:pt x="7772" y="12523"/>
                  </a:cubicBezTo>
                  <a:lnTo>
                    <a:pt x="434" y="80"/>
                  </a:lnTo>
                  <a:cubicBezTo>
                    <a:pt x="385" y="32"/>
                    <a:pt x="282" y="1"/>
                    <a:pt x="205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7"/>
            <p:cNvSpPr/>
            <p:nvPr/>
          </p:nvSpPr>
          <p:spPr>
            <a:xfrm>
              <a:off x="-2557500" y="3076475"/>
              <a:ext cx="39225" cy="26225"/>
            </a:xfrm>
            <a:custGeom>
              <a:avLst/>
              <a:gdLst/>
              <a:ahLst/>
              <a:cxnLst/>
              <a:rect l="l" t="t" r="r" b="b"/>
              <a:pathLst>
                <a:path w="1569" h="1049" extrusionOk="0">
                  <a:moveTo>
                    <a:pt x="1307" y="1"/>
                  </a:moveTo>
                  <a:cubicBezTo>
                    <a:pt x="1273" y="1"/>
                    <a:pt x="1238" y="5"/>
                    <a:pt x="1202" y="14"/>
                  </a:cubicBezTo>
                  <a:lnTo>
                    <a:pt x="134" y="648"/>
                  </a:lnTo>
                  <a:cubicBezTo>
                    <a:pt x="34" y="681"/>
                    <a:pt x="1" y="815"/>
                    <a:pt x="34" y="915"/>
                  </a:cubicBezTo>
                  <a:cubicBezTo>
                    <a:pt x="134" y="1015"/>
                    <a:pt x="168" y="1048"/>
                    <a:pt x="201" y="1048"/>
                  </a:cubicBezTo>
                  <a:cubicBezTo>
                    <a:pt x="268" y="1048"/>
                    <a:pt x="301" y="1048"/>
                    <a:pt x="335" y="1015"/>
                  </a:cubicBezTo>
                  <a:lnTo>
                    <a:pt x="1435" y="381"/>
                  </a:lnTo>
                  <a:cubicBezTo>
                    <a:pt x="1502" y="348"/>
                    <a:pt x="1569" y="214"/>
                    <a:pt x="1502" y="81"/>
                  </a:cubicBezTo>
                  <a:cubicBezTo>
                    <a:pt x="1478" y="32"/>
                    <a:pt x="1400" y="1"/>
                    <a:pt x="1307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7"/>
            <p:cNvSpPr/>
            <p:nvPr/>
          </p:nvSpPr>
          <p:spPr>
            <a:xfrm>
              <a:off x="-2890225" y="3123875"/>
              <a:ext cx="289400" cy="171450"/>
            </a:xfrm>
            <a:custGeom>
              <a:avLst/>
              <a:gdLst/>
              <a:ahLst/>
              <a:cxnLst/>
              <a:rect l="l" t="t" r="r" b="b"/>
              <a:pathLst>
                <a:path w="11576" h="6858" extrusionOk="0">
                  <a:moveTo>
                    <a:pt x="11333" y="1"/>
                  </a:moveTo>
                  <a:cubicBezTo>
                    <a:pt x="11297" y="1"/>
                    <a:pt x="11264" y="8"/>
                    <a:pt x="11242" y="19"/>
                  </a:cubicBezTo>
                  <a:lnTo>
                    <a:pt x="9007" y="1320"/>
                  </a:lnTo>
                  <a:cubicBezTo>
                    <a:pt x="8907" y="1420"/>
                    <a:pt x="8907" y="1520"/>
                    <a:pt x="8940" y="1620"/>
                  </a:cubicBezTo>
                  <a:cubicBezTo>
                    <a:pt x="8974" y="1687"/>
                    <a:pt x="9007" y="1754"/>
                    <a:pt x="9107" y="1754"/>
                  </a:cubicBezTo>
                  <a:cubicBezTo>
                    <a:pt x="9140" y="1754"/>
                    <a:pt x="9174" y="1754"/>
                    <a:pt x="9240" y="1687"/>
                  </a:cubicBezTo>
                  <a:lnTo>
                    <a:pt x="11442" y="386"/>
                  </a:lnTo>
                  <a:cubicBezTo>
                    <a:pt x="11575" y="320"/>
                    <a:pt x="11575" y="186"/>
                    <a:pt x="11509" y="119"/>
                  </a:cubicBezTo>
                  <a:cubicBezTo>
                    <a:pt x="11486" y="30"/>
                    <a:pt x="11405" y="1"/>
                    <a:pt x="11333" y="1"/>
                  </a:cubicBezTo>
                  <a:close/>
                  <a:moveTo>
                    <a:pt x="6950" y="2577"/>
                  </a:moveTo>
                  <a:cubicBezTo>
                    <a:pt x="6900" y="2577"/>
                    <a:pt x="6847" y="2594"/>
                    <a:pt x="6805" y="2621"/>
                  </a:cubicBezTo>
                  <a:lnTo>
                    <a:pt x="4604" y="3922"/>
                  </a:lnTo>
                  <a:cubicBezTo>
                    <a:pt x="4470" y="3989"/>
                    <a:pt x="4470" y="4122"/>
                    <a:pt x="4504" y="4189"/>
                  </a:cubicBezTo>
                  <a:cubicBezTo>
                    <a:pt x="4504" y="4256"/>
                    <a:pt x="4604" y="4289"/>
                    <a:pt x="4670" y="4322"/>
                  </a:cubicBezTo>
                  <a:cubicBezTo>
                    <a:pt x="4737" y="4322"/>
                    <a:pt x="4771" y="4322"/>
                    <a:pt x="4804" y="4289"/>
                  </a:cubicBezTo>
                  <a:lnTo>
                    <a:pt x="7005" y="2988"/>
                  </a:lnTo>
                  <a:cubicBezTo>
                    <a:pt x="7139" y="2888"/>
                    <a:pt x="7139" y="2788"/>
                    <a:pt x="7106" y="2688"/>
                  </a:cubicBezTo>
                  <a:cubicBezTo>
                    <a:pt x="7086" y="2610"/>
                    <a:pt x="7021" y="2577"/>
                    <a:pt x="6950" y="2577"/>
                  </a:cubicBezTo>
                  <a:close/>
                  <a:moveTo>
                    <a:pt x="2462" y="5136"/>
                  </a:moveTo>
                  <a:cubicBezTo>
                    <a:pt x="2418" y="5136"/>
                    <a:pt x="2372" y="5144"/>
                    <a:pt x="2335" y="5156"/>
                  </a:cubicBezTo>
                  <a:lnTo>
                    <a:pt x="134" y="6457"/>
                  </a:lnTo>
                  <a:cubicBezTo>
                    <a:pt x="0" y="6524"/>
                    <a:pt x="0" y="6657"/>
                    <a:pt x="67" y="6757"/>
                  </a:cubicBezTo>
                  <a:cubicBezTo>
                    <a:pt x="101" y="6824"/>
                    <a:pt x="134" y="6858"/>
                    <a:pt x="234" y="6858"/>
                  </a:cubicBezTo>
                  <a:cubicBezTo>
                    <a:pt x="267" y="6858"/>
                    <a:pt x="301" y="6858"/>
                    <a:pt x="334" y="6824"/>
                  </a:cubicBezTo>
                  <a:lnTo>
                    <a:pt x="2569" y="5523"/>
                  </a:lnTo>
                  <a:cubicBezTo>
                    <a:pt x="2669" y="5457"/>
                    <a:pt x="2669" y="5323"/>
                    <a:pt x="2636" y="5223"/>
                  </a:cubicBezTo>
                  <a:cubicBezTo>
                    <a:pt x="2615" y="5160"/>
                    <a:pt x="2540" y="5136"/>
                    <a:pt x="2462" y="5136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7"/>
            <p:cNvSpPr/>
            <p:nvPr/>
          </p:nvSpPr>
          <p:spPr>
            <a:xfrm>
              <a:off x="-2973625" y="3316675"/>
              <a:ext cx="39225" cy="27025"/>
            </a:xfrm>
            <a:custGeom>
              <a:avLst/>
              <a:gdLst/>
              <a:ahLst/>
              <a:cxnLst/>
              <a:rect l="l" t="t" r="r" b="b"/>
              <a:pathLst>
                <a:path w="1569" h="1081" extrusionOk="0">
                  <a:moveTo>
                    <a:pt x="1329" y="0"/>
                  </a:moveTo>
                  <a:cubicBezTo>
                    <a:pt x="1300" y="0"/>
                    <a:pt x="1268" y="4"/>
                    <a:pt x="1235" y="13"/>
                  </a:cubicBezTo>
                  <a:lnTo>
                    <a:pt x="134" y="647"/>
                  </a:lnTo>
                  <a:cubicBezTo>
                    <a:pt x="67" y="713"/>
                    <a:pt x="1" y="813"/>
                    <a:pt x="67" y="947"/>
                  </a:cubicBezTo>
                  <a:cubicBezTo>
                    <a:pt x="101" y="1047"/>
                    <a:pt x="168" y="1047"/>
                    <a:pt x="234" y="1080"/>
                  </a:cubicBezTo>
                  <a:cubicBezTo>
                    <a:pt x="268" y="1080"/>
                    <a:pt x="301" y="1080"/>
                    <a:pt x="334" y="1014"/>
                  </a:cubicBezTo>
                  <a:lnTo>
                    <a:pt x="1435" y="413"/>
                  </a:lnTo>
                  <a:cubicBezTo>
                    <a:pt x="1535" y="346"/>
                    <a:pt x="1569" y="246"/>
                    <a:pt x="1535" y="113"/>
                  </a:cubicBezTo>
                  <a:cubicBezTo>
                    <a:pt x="1485" y="38"/>
                    <a:pt x="1416" y="0"/>
                    <a:pt x="1329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7"/>
            <p:cNvSpPr/>
            <p:nvPr/>
          </p:nvSpPr>
          <p:spPr>
            <a:xfrm>
              <a:off x="-2511625" y="2983675"/>
              <a:ext cx="120125" cy="105750"/>
            </a:xfrm>
            <a:custGeom>
              <a:avLst/>
              <a:gdLst/>
              <a:ahLst/>
              <a:cxnLst/>
              <a:rect l="l" t="t" r="r" b="b"/>
              <a:pathLst>
                <a:path w="4805" h="4230" extrusionOk="0">
                  <a:moveTo>
                    <a:pt x="2450" y="0"/>
                  </a:moveTo>
                  <a:cubicBezTo>
                    <a:pt x="1610" y="0"/>
                    <a:pt x="820" y="477"/>
                    <a:pt x="468" y="1258"/>
                  </a:cubicBezTo>
                  <a:cubicBezTo>
                    <a:pt x="1" y="2358"/>
                    <a:pt x="501" y="3559"/>
                    <a:pt x="1535" y="4060"/>
                  </a:cubicBezTo>
                  <a:cubicBezTo>
                    <a:pt x="1809" y="4176"/>
                    <a:pt x="2089" y="4230"/>
                    <a:pt x="2363" y="4230"/>
                  </a:cubicBezTo>
                  <a:cubicBezTo>
                    <a:pt x="3190" y="4230"/>
                    <a:pt x="3961" y="3736"/>
                    <a:pt x="4337" y="2959"/>
                  </a:cubicBezTo>
                  <a:cubicBezTo>
                    <a:pt x="4804" y="1891"/>
                    <a:pt x="4304" y="657"/>
                    <a:pt x="3270" y="157"/>
                  </a:cubicBezTo>
                  <a:cubicBezTo>
                    <a:pt x="3000" y="50"/>
                    <a:pt x="2722" y="0"/>
                    <a:pt x="2450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7"/>
            <p:cNvSpPr/>
            <p:nvPr/>
          </p:nvSpPr>
          <p:spPr>
            <a:xfrm>
              <a:off x="-4727375" y="1675800"/>
              <a:ext cx="3266525" cy="3273200"/>
            </a:xfrm>
            <a:custGeom>
              <a:avLst/>
              <a:gdLst/>
              <a:ahLst/>
              <a:cxnLst/>
              <a:rect l="l" t="t" r="r" b="b"/>
              <a:pathLst>
                <a:path w="130661" h="130928" extrusionOk="0">
                  <a:moveTo>
                    <a:pt x="65214" y="1"/>
                  </a:moveTo>
                  <a:cubicBezTo>
                    <a:pt x="64180" y="1"/>
                    <a:pt x="63046" y="34"/>
                    <a:pt x="61945" y="68"/>
                  </a:cubicBezTo>
                  <a:lnTo>
                    <a:pt x="61811" y="68"/>
                  </a:lnTo>
                  <a:cubicBezTo>
                    <a:pt x="61578" y="101"/>
                    <a:pt x="61378" y="334"/>
                    <a:pt x="61411" y="568"/>
                  </a:cubicBezTo>
                  <a:cubicBezTo>
                    <a:pt x="61442" y="815"/>
                    <a:pt x="61616" y="1005"/>
                    <a:pt x="61854" y="1005"/>
                  </a:cubicBezTo>
                  <a:cubicBezTo>
                    <a:pt x="61873" y="1005"/>
                    <a:pt x="61892" y="1004"/>
                    <a:pt x="61912" y="1002"/>
                  </a:cubicBezTo>
                  <a:lnTo>
                    <a:pt x="61978" y="1002"/>
                  </a:lnTo>
                  <a:cubicBezTo>
                    <a:pt x="63061" y="941"/>
                    <a:pt x="64148" y="912"/>
                    <a:pt x="65236" y="912"/>
                  </a:cubicBezTo>
                  <a:cubicBezTo>
                    <a:pt x="68339" y="912"/>
                    <a:pt x="71449" y="1149"/>
                    <a:pt x="74487" y="1569"/>
                  </a:cubicBezTo>
                  <a:lnTo>
                    <a:pt x="74587" y="1569"/>
                  </a:lnTo>
                  <a:cubicBezTo>
                    <a:pt x="74821" y="1569"/>
                    <a:pt x="74988" y="1402"/>
                    <a:pt x="75054" y="1168"/>
                  </a:cubicBezTo>
                  <a:cubicBezTo>
                    <a:pt x="75088" y="901"/>
                    <a:pt x="74921" y="701"/>
                    <a:pt x="74654" y="668"/>
                  </a:cubicBezTo>
                  <a:cubicBezTo>
                    <a:pt x="71552" y="234"/>
                    <a:pt x="68383" y="1"/>
                    <a:pt x="65214" y="1"/>
                  </a:cubicBezTo>
                  <a:close/>
                  <a:moveTo>
                    <a:pt x="49240" y="2231"/>
                  </a:moveTo>
                  <a:cubicBezTo>
                    <a:pt x="49217" y="2231"/>
                    <a:pt x="49193" y="2232"/>
                    <a:pt x="49169" y="2236"/>
                  </a:cubicBezTo>
                  <a:cubicBezTo>
                    <a:pt x="44899" y="3303"/>
                    <a:pt x="40830" y="4704"/>
                    <a:pt x="37027" y="6405"/>
                  </a:cubicBezTo>
                  <a:cubicBezTo>
                    <a:pt x="36794" y="6505"/>
                    <a:pt x="36727" y="6806"/>
                    <a:pt x="36794" y="7006"/>
                  </a:cubicBezTo>
                  <a:cubicBezTo>
                    <a:pt x="36894" y="7173"/>
                    <a:pt x="37060" y="7239"/>
                    <a:pt x="37227" y="7239"/>
                  </a:cubicBezTo>
                  <a:cubicBezTo>
                    <a:pt x="37272" y="7239"/>
                    <a:pt x="37316" y="7225"/>
                    <a:pt x="37351" y="7225"/>
                  </a:cubicBezTo>
                  <a:cubicBezTo>
                    <a:pt x="37368" y="7225"/>
                    <a:pt x="37383" y="7228"/>
                    <a:pt x="37394" y="7239"/>
                  </a:cubicBezTo>
                  <a:cubicBezTo>
                    <a:pt x="41163" y="5538"/>
                    <a:pt x="45200" y="4170"/>
                    <a:pt x="49369" y="3136"/>
                  </a:cubicBezTo>
                  <a:cubicBezTo>
                    <a:pt x="49603" y="3070"/>
                    <a:pt x="49736" y="2836"/>
                    <a:pt x="49703" y="2569"/>
                  </a:cubicBezTo>
                  <a:cubicBezTo>
                    <a:pt x="49643" y="2360"/>
                    <a:pt x="49449" y="2231"/>
                    <a:pt x="49240" y="2231"/>
                  </a:cubicBezTo>
                  <a:close/>
                  <a:moveTo>
                    <a:pt x="86941" y="3683"/>
                  </a:moveTo>
                  <a:cubicBezTo>
                    <a:pt x="86741" y="3683"/>
                    <a:pt x="86576" y="3790"/>
                    <a:pt x="86496" y="4004"/>
                  </a:cubicBezTo>
                  <a:cubicBezTo>
                    <a:pt x="86429" y="4237"/>
                    <a:pt x="86562" y="4504"/>
                    <a:pt x="86796" y="4571"/>
                  </a:cubicBezTo>
                  <a:cubicBezTo>
                    <a:pt x="90799" y="6005"/>
                    <a:pt x="94635" y="7840"/>
                    <a:pt x="98271" y="10008"/>
                  </a:cubicBezTo>
                  <a:cubicBezTo>
                    <a:pt x="98371" y="10075"/>
                    <a:pt x="98438" y="10075"/>
                    <a:pt x="98504" y="10075"/>
                  </a:cubicBezTo>
                  <a:cubicBezTo>
                    <a:pt x="98638" y="10075"/>
                    <a:pt x="98805" y="10008"/>
                    <a:pt x="98838" y="9808"/>
                  </a:cubicBezTo>
                  <a:cubicBezTo>
                    <a:pt x="98971" y="9574"/>
                    <a:pt x="98905" y="9307"/>
                    <a:pt x="98671" y="9174"/>
                  </a:cubicBezTo>
                  <a:cubicBezTo>
                    <a:pt x="95002" y="7006"/>
                    <a:pt x="91132" y="5138"/>
                    <a:pt x="87096" y="3703"/>
                  </a:cubicBezTo>
                  <a:cubicBezTo>
                    <a:pt x="87043" y="3690"/>
                    <a:pt x="86991" y="3683"/>
                    <a:pt x="86941" y="3683"/>
                  </a:cubicBezTo>
                  <a:close/>
                  <a:moveTo>
                    <a:pt x="26193" y="12713"/>
                  </a:moveTo>
                  <a:cubicBezTo>
                    <a:pt x="26097" y="12713"/>
                    <a:pt x="26000" y="12743"/>
                    <a:pt x="25919" y="12810"/>
                  </a:cubicBezTo>
                  <a:cubicBezTo>
                    <a:pt x="22450" y="15312"/>
                    <a:pt x="19248" y="18181"/>
                    <a:pt x="16379" y="21349"/>
                  </a:cubicBezTo>
                  <a:cubicBezTo>
                    <a:pt x="16212" y="21516"/>
                    <a:pt x="16246" y="21816"/>
                    <a:pt x="16412" y="21983"/>
                  </a:cubicBezTo>
                  <a:cubicBezTo>
                    <a:pt x="16512" y="22050"/>
                    <a:pt x="16579" y="22083"/>
                    <a:pt x="16713" y="22083"/>
                  </a:cubicBezTo>
                  <a:cubicBezTo>
                    <a:pt x="16846" y="22083"/>
                    <a:pt x="16946" y="22050"/>
                    <a:pt x="17046" y="21917"/>
                  </a:cubicBezTo>
                  <a:cubicBezTo>
                    <a:pt x="19882" y="18781"/>
                    <a:pt x="23050" y="15979"/>
                    <a:pt x="26453" y="13511"/>
                  </a:cubicBezTo>
                  <a:cubicBezTo>
                    <a:pt x="26620" y="13377"/>
                    <a:pt x="26720" y="13077"/>
                    <a:pt x="26553" y="12877"/>
                  </a:cubicBezTo>
                  <a:cubicBezTo>
                    <a:pt x="26473" y="12777"/>
                    <a:pt x="26335" y="12713"/>
                    <a:pt x="26193" y="12713"/>
                  </a:cubicBezTo>
                  <a:close/>
                  <a:moveTo>
                    <a:pt x="108788" y="16816"/>
                  </a:moveTo>
                  <a:cubicBezTo>
                    <a:pt x="108658" y="16816"/>
                    <a:pt x="108511" y="16880"/>
                    <a:pt x="108411" y="16980"/>
                  </a:cubicBezTo>
                  <a:cubicBezTo>
                    <a:pt x="108245" y="17146"/>
                    <a:pt x="108278" y="17413"/>
                    <a:pt x="108445" y="17580"/>
                  </a:cubicBezTo>
                  <a:cubicBezTo>
                    <a:pt x="111580" y="20382"/>
                    <a:pt x="114449" y="23551"/>
                    <a:pt x="116951" y="26920"/>
                  </a:cubicBezTo>
                  <a:cubicBezTo>
                    <a:pt x="117018" y="27020"/>
                    <a:pt x="117184" y="27087"/>
                    <a:pt x="117318" y="27087"/>
                  </a:cubicBezTo>
                  <a:cubicBezTo>
                    <a:pt x="117418" y="27087"/>
                    <a:pt x="117518" y="27054"/>
                    <a:pt x="117585" y="27054"/>
                  </a:cubicBezTo>
                  <a:cubicBezTo>
                    <a:pt x="117785" y="26920"/>
                    <a:pt x="117818" y="26653"/>
                    <a:pt x="117651" y="26420"/>
                  </a:cubicBezTo>
                  <a:cubicBezTo>
                    <a:pt x="115116" y="22984"/>
                    <a:pt x="112214" y="19815"/>
                    <a:pt x="109012" y="16913"/>
                  </a:cubicBezTo>
                  <a:cubicBezTo>
                    <a:pt x="108958" y="16846"/>
                    <a:pt x="108877" y="16816"/>
                    <a:pt x="108788" y="16816"/>
                  </a:cubicBezTo>
                  <a:close/>
                  <a:moveTo>
                    <a:pt x="9232" y="31463"/>
                  </a:moveTo>
                  <a:cubicBezTo>
                    <a:pt x="9072" y="31463"/>
                    <a:pt x="8909" y="31553"/>
                    <a:pt x="8840" y="31690"/>
                  </a:cubicBezTo>
                  <a:cubicBezTo>
                    <a:pt x="6705" y="35359"/>
                    <a:pt x="4904" y="39329"/>
                    <a:pt x="3536" y="43399"/>
                  </a:cubicBezTo>
                  <a:cubicBezTo>
                    <a:pt x="3436" y="43665"/>
                    <a:pt x="3570" y="43899"/>
                    <a:pt x="3837" y="43999"/>
                  </a:cubicBezTo>
                  <a:cubicBezTo>
                    <a:pt x="3870" y="44032"/>
                    <a:pt x="3903" y="44032"/>
                    <a:pt x="3937" y="44032"/>
                  </a:cubicBezTo>
                  <a:cubicBezTo>
                    <a:pt x="4170" y="44032"/>
                    <a:pt x="4337" y="43899"/>
                    <a:pt x="4404" y="43699"/>
                  </a:cubicBezTo>
                  <a:cubicBezTo>
                    <a:pt x="5771" y="39663"/>
                    <a:pt x="7539" y="35760"/>
                    <a:pt x="9608" y="32157"/>
                  </a:cubicBezTo>
                  <a:cubicBezTo>
                    <a:pt x="9741" y="31924"/>
                    <a:pt x="9674" y="31657"/>
                    <a:pt x="9441" y="31523"/>
                  </a:cubicBezTo>
                  <a:cubicBezTo>
                    <a:pt x="9378" y="31482"/>
                    <a:pt x="9305" y="31463"/>
                    <a:pt x="9232" y="31463"/>
                  </a:cubicBezTo>
                  <a:close/>
                  <a:moveTo>
                    <a:pt x="123888" y="37107"/>
                  </a:moveTo>
                  <a:cubicBezTo>
                    <a:pt x="123822" y="37107"/>
                    <a:pt x="123754" y="37124"/>
                    <a:pt x="123689" y="37161"/>
                  </a:cubicBezTo>
                  <a:cubicBezTo>
                    <a:pt x="123489" y="37227"/>
                    <a:pt x="123355" y="37528"/>
                    <a:pt x="123489" y="37728"/>
                  </a:cubicBezTo>
                  <a:cubicBezTo>
                    <a:pt x="125323" y="41564"/>
                    <a:pt x="126758" y="45567"/>
                    <a:pt x="127792" y="49670"/>
                  </a:cubicBezTo>
                  <a:cubicBezTo>
                    <a:pt x="127859" y="49870"/>
                    <a:pt x="128025" y="50003"/>
                    <a:pt x="128259" y="50003"/>
                  </a:cubicBezTo>
                  <a:lnTo>
                    <a:pt x="128292" y="50003"/>
                  </a:lnTo>
                  <a:cubicBezTo>
                    <a:pt x="128526" y="49937"/>
                    <a:pt x="128659" y="49703"/>
                    <a:pt x="128626" y="49436"/>
                  </a:cubicBezTo>
                  <a:cubicBezTo>
                    <a:pt x="127592" y="45267"/>
                    <a:pt x="126124" y="41230"/>
                    <a:pt x="124289" y="37361"/>
                  </a:cubicBezTo>
                  <a:cubicBezTo>
                    <a:pt x="124217" y="37217"/>
                    <a:pt x="124058" y="37107"/>
                    <a:pt x="123888" y="37107"/>
                  </a:cubicBezTo>
                  <a:close/>
                  <a:moveTo>
                    <a:pt x="1042" y="55536"/>
                  </a:moveTo>
                  <a:cubicBezTo>
                    <a:pt x="835" y="55536"/>
                    <a:pt x="662" y="55694"/>
                    <a:pt x="601" y="55908"/>
                  </a:cubicBezTo>
                  <a:cubicBezTo>
                    <a:pt x="201" y="59010"/>
                    <a:pt x="1" y="62112"/>
                    <a:pt x="1" y="65248"/>
                  </a:cubicBezTo>
                  <a:cubicBezTo>
                    <a:pt x="1" y="66415"/>
                    <a:pt x="34" y="67583"/>
                    <a:pt x="67" y="68750"/>
                  </a:cubicBezTo>
                  <a:cubicBezTo>
                    <a:pt x="67" y="68950"/>
                    <a:pt x="267" y="69184"/>
                    <a:pt x="534" y="69184"/>
                  </a:cubicBezTo>
                  <a:cubicBezTo>
                    <a:pt x="835" y="69184"/>
                    <a:pt x="1001" y="68950"/>
                    <a:pt x="935" y="68717"/>
                  </a:cubicBezTo>
                  <a:cubicBezTo>
                    <a:pt x="901" y="67549"/>
                    <a:pt x="868" y="66415"/>
                    <a:pt x="868" y="65248"/>
                  </a:cubicBezTo>
                  <a:cubicBezTo>
                    <a:pt x="868" y="62179"/>
                    <a:pt x="1068" y="59076"/>
                    <a:pt x="1502" y="56041"/>
                  </a:cubicBezTo>
                  <a:cubicBezTo>
                    <a:pt x="1535" y="55774"/>
                    <a:pt x="1368" y="55574"/>
                    <a:pt x="1101" y="55541"/>
                  </a:cubicBezTo>
                  <a:cubicBezTo>
                    <a:pt x="1081" y="55538"/>
                    <a:pt x="1062" y="55536"/>
                    <a:pt x="1042" y="55536"/>
                  </a:cubicBezTo>
                  <a:close/>
                  <a:moveTo>
                    <a:pt x="130594" y="62112"/>
                  </a:moveTo>
                  <a:lnTo>
                    <a:pt x="129660" y="62145"/>
                  </a:lnTo>
                  <a:lnTo>
                    <a:pt x="129660" y="62312"/>
                  </a:lnTo>
                  <a:cubicBezTo>
                    <a:pt x="129693" y="63413"/>
                    <a:pt x="129760" y="64480"/>
                    <a:pt x="129760" y="65548"/>
                  </a:cubicBezTo>
                  <a:cubicBezTo>
                    <a:pt x="129760" y="68650"/>
                    <a:pt x="129493" y="71886"/>
                    <a:pt x="129026" y="74954"/>
                  </a:cubicBezTo>
                  <a:cubicBezTo>
                    <a:pt x="128993" y="75221"/>
                    <a:pt x="129160" y="75421"/>
                    <a:pt x="129426" y="75455"/>
                  </a:cubicBezTo>
                  <a:lnTo>
                    <a:pt x="129493" y="75455"/>
                  </a:lnTo>
                  <a:cubicBezTo>
                    <a:pt x="129760" y="75455"/>
                    <a:pt x="129927" y="75288"/>
                    <a:pt x="129960" y="75088"/>
                  </a:cubicBezTo>
                  <a:cubicBezTo>
                    <a:pt x="130427" y="71952"/>
                    <a:pt x="130661" y="68750"/>
                    <a:pt x="130661" y="65548"/>
                  </a:cubicBezTo>
                  <a:cubicBezTo>
                    <a:pt x="130661" y="64447"/>
                    <a:pt x="130627" y="63380"/>
                    <a:pt x="130594" y="62279"/>
                  </a:cubicBezTo>
                  <a:lnTo>
                    <a:pt x="130594" y="62112"/>
                  </a:lnTo>
                  <a:close/>
                  <a:moveTo>
                    <a:pt x="2332" y="80919"/>
                  </a:moveTo>
                  <a:cubicBezTo>
                    <a:pt x="2301" y="80919"/>
                    <a:pt x="2268" y="80921"/>
                    <a:pt x="2236" y="80925"/>
                  </a:cubicBezTo>
                  <a:cubicBezTo>
                    <a:pt x="2002" y="80959"/>
                    <a:pt x="1869" y="81226"/>
                    <a:pt x="1902" y="81459"/>
                  </a:cubicBezTo>
                  <a:cubicBezTo>
                    <a:pt x="2903" y="85629"/>
                    <a:pt x="4270" y="89732"/>
                    <a:pt x="6038" y="93601"/>
                  </a:cubicBezTo>
                  <a:cubicBezTo>
                    <a:pt x="6105" y="93768"/>
                    <a:pt x="6272" y="93868"/>
                    <a:pt x="6439" y="93868"/>
                  </a:cubicBezTo>
                  <a:cubicBezTo>
                    <a:pt x="6539" y="93868"/>
                    <a:pt x="6572" y="93868"/>
                    <a:pt x="6672" y="93801"/>
                  </a:cubicBezTo>
                  <a:cubicBezTo>
                    <a:pt x="6872" y="93735"/>
                    <a:pt x="6939" y="93434"/>
                    <a:pt x="6872" y="93234"/>
                  </a:cubicBezTo>
                  <a:cubicBezTo>
                    <a:pt x="5171" y="89432"/>
                    <a:pt x="3770" y="85395"/>
                    <a:pt x="2769" y="81259"/>
                  </a:cubicBezTo>
                  <a:cubicBezTo>
                    <a:pt x="2740" y="81025"/>
                    <a:pt x="2557" y="80919"/>
                    <a:pt x="2332" y="80919"/>
                  </a:cubicBezTo>
                  <a:close/>
                  <a:moveTo>
                    <a:pt x="12850" y="103979"/>
                  </a:moveTo>
                  <a:cubicBezTo>
                    <a:pt x="12754" y="103979"/>
                    <a:pt x="12657" y="104008"/>
                    <a:pt x="12576" y="104075"/>
                  </a:cubicBezTo>
                  <a:cubicBezTo>
                    <a:pt x="12410" y="104209"/>
                    <a:pt x="12343" y="104476"/>
                    <a:pt x="12510" y="104709"/>
                  </a:cubicBezTo>
                  <a:cubicBezTo>
                    <a:pt x="15011" y="108212"/>
                    <a:pt x="17880" y="111414"/>
                    <a:pt x="21049" y="114283"/>
                  </a:cubicBezTo>
                  <a:cubicBezTo>
                    <a:pt x="21116" y="114383"/>
                    <a:pt x="21216" y="114416"/>
                    <a:pt x="21349" y="114416"/>
                  </a:cubicBezTo>
                  <a:cubicBezTo>
                    <a:pt x="21449" y="114416"/>
                    <a:pt x="21583" y="114383"/>
                    <a:pt x="21683" y="114216"/>
                  </a:cubicBezTo>
                  <a:cubicBezTo>
                    <a:pt x="21850" y="114049"/>
                    <a:pt x="21783" y="113749"/>
                    <a:pt x="21649" y="113582"/>
                  </a:cubicBezTo>
                  <a:cubicBezTo>
                    <a:pt x="18547" y="110780"/>
                    <a:pt x="15712" y="107611"/>
                    <a:pt x="13210" y="104142"/>
                  </a:cubicBezTo>
                  <a:cubicBezTo>
                    <a:pt x="13131" y="104043"/>
                    <a:pt x="12992" y="103979"/>
                    <a:pt x="12850" y="103979"/>
                  </a:cubicBezTo>
                  <a:close/>
                  <a:moveTo>
                    <a:pt x="31611" y="120986"/>
                  </a:moveTo>
                  <a:cubicBezTo>
                    <a:pt x="31456" y="120986"/>
                    <a:pt x="31311" y="121068"/>
                    <a:pt x="31223" y="121221"/>
                  </a:cubicBezTo>
                  <a:cubicBezTo>
                    <a:pt x="31090" y="121421"/>
                    <a:pt x="31190" y="121688"/>
                    <a:pt x="31390" y="121821"/>
                  </a:cubicBezTo>
                  <a:cubicBezTo>
                    <a:pt x="35059" y="123923"/>
                    <a:pt x="38962" y="125724"/>
                    <a:pt x="43098" y="127092"/>
                  </a:cubicBezTo>
                  <a:cubicBezTo>
                    <a:pt x="43131" y="127125"/>
                    <a:pt x="43198" y="127125"/>
                    <a:pt x="43232" y="127125"/>
                  </a:cubicBezTo>
                  <a:cubicBezTo>
                    <a:pt x="43432" y="127125"/>
                    <a:pt x="43598" y="127058"/>
                    <a:pt x="43699" y="126792"/>
                  </a:cubicBezTo>
                  <a:cubicBezTo>
                    <a:pt x="43765" y="126558"/>
                    <a:pt x="43632" y="126291"/>
                    <a:pt x="43398" y="126225"/>
                  </a:cubicBezTo>
                  <a:cubicBezTo>
                    <a:pt x="39295" y="124890"/>
                    <a:pt x="35426" y="123122"/>
                    <a:pt x="31857" y="121054"/>
                  </a:cubicBezTo>
                  <a:cubicBezTo>
                    <a:pt x="31777" y="121008"/>
                    <a:pt x="31693" y="120986"/>
                    <a:pt x="31611" y="120986"/>
                  </a:cubicBezTo>
                  <a:close/>
                  <a:moveTo>
                    <a:pt x="92951" y="123869"/>
                  </a:moveTo>
                  <a:cubicBezTo>
                    <a:pt x="92886" y="123869"/>
                    <a:pt x="92823" y="123886"/>
                    <a:pt x="92767" y="123923"/>
                  </a:cubicBezTo>
                  <a:cubicBezTo>
                    <a:pt x="88931" y="125724"/>
                    <a:pt x="84928" y="127125"/>
                    <a:pt x="80825" y="128159"/>
                  </a:cubicBezTo>
                  <a:cubicBezTo>
                    <a:pt x="80592" y="128226"/>
                    <a:pt x="80458" y="128459"/>
                    <a:pt x="80491" y="128726"/>
                  </a:cubicBezTo>
                  <a:cubicBezTo>
                    <a:pt x="80592" y="128926"/>
                    <a:pt x="80758" y="129060"/>
                    <a:pt x="80958" y="129060"/>
                  </a:cubicBezTo>
                  <a:lnTo>
                    <a:pt x="81059" y="129027"/>
                  </a:lnTo>
                  <a:cubicBezTo>
                    <a:pt x="85228" y="127992"/>
                    <a:pt x="89264" y="126525"/>
                    <a:pt x="93134" y="124690"/>
                  </a:cubicBezTo>
                  <a:cubicBezTo>
                    <a:pt x="93334" y="124623"/>
                    <a:pt x="93467" y="124323"/>
                    <a:pt x="93334" y="124123"/>
                  </a:cubicBezTo>
                  <a:cubicBezTo>
                    <a:pt x="93286" y="123979"/>
                    <a:pt x="93116" y="123869"/>
                    <a:pt x="92951" y="123869"/>
                  </a:cubicBezTo>
                  <a:close/>
                  <a:moveTo>
                    <a:pt x="55592" y="129212"/>
                  </a:moveTo>
                  <a:cubicBezTo>
                    <a:pt x="55384" y="129212"/>
                    <a:pt x="55235" y="129367"/>
                    <a:pt x="55207" y="129594"/>
                  </a:cubicBezTo>
                  <a:cubicBezTo>
                    <a:pt x="55140" y="129827"/>
                    <a:pt x="55307" y="130027"/>
                    <a:pt x="55574" y="130094"/>
                  </a:cubicBezTo>
                  <a:cubicBezTo>
                    <a:pt x="59410" y="130628"/>
                    <a:pt x="63413" y="130928"/>
                    <a:pt x="67482" y="130928"/>
                  </a:cubicBezTo>
                  <a:lnTo>
                    <a:pt x="68383" y="130928"/>
                  </a:lnTo>
                  <a:cubicBezTo>
                    <a:pt x="68616" y="130928"/>
                    <a:pt x="68783" y="130728"/>
                    <a:pt x="68783" y="130461"/>
                  </a:cubicBezTo>
                  <a:cubicBezTo>
                    <a:pt x="68783" y="130227"/>
                    <a:pt x="68583" y="130061"/>
                    <a:pt x="68316" y="130061"/>
                  </a:cubicBezTo>
                  <a:cubicBezTo>
                    <a:pt x="68098" y="130062"/>
                    <a:pt x="67881" y="130063"/>
                    <a:pt x="67663" y="130063"/>
                  </a:cubicBezTo>
                  <a:cubicBezTo>
                    <a:pt x="63554" y="130063"/>
                    <a:pt x="59540" y="129765"/>
                    <a:pt x="55707" y="129227"/>
                  </a:cubicBezTo>
                  <a:cubicBezTo>
                    <a:pt x="55667" y="129217"/>
                    <a:pt x="55629" y="129212"/>
                    <a:pt x="55592" y="1292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7"/>
            <p:cNvSpPr/>
            <p:nvPr/>
          </p:nvSpPr>
          <p:spPr>
            <a:xfrm>
              <a:off x="-2749300" y="1785875"/>
              <a:ext cx="1042450" cy="1486100"/>
            </a:xfrm>
            <a:custGeom>
              <a:avLst/>
              <a:gdLst/>
              <a:ahLst/>
              <a:cxnLst/>
              <a:rect l="l" t="t" r="r" b="b"/>
              <a:pathLst>
                <a:path w="41698" h="59444" extrusionOk="0">
                  <a:moveTo>
                    <a:pt x="3870" y="1"/>
                  </a:moveTo>
                  <a:cubicBezTo>
                    <a:pt x="1769" y="1"/>
                    <a:pt x="1" y="1769"/>
                    <a:pt x="1" y="3904"/>
                  </a:cubicBezTo>
                  <a:lnTo>
                    <a:pt x="1" y="55541"/>
                  </a:lnTo>
                  <a:cubicBezTo>
                    <a:pt x="1" y="57676"/>
                    <a:pt x="1769" y="59444"/>
                    <a:pt x="3870" y="59444"/>
                  </a:cubicBezTo>
                  <a:lnTo>
                    <a:pt x="37828" y="59444"/>
                  </a:lnTo>
                  <a:cubicBezTo>
                    <a:pt x="39963" y="59444"/>
                    <a:pt x="41697" y="57709"/>
                    <a:pt x="41697" y="55541"/>
                  </a:cubicBezTo>
                  <a:lnTo>
                    <a:pt x="41697" y="3904"/>
                  </a:lnTo>
                  <a:cubicBezTo>
                    <a:pt x="41697" y="1769"/>
                    <a:pt x="39963" y="1"/>
                    <a:pt x="37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7"/>
            <p:cNvSpPr/>
            <p:nvPr/>
          </p:nvSpPr>
          <p:spPr>
            <a:xfrm>
              <a:off x="-2637550" y="2006875"/>
              <a:ext cx="439500" cy="741400"/>
            </a:xfrm>
            <a:custGeom>
              <a:avLst/>
              <a:gdLst/>
              <a:ahLst/>
              <a:cxnLst/>
              <a:rect l="l" t="t" r="r" b="b"/>
              <a:pathLst>
                <a:path w="17580" h="29656" extrusionOk="0">
                  <a:moveTo>
                    <a:pt x="4004" y="1"/>
                  </a:moveTo>
                  <a:cubicBezTo>
                    <a:pt x="1802" y="1"/>
                    <a:pt x="1" y="1802"/>
                    <a:pt x="1" y="4004"/>
                  </a:cubicBezTo>
                  <a:lnTo>
                    <a:pt x="1" y="25652"/>
                  </a:lnTo>
                  <a:cubicBezTo>
                    <a:pt x="1" y="27854"/>
                    <a:pt x="1802" y="29655"/>
                    <a:pt x="4004" y="29655"/>
                  </a:cubicBezTo>
                  <a:lnTo>
                    <a:pt x="13577" y="29655"/>
                  </a:lnTo>
                  <a:cubicBezTo>
                    <a:pt x="15812" y="29655"/>
                    <a:pt x="17580" y="27854"/>
                    <a:pt x="17580" y="25652"/>
                  </a:cubicBezTo>
                  <a:lnTo>
                    <a:pt x="17580" y="4004"/>
                  </a:lnTo>
                  <a:cubicBezTo>
                    <a:pt x="17580" y="1802"/>
                    <a:pt x="15812" y="1"/>
                    <a:pt x="13577" y="1"/>
                  </a:cubicBez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7"/>
            <p:cNvSpPr/>
            <p:nvPr/>
          </p:nvSpPr>
          <p:spPr>
            <a:xfrm>
              <a:off x="-2529125" y="2144200"/>
              <a:ext cx="222675" cy="214900"/>
            </a:xfrm>
            <a:custGeom>
              <a:avLst/>
              <a:gdLst/>
              <a:ahLst/>
              <a:cxnLst/>
              <a:rect l="l" t="t" r="r" b="b"/>
              <a:pathLst>
                <a:path w="8907" h="8596" extrusionOk="0">
                  <a:moveTo>
                    <a:pt x="4461" y="1"/>
                  </a:moveTo>
                  <a:cubicBezTo>
                    <a:pt x="2224" y="1"/>
                    <a:pt x="326" y="1716"/>
                    <a:pt x="167" y="3981"/>
                  </a:cubicBezTo>
                  <a:cubicBezTo>
                    <a:pt x="0" y="6349"/>
                    <a:pt x="1768" y="8418"/>
                    <a:pt x="4136" y="8584"/>
                  </a:cubicBezTo>
                  <a:cubicBezTo>
                    <a:pt x="4238" y="8592"/>
                    <a:pt x="4340" y="8595"/>
                    <a:pt x="4440" y="8595"/>
                  </a:cubicBezTo>
                  <a:cubicBezTo>
                    <a:pt x="6679" y="8595"/>
                    <a:pt x="8580" y="6848"/>
                    <a:pt x="8740" y="4582"/>
                  </a:cubicBezTo>
                  <a:cubicBezTo>
                    <a:pt x="8906" y="2213"/>
                    <a:pt x="7139" y="178"/>
                    <a:pt x="4770" y="12"/>
                  </a:cubicBezTo>
                  <a:cubicBezTo>
                    <a:pt x="4667" y="4"/>
                    <a:pt x="4563" y="1"/>
                    <a:pt x="4461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7"/>
            <p:cNvSpPr/>
            <p:nvPr/>
          </p:nvSpPr>
          <p:spPr>
            <a:xfrm>
              <a:off x="-2637550" y="2414675"/>
              <a:ext cx="439500" cy="333600"/>
            </a:xfrm>
            <a:custGeom>
              <a:avLst/>
              <a:gdLst/>
              <a:ahLst/>
              <a:cxnLst/>
              <a:rect l="l" t="t" r="r" b="b"/>
              <a:pathLst>
                <a:path w="17580" h="13344" extrusionOk="0">
                  <a:moveTo>
                    <a:pt x="8807" y="0"/>
                  </a:moveTo>
                  <a:cubicBezTo>
                    <a:pt x="4904" y="0"/>
                    <a:pt x="1568" y="2169"/>
                    <a:pt x="1" y="5337"/>
                  </a:cubicBezTo>
                  <a:lnTo>
                    <a:pt x="1" y="9340"/>
                  </a:lnTo>
                  <a:cubicBezTo>
                    <a:pt x="1" y="11542"/>
                    <a:pt x="1802" y="13343"/>
                    <a:pt x="4004" y="13343"/>
                  </a:cubicBezTo>
                  <a:lnTo>
                    <a:pt x="13577" y="13343"/>
                  </a:lnTo>
                  <a:cubicBezTo>
                    <a:pt x="15812" y="13343"/>
                    <a:pt x="17580" y="11542"/>
                    <a:pt x="17580" y="9340"/>
                  </a:cubicBezTo>
                  <a:lnTo>
                    <a:pt x="17580" y="5337"/>
                  </a:lnTo>
                  <a:cubicBezTo>
                    <a:pt x="16012" y="2169"/>
                    <a:pt x="12676" y="0"/>
                    <a:pt x="8807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7"/>
            <p:cNvSpPr/>
            <p:nvPr/>
          </p:nvSpPr>
          <p:spPr>
            <a:xfrm>
              <a:off x="-2749300" y="1785875"/>
              <a:ext cx="1042450" cy="132625"/>
            </a:xfrm>
            <a:custGeom>
              <a:avLst/>
              <a:gdLst/>
              <a:ahLst/>
              <a:cxnLst/>
              <a:rect l="l" t="t" r="r" b="b"/>
              <a:pathLst>
                <a:path w="41698" h="5305" extrusionOk="0">
                  <a:moveTo>
                    <a:pt x="3870" y="1"/>
                  </a:moveTo>
                  <a:cubicBezTo>
                    <a:pt x="1769" y="1"/>
                    <a:pt x="1" y="1769"/>
                    <a:pt x="1" y="3904"/>
                  </a:cubicBezTo>
                  <a:lnTo>
                    <a:pt x="1" y="5305"/>
                  </a:lnTo>
                  <a:lnTo>
                    <a:pt x="41697" y="5305"/>
                  </a:lnTo>
                  <a:lnTo>
                    <a:pt x="41697" y="3904"/>
                  </a:lnTo>
                  <a:cubicBezTo>
                    <a:pt x="41697" y="1769"/>
                    <a:pt x="39963" y="1"/>
                    <a:pt x="37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7"/>
            <p:cNvSpPr/>
            <p:nvPr/>
          </p:nvSpPr>
          <p:spPr>
            <a:xfrm>
              <a:off x="-2149700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1" y="701"/>
                    <a:pt x="1" y="1569"/>
                  </a:cubicBezTo>
                  <a:cubicBezTo>
                    <a:pt x="1" y="2436"/>
                    <a:pt x="701" y="3170"/>
                    <a:pt x="1568" y="3170"/>
                  </a:cubicBezTo>
                  <a:cubicBezTo>
                    <a:pt x="2469" y="3170"/>
                    <a:pt x="3170" y="2436"/>
                    <a:pt x="3170" y="1569"/>
                  </a:cubicBezTo>
                  <a:cubicBezTo>
                    <a:pt x="3170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7"/>
            <p:cNvSpPr/>
            <p:nvPr/>
          </p:nvSpPr>
          <p:spPr>
            <a:xfrm>
              <a:off x="-2003750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0" y="701"/>
                    <a:pt x="0" y="1569"/>
                  </a:cubicBezTo>
                  <a:cubicBezTo>
                    <a:pt x="0" y="2436"/>
                    <a:pt x="701" y="3170"/>
                    <a:pt x="1568" y="3170"/>
                  </a:cubicBezTo>
                  <a:cubicBezTo>
                    <a:pt x="2469" y="3170"/>
                    <a:pt x="3169" y="2436"/>
                    <a:pt x="3169" y="1569"/>
                  </a:cubicBezTo>
                  <a:cubicBezTo>
                    <a:pt x="3169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7"/>
            <p:cNvSpPr/>
            <p:nvPr/>
          </p:nvSpPr>
          <p:spPr>
            <a:xfrm>
              <a:off x="-1857825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1" y="701"/>
                    <a:pt x="1" y="1569"/>
                  </a:cubicBezTo>
                  <a:cubicBezTo>
                    <a:pt x="1" y="2436"/>
                    <a:pt x="701" y="3170"/>
                    <a:pt x="1568" y="3170"/>
                  </a:cubicBezTo>
                  <a:cubicBezTo>
                    <a:pt x="2469" y="3170"/>
                    <a:pt x="3170" y="2436"/>
                    <a:pt x="3170" y="1569"/>
                  </a:cubicBezTo>
                  <a:cubicBezTo>
                    <a:pt x="3170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7"/>
            <p:cNvSpPr/>
            <p:nvPr/>
          </p:nvSpPr>
          <p:spPr>
            <a:xfrm>
              <a:off x="-2624200" y="2876675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0"/>
                  </a:moveTo>
                  <a:cubicBezTo>
                    <a:pt x="334" y="0"/>
                    <a:pt x="0" y="334"/>
                    <a:pt x="0" y="734"/>
                  </a:cubicBezTo>
                  <a:cubicBezTo>
                    <a:pt x="0" y="1168"/>
                    <a:pt x="334" y="1501"/>
                    <a:pt x="768" y="1501"/>
                  </a:cubicBezTo>
                  <a:lnTo>
                    <a:pt x="15778" y="1501"/>
                  </a:lnTo>
                  <a:cubicBezTo>
                    <a:pt x="16179" y="1501"/>
                    <a:pt x="16512" y="1168"/>
                    <a:pt x="16512" y="734"/>
                  </a:cubicBezTo>
                  <a:cubicBezTo>
                    <a:pt x="16512" y="334"/>
                    <a:pt x="16179" y="0"/>
                    <a:pt x="15778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7"/>
            <p:cNvSpPr/>
            <p:nvPr/>
          </p:nvSpPr>
          <p:spPr>
            <a:xfrm>
              <a:off x="-2624200" y="2952550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1"/>
                  </a:moveTo>
                  <a:cubicBezTo>
                    <a:pt x="334" y="1"/>
                    <a:pt x="0" y="334"/>
                    <a:pt x="0" y="768"/>
                  </a:cubicBezTo>
                  <a:cubicBezTo>
                    <a:pt x="0" y="1168"/>
                    <a:pt x="334" y="1502"/>
                    <a:pt x="768" y="1502"/>
                  </a:cubicBezTo>
                  <a:lnTo>
                    <a:pt x="15778" y="1502"/>
                  </a:lnTo>
                  <a:cubicBezTo>
                    <a:pt x="16179" y="1502"/>
                    <a:pt x="16512" y="1168"/>
                    <a:pt x="16512" y="768"/>
                  </a:cubicBezTo>
                  <a:cubicBezTo>
                    <a:pt x="16512" y="334"/>
                    <a:pt x="16179" y="1"/>
                    <a:pt x="15778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7"/>
            <p:cNvSpPr/>
            <p:nvPr/>
          </p:nvSpPr>
          <p:spPr>
            <a:xfrm>
              <a:off x="-2624200" y="3028450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0"/>
                  </a:moveTo>
                  <a:cubicBezTo>
                    <a:pt x="334" y="0"/>
                    <a:pt x="0" y="334"/>
                    <a:pt x="0" y="767"/>
                  </a:cubicBezTo>
                  <a:cubicBezTo>
                    <a:pt x="0" y="1168"/>
                    <a:pt x="334" y="1501"/>
                    <a:pt x="768" y="1501"/>
                  </a:cubicBezTo>
                  <a:lnTo>
                    <a:pt x="15778" y="1501"/>
                  </a:lnTo>
                  <a:cubicBezTo>
                    <a:pt x="16179" y="1501"/>
                    <a:pt x="16512" y="1168"/>
                    <a:pt x="16512" y="767"/>
                  </a:cubicBezTo>
                  <a:cubicBezTo>
                    <a:pt x="16512" y="334"/>
                    <a:pt x="16179" y="0"/>
                    <a:pt x="15778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7"/>
            <p:cNvSpPr/>
            <p:nvPr/>
          </p:nvSpPr>
          <p:spPr>
            <a:xfrm>
              <a:off x="-2125525" y="2786600"/>
              <a:ext cx="322775" cy="323600"/>
            </a:xfrm>
            <a:custGeom>
              <a:avLst/>
              <a:gdLst/>
              <a:ahLst/>
              <a:cxnLst/>
              <a:rect l="l" t="t" r="r" b="b"/>
              <a:pathLst>
                <a:path w="12911" h="12944" extrusionOk="0">
                  <a:moveTo>
                    <a:pt x="6439" y="1"/>
                  </a:moveTo>
                  <a:cubicBezTo>
                    <a:pt x="2870" y="1"/>
                    <a:pt x="1" y="2903"/>
                    <a:pt x="1" y="6472"/>
                  </a:cubicBezTo>
                  <a:cubicBezTo>
                    <a:pt x="1" y="10041"/>
                    <a:pt x="2870" y="12943"/>
                    <a:pt x="6439" y="12943"/>
                  </a:cubicBezTo>
                  <a:cubicBezTo>
                    <a:pt x="10041" y="12943"/>
                    <a:pt x="12910" y="10041"/>
                    <a:pt x="12910" y="6472"/>
                  </a:cubicBezTo>
                  <a:cubicBezTo>
                    <a:pt x="12910" y="2903"/>
                    <a:pt x="10041" y="1"/>
                    <a:pt x="6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7"/>
            <p:cNvSpPr/>
            <p:nvPr/>
          </p:nvSpPr>
          <p:spPr>
            <a:xfrm>
              <a:off x="-2095500" y="2816625"/>
              <a:ext cx="262725" cy="263550"/>
            </a:xfrm>
            <a:custGeom>
              <a:avLst/>
              <a:gdLst/>
              <a:ahLst/>
              <a:cxnLst/>
              <a:rect l="l" t="t" r="r" b="b"/>
              <a:pathLst>
                <a:path w="10509" h="10542" extrusionOk="0">
                  <a:moveTo>
                    <a:pt x="5238" y="1"/>
                  </a:moveTo>
                  <a:cubicBezTo>
                    <a:pt x="2369" y="1"/>
                    <a:pt x="1" y="2369"/>
                    <a:pt x="1" y="5271"/>
                  </a:cubicBezTo>
                  <a:cubicBezTo>
                    <a:pt x="1" y="8173"/>
                    <a:pt x="2369" y="10541"/>
                    <a:pt x="5238" y="10541"/>
                  </a:cubicBezTo>
                  <a:cubicBezTo>
                    <a:pt x="8140" y="10541"/>
                    <a:pt x="10508" y="8173"/>
                    <a:pt x="10508" y="5271"/>
                  </a:cubicBezTo>
                  <a:cubicBezTo>
                    <a:pt x="10508" y="2369"/>
                    <a:pt x="8140" y="1"/>
                    <a:pt x="52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7"/>
            <p:cNvSpPr/>
            <p:nvPr/>
          </p:nvSpPr>
          <p:spPr>
            <a:xfrm>
              <a:off x="-2042125" y="2839150"/>
              <a:ext cx="156800" cy="217675"/>
            </a:xfrm>
            <a:custGeom>
              <a:avLst/>
              <a:gdLst/>
              <a:ahLst/>
              <a:cxnLst/>
              <a:rect l="l" t="t" r="r" b="b"/>
              <a:pathLst>
                <a:path w="6272" h="8707" extrusionOk="0">
                  <a:moveTo>
                    <a:pt x="2402" y="2202"/>
                  </a:moveTo>
                  <a:cubicBezTo>
                    <a:pt x="2803" y="2235"/>
                    <a:pt x="3170" y="2235"/>
                    <a:pt x="3537" y="2235"/>
                  </a:cubicBezTo>
                  <a:cubicBezTo>
                    <a:pt x="3670" y="2235"/>
                    <a:pt x="3770" y="2335"/>
                    <a:pt x="3903" y="2369"/>
                  </a:cubicBezTo>
                  <a:cubicBezTo>
                    <a:pt x="4204" y="2502"/>
                    <a:pt x="4337" y="2702"/>
                    <a:pt x="4337" y="3036"/>
                  </a:cubicBezTo>
                  <a:cubicBezTo>
                    <a:pt x="4337" y="3336"/>
                    <a:pt x="4170" y="3536"/>
                    <a:pt x="3870" y="3669"/>
                  </a:cubicBezTo>
                  <a:cubicBezTo>
                    <a:pt x="3537" y="3836"/>
                    <a:pt x="3170" y="3836"/>
                    <a:pt x="2769" y="3836"/>
                  </a:cubicBezTo>
                  <a:lnTo>
                    <a:pt x="2402" y="3836"/>
                  </a:lnTo>
                  <a:lnTo>
                    <a:pt x="2402" y="2202"/>
                  </a:lnTo>
                  <a:close/>
                  <a:moveTo>
                    <a:pt x="2937" y="4682"/>
                  </a:moveTo>
                  <a:cubicBezTo>
                    <a:pt x="3201" y="4682"/>
                    <a:pt x="3463" y="4698"/>
                    <a:pt x="3737" y="4737"/>
                  </a:cubicBezTo>
                  <a:cubicBezTo>
                    <a:pt x="3903" y="4770"/>
                    <a:pt x="4070" y="4837"/>
                    <a:pt x="4237" y="4904"/>
                  </a:cubicBezTo>
                  <a:cubicBezTo>
                    <a:pt x="4537" y="5037"/>
                    <a:pt x="4671" y="5237"/>
                    <a:pt x="4671" y="5571"/>
                  </a:cubicBezTo>
                  <a:cubicBezTo>
                    <a:pt x="4671" y="5904"/>
                    <a:pt x="4504" y="6138"/>
                    <a:pt x="4204" y="6238"/>
                  </a:cubicBezTo>
                  <a:cubicBezTo>
                    <a:pt x="3837" y="6405"/>
                    <a:pt x="3436" y="6471"/>
                    <a:pt x="3036" y="6471"/>
                  </a:cubicBezTo>
                  <a:lnTo>
                    <a:pt x="2402" y="6471"/>
                  </a:lnTo>
                  <a:cubicBezTo>
                    <a:pt x="2402" y="5838"/>
                    <a:pt x="2402" y="5237"/>
                    <a:pt x="2369" y="4704"/>
                  </a:cubicBezTo>
                  <a:cubicBezTo>
                    <a:pt x="2562" y="4690"/>
                    <a:pt x="2750" y="4682"/>
                    <a:pt x="2937" y="4682"/>
                  </a:cubicBezTo>
                  <a:close/>
                  <a:moveTo>
                    <a:pt x="1602" y="0"/>
                  </a:moveTo>
                  <a:lnTo>
                    <a:pt x="1602" y="1334"/>
                  </a:lnTo>
                  <a:lnTo>
                    <a:pt x="1" y="1334"/>
                  </a:lnTo>
                  <a:lnTo>
                    <a:pt x="1" y="2202"/>
                  </a:lnTo>
                  <a:lnTo>
                    <a:pt x="668" y="2202"/>
                  </a:lnTo>
                  <a:cubicBezTo>
                    <a:pt x="968" y="2202"/>
                    <a:pt x="1068" y="2369"/>
                    <a:pt x="1068" y="2635"/>
                  </a:cubicBezTo>
                  <a:lnTo>
                    <a:pt x="1068" y="4237"/>
                  </a:lnTo>
                  <a:lnTo>
                    <a:pt x="1068" y="6071"/>
                  </a:lnTo>
                  <a:cubicBezTo>
                    <a:pt x="1068" y="6305"/>
                    <a:pt x="1001" y="6405"/>
                    <a:pt x="735" y="6405"/>
                  </a:cubicBezTo>
                  <a:lnTo>
                    <a:pt x="167" y="6405"/>
                  </a:lnTo>
                  <a:cubicBezTo>
                    <a:pt x="134" y="6738"/>
                    <a:pt x="34" y="7039"/>
                    <a:pt x="1" y="7372"/>
                  </a:cubicBezTo>
                  <a:lnTo>
                    <a:pt x="1635" y="7372"/>
                  </a:lnTo>
                  <a:lnTo>
                    <a:pt x="1635" y="8706"/>
                  </a:lnTo>
                  <a:lnTo>
                    <a:pt x="2402" y="8706"/>
                  </a:lnTo>
                  <a:lnTo>
                    <a:pt x="2402" y="7372"/>
                  </a:lnTo>
                  <a:lnTo>
                    <a:pt x="3036" y="7372"/>
                  </a:lnTo>
                  <a:lnTo>
                    <a:pt x="3036" y="8706"/>
                  </a:lnTo>
                  <a:lnTo>
                    <a:pt x="3837" y="8706"/>
                  </a:lnTo>
                  <a:lnTo>
                    <a:pt x="3837" y="7405"/>
                  </a:lnTo>
                  <a:cubicBezTo>
                    <a:pt x="4237" y="7339"/>
                    <a:pt x="4671" y="7305"/>
                    <a:pt x="5038" y="7172"/>
                  </a:cubicBezTo>
                  <a:cubicBezTo>
                    <a:pt x="5738" y="6972"/>
                    <a:pt x="6172" y="6505"/>
                    <a:pt x="6238" y="5804"/>
                  </a:cubicBezTo>
                  <a:cubicBezTo>
                    <a:pt x="6272" y="5704"/>
                    <a:pt x="6272" y="5571"/>
                    <a:pt x="6272" y="5504"/>
                  </a:cubicBezTo>
                  <a:cubicBezTo>
                    <a:pt x="6272" y="4737"/>
                    <a:pt x="5938" y="4237"/>
                    <a:pt x="5204" y="4036"/>
                  </a:cubicBezTo>
                  <a:cubicBezTo>
                    <a:pt x="5171" y="4003"/>
                    <a:pt x="5171" y="4003"/>
                    <a:pt x="5104" y="4003"/>
                  </a:cubicBezTo>
                  <a:lnTo>
                    <a:pt x="5104" y="3970"/>
                  </a:lnTo>
                  <a:cubicBezTo>
                    <a:pt x="5738" y="3536"/>
                    <a:pt x="5938" y="2836"/>
                    <a:pt x="5671" y="2168"/>
                  </a:cubicBezTo>
                  <a:cubicBezTo>
                    <a:pt x="5505" y="1801"/>
                    <a:pt x="5171" y="1568"/>
                    <a:pt x="4771" y="1468"/>
                  </a:cubicBezTo>
                  <a:cubicBezTo>
                    <a:pt x="4504" y="1368"/>
                    <a:pt x="4204" y="1334"/>
                    <a:pt x="3903" y="1301"/>
                  </a:cubicBezTo>
                  <a:cubicBezTo>
                    <a:pt x="3870" y="1301"/>
                    <a:pt x="3837" y="1301"/>
                    <a:pt x="3837" y="1201"/>
                  </a:cubicBezTo>
                  <a:lnTo>
                    <a:pt x="3837" y="667"/>
                  </a:lnTo>
                  <a:lnTo>
                    <a:pt x="3837" y="0"/>
                  </a:lnTo>
                  <a:lnTo>
                    <a:pt x="3036" y="0"/>
                  </a:lnTo>
                  <a:lnTo>
                    <a:pt x="3036" y="1301"/>
                  </a:lnTo>
                  <a:lnTo>
                    <a:pt x="2402" y="1301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7"/>
            <p:cNvSpPr/>
            <p:nvPr/>
          </p:nvSpPr>
          <p:spPr>
            <a:xfrm>
              <a:off x="-1933700" y="3732275"/>
              <a:ext cx="617950" cy="619650"/>
            </a:xfrm>
            <a:custGeom>
              <a:avLst/>
              <a:gdLst/>
              <a:ahLst/>
              <a:cxnLst/>
              <a:rect l="l" t="t" r="r" b="b"/>
              <a:pathLst>
                <a:path w="24718" h="24786" extrusionOk="0">
                  <a:moveTo>
                    <a:pt x="12009" y="1168"/>
                  </a:moveTo>
                  <a:lnTo>
                    <a:pt x="12009" y="4704"/>
                  </a:lnTo>
                  <a:cubicBezTo>
                    <a:pt x="11075" y="4704"/>
                    <a:pt x="10174" y="4704"/>
                    <a:pt x="9340" y="4804"/>
                  </a:cubicBezTo>
                  <a:cubicBezTo>
                    <a:pt x="10307" y="3136"/>
                    <a:pt x="11375" y="1869"/>
                    <a:pt x="12009" y="1168"/>
                  </a:cubicBezTo>
                  <a:close/>
                  <a:moveTo>
                    <a:pt x="12709" y="968"/>
                  </a:moveTo>
                  <a:cubicBezTo>
                    <a:pt x="13343" y="1602"/>
                    <a:pt x="14577" y="3003"/>
                    <a:pt x="15711" y="4971"/>
                  </a:cubicBezTo>
                  <a:cubicBezTo>
                    <a:pt x="14677" y="4838"/>
                    <a:pt x="13677" y="4771"/>
                    <a:pt x="12709" y="4704"/>
                  </a:cubicBezTo>
                  <a:lnTo>
                    <a:pt x="12709" y="968"/>
                  </a:lnTo>
                  <a:close/>
                  <a:moveTo>
                    <a:pt x="11241" y="968"/>
                  </a:moveTo>
                  <a:lnTo>
                    <a:pt x="11241" y="968"/>
                  </a:lnTo>
                  <a:cubicBezTo>
                    <a:pt x="10508" y="1769"/>
                    <a:pt x="9407" y="3103"/>
                    <a:pt x="8506" y="4838"/>
                  </a:cubicBezTo>
                  <a:cubicBezTo>
                    <a:pt x="7205" y="4971"/>
                    <a:pt x="6038" y="5171"/>
                    <a:pt x="5004" y="5371"/>
                  </a:cubicBezTo>
                  <a:cubicBezTo>
                    <a:pt x="6505" y="3270"/>
                    <a:pt x="8673" y="1669"/>
                    <a:pt x="11241" y="968"/>
                  </a:cubicBezTo>
                  <a:close/>
                  <a:moveTo>
                    <a:pt x="13710" y="968"/>
                  </a:moveTo>
                  <a:lnTo>
                    <a:pt x="13710" y="968"/>
                  </a:lnTo>
                  <a:cubicBezTo>
                    <a:pt x="16412" y="1769"/>
                    <a:pt x="18713" y="3503"/>
                    <a:pt x="20215" y="5805"/>
                  </a:cubicBezTo>
                  <a:cubicBezTo>
                    <a:pt x="18914" y="5471"/>
                    <a:pt x="17713" y="5204"/>
                    <a:pt x="16579" y="5104"/>
                  </a:cubicBezTo>
                  <a:cubicBezTo>
                    <a:pt x="15611" y="3203"/>
                    <a:pt x="14444" y="1802"/>
                    <a:pt x="13710" y="968"/>
                  </a:cubicBezTo>
                  <a:close/>
                  <a:moveTo>
                    <a:pt x="8506" y="1335"/>
                  </a:moveTo>
                  <a:lnTo>
                    <a:pt x="8506" y="1335"/>
                  </a:lnTo>
                  <a:cubicBezTo>
                    <a:pt x="6672" y="2369"/>
                    <a:pt x="5104" y="3837"/>
                    <a:pt x="4003" y="5638"/>
                  </a:cubicBezTo>
                  <a:cubicBezTo>
                    <a:pt x="3436" y="5772"/>
                    <a:pt x="3002" y="5938"/>
                    <a:pt x="2535" y="6038"/>
                  </a:cubicBezTo>
                  <a:cubicBezTo>
                    <a:pt x="3936" y="3870"/>
                    <a:pt x="6038" y="2202"/>
                    <a:pt x="8506" y="1335"/>
                  </a:cubicBezTo>
                  <a:close/>
                  <a:moveTo>
                    <a:pt x="16845" y="1569"/>
                  </a:moveTo>
                  <a:lnTo>
                    <a:pt x="16845" y="1569"/>
                  </a:lnTo>
                  <a:cubicBezTo>
                    <a:pt x="19180" y="2536"/>
                    <a:pt x="21082" y="4204"/>
                    <a:pt x="22349" y="6339"/>
                  </a:cubicBezTo>
                  <a:cubicBezTo>
                    <a:pt x="21916" y="6205"/>
                    <a:pt x="21549" y="6072"/>
                    <a:pt x="21115" y="6005"/>
                  </a:cubicBezTo>
                  <a:cubicBezTo>
                    <a:pt x="20081" y="4170"/>
                    <a:pt x="18580" y="2669"/>
                    <a:pt x="16845" y="1569"/>
                  </a:cubicBezTo>
                  <a:close/>
                  <a:moveTo>
                    <a:pt x="3503" y="6472"/>
                  </a:moveTo>
                  <a:cubicBezTo>
                    <a:pt x="2669" y="8107"/>
                    <a:pt x="2168" y="9941"/>
                    <a:pt x="2068" y="11876"/>
                  </a:cubicBezTo>
                  <a:lnTo>
                    <a:pt x="701" y="11876"/>
                  </a:lnTo>
                  <a:cubicBezTo>
                    <a:pt x="767" y="10108"/>
                    <a:pt x="1234" y="8440"/>
                    <a:pt x="2002" y="6972"/>
                  </a:cubicBezTo>
                  <a:cubicBezTo>
                    <a:pt x="2402" y="6806"/>
                    <a:pt x="2902" y="6639"/>
                    <a:pt x="3503" y="6472"/>
                  </a:cubicBezTo>
                  <a:close/>
                  <a:moveTo>
                    <a:pt x="8106" y="5538"/>
                  </a:moveTo>
                  <a:cubicBezTo>
                    <a:pt x="7272" y="7273"/>
                    <a:pt x="6672" y="9307"/>
                    <a:pt x="6538" y="11642"/>
                  </a:cubicBezTo>
                  <a:lnTo>
                    <a:pt x="6538" y="11876"/>
                  </a:lnTo>
                  <a:lnTo>
                    <a:pt x="2769" y="11876"/>
                  </a:lnTo>
                  <a:cubicBezTo>
                    <a:pt x="2869" y="9808"/>
                    <a:pt x="3469" y="7873"/>
                    <a:pt x="4437" y="6205"/>
                  </a:cubicBezTo>
                  <a:cubicBezTo>
                    <a:pt x="5137" y="6038"/>
                    <a:pt x="5871" y="5872"/>
                    <a:pt x="6672" y="5772"/>
                  </a:cubicBezTo>
                  <a:cubicBezTo>
                    <a:pt x="7139" y="5671"/>
                    <a:pt x="7639" y="5638"/>
                    <a:pt x="8106" y="5538"/>
                  </a:cubicBezTo>
                  <a:close/>
                  <a:moveTo>
                    <a:pt x="12009" y="5371"/>
                  </a:moveTo>
                  <a:lnTo>
                    <a:pt x="12009" y="11876"/>
                  </a:lnTo>
                  <a:lnTo>
                    <a:pt x="7205" y="11876"/>
                  </a:lnTo>
                  <a:lnTo>
                    <a:pt x="7205" y="11676"/>
                  </a:lnTo>
                  <a:cubicBezTo>
                    <a:pt x="7339" y="9307"/>
                    <a:pt x="8039" y="7206"/>
                    <a:pt x="8906" y="5471"/>
                  </a:cubicBezTo>
                  <a:cubicBezTo>
                    <a:pt x="9874" y="5438"/>
                    <a:pt x="10908" y="5371"/>
                    <a:pt x="12009" y="5371"/>
                  </a:cubicBezTo>
                  <a:close/>
                  <a:moveTo>
                    <a:pt x="12709" y="5438"/>
                  </a:moveTo>
                  <a:cubicBezTo>
                    <a:pt x="13743" y="5471"/>
                    <a:pt x="14877" y="5538"/>
                    <a:pt x="16078" y="5705"/>
                  </a:cubicBezTo>
                  <a:cubicBezTo>
                    <a:pt x="16912" y="7373"/>
                    <a:pt x="17579" y="9407"/>
                    <a:pt x="17713" y="11676"/>
                  </a:cubicBezTo>
                  <a:lnTo>
                    <a:pt x="17713" y="11876"/>
                  </a:lnTo>
                  <a:lnTo>
                    <a:pt x="12709" y="11876"/>
                  </a:lnTo>
                  <a:lnTo>
                    <a:pt x="12709" y="5438"/>
                  </a:lnTo>
                  <a:close/>
                  <a:moveTo>
                    <a:pt x="16912" y="5838"/>
                  </a:moveTo>
                  <a:lnTo>
                    <a:pt x="16912" y="5838"/>
                  </a:lnTo>
                  <a:cubicBezTo>
                    <a:pt x="18113" y="6005"/>
                    <a:pt x="19381" y="6305"/>
                    <a:pt x="20682" y="6639"/>
                  </a:cubicBezTo>
                  <a:cubicBezTo>
                    <a:pt x="21549" y="8173"/>
                    <a:pt x="22049" y="9975"/>
                    <a:pt x="22116" y="11876"/>
                  </a:cubicBezTo>
                  <a:lnTo>
                    <a:pt x="18380" y="11876"/>
                  </a:lnTo>
                  <a:lnTo>
                    <a:pt x="18380" y="11642"/>
                  </a:lnTo>
                  <a:cubicBezTo>
                    <a:pt x="18280" y="9407"/>
                    <a:pt x="17679" y="7473"/>
                    <a:pt x="16912" y="5838"/>
                  </a:cubicBezTo>
                  <a:close/>
                  <a:moveTo>
                    <a:pt x="21616" y="6839"/>
                  </a:moveTo>
                  <a:lnTo>
                    <a:pt x="21616" y="6839"/>
                  </a:lnTo>
                  <a:cubicBezTo>
                    <a:pt x="22049" y="6972"/>
                    <a:pt x="22416" y="7106"/>
                    <a:pt x="22850" y="7206"/>
                  </a:cubicBezTo>
                  <a:cubicBezTo>
                    <a:pt x="23550" y="8640"/>
                    <a:pt x="23951" y="10208"/>
                    <a:pt x="24017" y="11876"/>
                  </a:cubicBezTo>
                  <a:lnTo>
                    <a:pt x="22850" y="11876"/>
                  </a:lnTo>
                  <a:cubicBezTo>
                    <a:pt x="22783" y="10108"/>
                    <a:pt x="22349" y="8373"/>
                    <a:pt x="21616" y="6839"/>
                  </a:cubicBezTo>
                  <a:close/>
                  <a:moveTo>
                    <a:pt x="2068" y="12610"/>
                  </a:moveTo>
                  <a:cubicBezTo>
                    <a:pt x="2135" y="14711"/>
                    <a:pt x="2702" y="16779"/>
                    <a:pt x="3669" y="18514"/>
                  </a:cubicBezTo>
                  <a:cubicBezTo>
                    <a:pt x="3202" y="18381"/>
                    <a:pt x="2702" y="18247"/>
                    <a:pt x="2202" y="18114"/>
                  </a:cubicBezTo>
                  <a:cubicBezTo>
                    <a:pt x="1301" y="16479"/>
                    <a:pt x="701" y="14611"/>
                    <a:pt x="667" y="12610"/>
                  </a:cubicBezTo>
                  <a:close/>
                  <a:moveTo>
                    <a:pt x="24017" y="12610"/>
                  </a:moveTo>
                  <a:cubicBezTo>
                    <a:pt x="23951" y="14711"/>
                    <a:pt x="23350" y="16713"/>
                    <a:pt x="22283" y="18447"/>
                  </a:cubicBezTo>
                  <a:cubicBezTo>
                    <a:pt x="21916" y="18547"/>
                    <a:pt x="21515" y="18681"/>
                    <a:pt x="21082" y="18814"/>
                  </a:cubicBezTo>
                  <a:cubicBezTo>
                    <a:pt x="22183" y="16980"/>
                    <a:pt x="22783" y="14845"/>
                    <a:pt x="22850" y="12610"/>
                  </a:cubicBezTo>
                  <a:close/>
                  <a:moveTo>
                    <a:pt x="6538" y="12610"/>
                  </a:moveTo>
                  <a:cubicBezTo>
                    <a:pt x="6571" y="14945"/>
                    <a:pt x="7205" y="17213"/>
                    <a:pt x="8406" y="19481"/>
                  </a:cubicBezTo>
                  <a:cubicBezTo>
                    <a:pt x="7239" y="19315"/>
                    <a:pt x="6004" y="19048"/>
                    <a:pt x="4670" y="18781"/>
                  </a:cubicBezTo>
                  <a:cubicBezTo>
                    <a:pt x="3503" y="16980"/>
                    <a:pt x="2835" y="14845"/>
                    <a:pt x="2769" y="12610"/>
                  </a:cubicBezTo>
                  <a:close/>
                  <a:moveTo>
                    <a:pt x="22149" y="12610"/>
                  </a:moveTo>
                  <a:cubicBezTo>
                    <a:pt x="22083" y="14978"/>
                    <a:pt x="21349" y="17213"/>
                    <a:pt x="20081" y="19048"/>
                  </a:cubicBezTo>
                  <a:cubicBezTo>
                    <a:pt x="19447" y="19214"/>
                    <a:pt x="18780" y="19348"/>
                    <a:pt x="18046" y="19481"/>
                  </a:cubicBezTo>
                  <a:cubicBezTo>
                    <a:pt x="17546" y="19548"/>
                    <a:pt x="17012" y="19648"/>
                    <a:pt x="16412" y="19681"/>
                  </a:cubicBezTo>
                  <a:cubicBezTo>
                    <a:pt x="17679" y="17346"/>
                    <a:pt x="18347" y="15011"/>
                    <a:pt x="18380" y="12610"/>
                  </a:cubicBezTo>
                  <a:close/>
                  <a:moveTo>
                    <a:pt x="12009" y="12610"/>
                  </a:moveTo>
                  <a:lnTo>
                    <a:pt x="12009" y="19815"/>
                  </a:lnTo>
                  <a:cubicBezTo>
                    <a:pt x="11108" y="19782"/>
                    <a:pt x="10207" y="19715"/>
                    <a:pt x="9240" y="19615"/>
                  </a:cubicBezTo>
                  <a:cubicBezTo>
                    <a:pt x="7939" y="17313"/>
                    <a:pt x="7272" y="14978"/>
                    <a:pt x="7239" y="12610"/>
                  </a:cubicBezTo>
                  <a:close/>
                  <a:moveTo>
                    <a:pt x="17713" y="12543"/>
                  </a:moveTo>
                  <a:cubicBezTo>
                    <a:pt x="17679" y="14978"/>
                    <a:pt x="16946" y="17346"/>
                    <a:pt x="15611" y="19715"/>
                  </a:cubicBezTo>
                  <a:cubicBezTo>
                    <a:pt x="14936" y="19790"/>
                    <a:pt x="14223" y="19827"/>
                    <a:pt x="13472" y="19827"/>
                  </a:cubicBezTo>
                  <a:cubicBezTo>
                    <a:pt x="13222" y="19827"/>
                    <a:pt x="12968" y="19823"/>
                    <a:pt x="12709" y="19815"/>
                  </a:cubicBezTo>
                  <a:lnTo>
                    <a:pt x="12709" y="12543"/>
                  </a:lnTo>
                  <a:close/>
                  <a:moveTo>
                    <a:pt x="21616" y="19315"/>
                  </a:moveTo>
                  <a:cubicBezTo>
                    <a:pt x="20415" y="20982"/>
                    <a:pt x="18780" y="22283"/>
                    <a:pt x="16845" y="23117"/>
                  </a:cubicBezTo>
                  <a:cubicBezTo>
                    <a:pt x="18280" y="22217"/>
                    <a:pt x="19547" y="21049"/>
                    <a:pt x="20515" y="19648"/>
                  </a:cubicBezTo>
                  <a:cubicBezTo>
                    <a:pt x="20915" y="19548"/>
                    <a:pt x="21282" y="19448"/>
                    <a:pt x="21616" y="19315"/>
                  </a:cubicBezTo>
                  <a:close/>
                  <a:moveTo>
                    <a:pt x="2769" y="19014"/>
                  </a:moveTo>
                  <a:cubicBezTo>
                    <a:pt x="3236" y="19148"/>
                    <a:pt x="3736" y="19281"/>
                    <a:pt x="4203" y="19381"/>
                  </a:cubicBezTo>
                  <a:cubicBezTo>
                    <a:pt x="5271" y="21016"/>
                    <a:pt x="6738" y="22383"/>
                    <a:pt x="8506" y="23351"/>
                  </a:cubicBezTo>
                  <a:cubicBezTo>
                    <a:pt x="6171" y="22517"/>
                    <a:pt x="4203" y="20982"/>
                    <a:pt x="2769" y="19014"/>
                  </a:cubicBezTo>
                  <a:close/>
                  <a:moveTo>
                    <a:pt x="9674" y="20349"/>
                  </a:moveTo>
                  <a:cubicBezTo>
                    <a:pt x="10508" y="20449"/>
                    <a:pt x="11241" y="20482"/>
                    <a:pt x="12009" y="20515"/>
                  </a:cubicBezTo>
                  <a:lnTo>
                    <a:pt x="12009" y="23451"/>
                  </a:lnTo>
                  <a:cubicBezTo>
                    <a:pt x="11075" y="22383"/>
                    <a:pt x="10341" y="21383"/>
                    <a:pt x="9674" y="20349"/>
                  </a:cubicBezTo>
                  <a:close/>
                  <a:moveTo>
                    <a:pt x="15178" y="20482"/>
                  </a:moveTo>
                  <a:cubicBezTo>
                    <a:pt x="14510" y="21549"/>
                    <a:pt x="13677" y="22650"/>
                    <a:pt x="12709" y="23684"/>
                  </a:cubicBezTo>
                  <a:lnTo>
                    <a:pt x="12709" y="20515"/>
                  </a:lnTo>
                  <a:lnTo>
                    <a:pt x="13210" y="20515"/>
                  </a:lnTo>
                  <a:cubicBezTo>
                    <a:pt x="13877" y="20515"/>
                    <a:pt x="14544" y="20482"/>
                    <a:pt x="15178" y="20482"/>
                  </a:cubicBezTo>
                  <a:close/>
                  <a:moveTo>
                    <a:pt x="5204" y="19648"/>
                  </a:moveTo>
                  <a:lnTo>
                    <a:pt x="5204" y="19648"/>
                  </a:lnTo>
                  <a:cubicBezTo>
                    <a:pt x="6505" y="19882"/>
                    <a:pt x="7672" y="20115"/>
                    <a:pt x="8773" y="20215"/>
                  </a:cubicBezTo>
                  <a:cubicBezTo>
                    <a:pt x="9507" y="21449"/>
                    <a:pt x="10341" y="22617"/>
                    <a:pt x="11342" y="23784"/>
                  </a:cubicBezTo>
                  <a:cubicBezTo>
                    <a:pt x="8840" y="23117"/>
                    <a:pt x="6738" y="21616"/>
                    <a:pt x="5204" y="19648"/>
                  </a:cubicBezTo>
                  <a:close/>
                  <a:moveTo>
                    <a:pt x="19514" y="19882"/>
                  </a:moveTo>
                  <a:lnTo>
                    <a:pt x="19514" y="19882"/>
                  </a:lnTo>
                  <a:cubicBezTo>
                    <a:pt x="18013" y="21716"/>
                    <a:pt x="15978" y="23117"/>
                    <a:pt x="13576" y="23784"/>
                  </a:cubicBezTo>
                  <a:cubicBezTo>
                    <a:pt x="14544" y="22650"/>
                    <a:pt x="15344" y="21516"/>
                    <a:pt x="16045" y="20382"/>
                  </a:cubicBezTo>
                  <a:cubicBezTo>
                    <a:pt x="17346" y="20282"/>
                    <a:pt x="18480" y="20115"/>
                    <a:pt x="19514" y="19882"/>
                  </a:cubicBezTo>
                  <a:close/>
                  <a:moveTo>
                    <a:pt x="12376" y="1"/>
                  </a:moveTo>
                  <a:cubicBezTo>
                    <a:pt x="5537" y="1"/>
                    <a:pt x="0" y="5538"/>
                    <a:pt x="0" y="12376"/>
                  </a:cubicBezTo>
                  <a:cubicBezTo>
                    <a:pt x="0" y="19214"/>
                    <a:pt x="5537" y="24785"/>
                    <a:pt x="12376" y="24785"/>
                  </a:cubicBezTo>
                  <a:lnTo>
                    <a:pt x="12642" y="24785"/>
                  </a:lnTo>
                  <a:cubicBezTo>
                    <a:pt x="19347" y="24552"/>
                    <a:pt x="24718" y="19048"/>
                    <a:pt x="24718" y="12343"/>
                  </a:cubicBezTo>
                  <a:cubicBezTo>
                    <a:pt x="24718" y="5638"/>
                    <a:pt x="19347" y="134"/>
                    <a:pt x="12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7"/>
            <p:cNvSpPr/>
            <p:nvPr/>
          </p:nvSpPr>
          <p:spPr>
            <a:xfrm>
              <a:off x="-4410475" y="4376900"/>
              <a:ext cx="752225" cy="721375"/>
            </a:xfrm>
            <a:custGeom>
              <a:avLst/>
              <a:gdLst/>
              <a:ahLst/>
              <a:cxnLst/>
              <a:rect l="l" t="t" r="r" b="b"/>
              <a:pathLst>
                <a:path w="30089" h="28855" extrusionOk="0">
                  <a:moveTo>
                    <a:pt x="3336" y="1"/>
                  </a:moveTo>
                  <a:cubicBezTo>
                    <a:pt x="1501" y="1"/>
                    <a:pt x="0" y="1502"/>
                    <a:pt x="0" y="3337"/>
                  </a:cubicBezTo>
                  <a:lnTo>
                    <a:pt x="0" y="25519"/>
                  </a:lnTo>
                  <a:cubicBezTo>
                    <a:pt x="0" y="27354"/>
                    <a:pt x="1501" y="28855"/>
                    <a:pt x="3336" y="28855"/>
                  </a:cubicBezTo>
                  <a:lnTo>
                    <a:pt x="26753" y="28855"/>
                  </a:lnTo>
                  <a:cubicBezTo>
                    <a:pt x="28587" y="28855"/>
                    <a:pt x="30089" y="27354"/>
                    <a:pt x="30089" y="25519"/>
                  </a:cubicBezTo>
                  <a:lnTo>
                    <a:pt x="30089" y="3337"/>
                  </a:lnTo>
                  <a:cubicBezTo>
                    <a:pt x="30089" y="1502"/>
                    <a:pt x="28587" y="1"/>
                    <a:pt x="267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7"/>
            <p:cNvSpPr/>
            <p:nvPr/>
          </p:nvSpPr>
          <p:spPr>
            <a:xfrm>
              <a:off x="-4368775" y="4337725"/>
              <a:ext cx="752225" cy="721375"/>
            </a:xfrm>
            <a:custGeom>
              <a:avLst/>
              <a:gdLst/>
              <a:ahLst/>
              <a:cxnLst/>
              <a:rect l="l" t="t" r="r" b="b"/>
              <a:pathLst>
                <a:path w="30089" h="28855" extrusionOk="0">
                  <a:moveTo>
                    <a:pt x="3336" y="0"/>
                  </a:moveTo>
                  <a:cubicBezTo>
                    <a:pt x="1501" y="0"/>
                    <a:pt x="0" y="1501"/>
                    <a:pt x="0" y="3336"/>
                  </a:cubicBezTo>
                  <a:lnTo>
                    <a:pt x="0" y="25518"/>
                  </a:lnTo>
                  <a:cubicBezTo>
                    <a:pt x="0" y="27353"/>
                    <a:pt x="1501" y="28854"/>
                    <a:pt x="3336" y="28854"/>
                  </a:cubicBezTo>
                  <a:lnTo>
                    <a:pt x="26753" y="28854"/>
                  </a:lnTo>
                  <a:cubicBezTo>
                    <a:pt x="28587" y="28854"/>
                    <a:pt x="30088" y="27353"/>
                    <a:pt x="30088" y="25518"/>
                  </a:cubicBezTo>
                  <a:lnTo>
                    <a:pt x="30088" y="3336"/>
                  </a:lnTo>
                  <a:cubicBezTo>
                    <a:pt x="30088" y="1501"/>
                    <a:pt x="28587" y="0"/>
                    <a:pt x="26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7"/>
            <p:cNvSpPr/>
            <p:nvPr/>
          </p:nvSpPr>
          <p:spPr>
            <a:xfrm>
              <a:off x="-4308750" y="4382750"/>
              <a:ext cx="632150" cy="632150"/>
            </a:xfrm>
            <a:custGeom>
              <a:avLst/>
              <a:gdLst/>
              <a:ahLst/>
              <a:cxnLst/>
              <a:rect l="l" t="t" r="r" b="b"/>
              <a:pathLst>
                <a:path w="25286" h="25286" extrusionOk="0">
                  <a:moveTo>
                    <a:pt x="12643" y="3703"/>
                  </a:moveTo>
                  <a:cubicBezTo>
                    <a:pt x="17547" y="3703"/>
                    <a:pt x="21550" y="7706"/>
                    <a:pt x="21550" y="12643"/>
                  </a:cubicBezTo>
                  <a:cubicBezTo>
                    <a:pt x="21550" y="17546"/>
                    <a:pt x="17547" y="21549"/>
                    <a:pt x="12643" y="21549"/>
                  </a:cubicBezTo>
                  <a:cubicBezTo>
                    <a:pt x="7706" y="21549"/>
                    <a:pt x="3704" y="17546"/>
                    <a:pt x="3704" y="12643"/>
                  </a:cubicBezTo>
                  <a:cubicBezTo>
                    <a:pt x="3704" y="7706"/>
                    <a:pt x="7706" y="3703"/>
                    <a:pt x="12643" y="3703"/>
                  </a:cubicBezTo>
                  <a:close/>
                  <a:moveTo>
                    <a:pt x="12643" y="0"/>
                  </a:moveTo>
                  <a:cubicBezTo>
                    <a:pt x="5672" y="0"/>
                    <a:pt x="1" y="5671"/>
                    <a:pt x="1" y="12643"/>
                  </a:cubicBezTo>
                  <a:cubicBezTo>
                    <a:pt x="1" y="19614"/>
                    <a:pt x="5672" y="25285"/>
                    <a:pt x="12643" y="25285"/>
                  </a:cubicBezTo>
                  <a:cubicBezTo>
                    <a:pt x="19615" y="25285"/>
                    <a:pt x="25286" y="19614"/>
                    <a:pt x="25286" y="12643"/>
                  </a:cubicBezTo>
                  <a:cubicBezTo>
                    <a:pt x="25286" y="5671"/>
                    <a:pt x="19615" y="0"/>
                    <a:pt x="12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7"/>
            <p:cNvSpPr/>
            <p:nvPr/>
          </p:nvSpPr>
          <p:spPr>
            <a:xfrm>
              <a:off x="-3778350" y="4637100"/>
              <a:ext cx="25" cy="2525"/>
            </a:xfrm>
            <a:custGeom>
              <a:avLst/>
              <a:gdLst/>
              <a:ahLst/>
              <a:cxnLst/>
              <a:rect l="l" t="t" r="r" b="b"/>
              <a:pathLst>
                <a:path w="1" h="101" fill="none" extrusionOk="0">
                  <a:moveTo>
                    <a:pt x="0" y="10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7"/>
            <p:cNvSpPr/>
            <p:nvPr/>
          </p:nvSpPr>
          <p:spPr>
            <a:xfrm>
              <a:off x="-3782525" y="4627100"/>
              <a:ext cx="1675" cy="1675"/>
            </a:xfrm>
            <a:custGeom>
              <a:avLst/>
              <a:gdLst/>
              <a:ahLst/>
              <a:cxnLst/>
              <a:rect l="l" t="t" r="r" b="b"/>
              <a:pathLst>
                <a:path w="67" h="67" fill="none" extrusionOk="0">
                  <a:moveTo>
                    <a:pt x="67" y="67"/>
                  </a:moveTo>
                  <a:cubicBezTo>
                    <a:pt x="67" y="33"/>
                    <a:pt x="67" y="33"/>
                    <a:pt x="0" y="0"/>
                  </a:cubicBezTo>
                  <a:cubicBezTo>
                    <a:pt x="67" y="33"/>
                    <a:pt x="67" y="67"/>
                    <a:pt x="67" y="67"/>
                  </a:cubicBez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7"/>
            <p:cNvSpPr/>
            <p:nvPr/>
          </p:nvSpPr>
          <p:spPr>
            <a:xfrm>
              <a:off x="-4092750" y="4603750"/>
              <a:ext cx="416975" cy="411150"/>
            </a:xfrm>
            <a:custGeom>
              <a:avLst/>
              <a:gdLst/>
              <a:ahLst/>
              <a:cxnLst/>
              <a:rect l="l" t="t" r="r" b="b"/>
              <a:pathLst>
                <a:path w="16679" h="16446" extrusionOk="0">
                  <a:moveTo>
                    <a:pt x="16045" y="0"/>
                  </a:moveTo>
                  <a:lnTo>
                    <a:pt x="16045" y="0"/>
                  </a:lnTo>
                  <a:cubicBezTo>
                    <a:pt x="16155" y="359"/>
                    <a:pt x="16253" y="725"/>
                    <a:pt x="16337" y="1096"/>
                  </a:cubicBezTo>
                  <a:lnTo>
                    <a:pt x="16337" y="1096"/>
                  </a:lnTo>
                  <a:cubicBezTo>
                    <a:pt x="16263" y="731"/>
                    <a:pt x="16174" y="369"/>
                    <a:pt x="16045" y="0"/>
                  </a:cubicBezTo>
                  <a:close/>
                  <a:moveTo>
                    <a:pt x="16337" y="1096"/>
                  </a:moveTo>
                  <a:lnTo>
                    <a:pt x="16337" y="1096"/>
                  </a:lnTo>
                  <a:cubicBezTo>
                    <a:pt x="16416" y="1489"/>
                    <a:pt x="16476" y="1886"/>
                    <a:pt x="16546" y="2302"/>
                  </a:cubicBezTo>
                  <a:lnTo>
                    <a:pt x="12976" y="3536"/>
                  </a:lnTo>
                  <a:lnTo>
                    <a:pt x="12976" y="3803"/>
                  </a:lnTo>
                  <a:cubicBezTo>
                    <a:pt x="12976" y="8706"/>
                    <a:pt x="8974" y="12709"/>
                    <a:pt x="4037" y="12709"/>
                  </a:cubicBezTo>
                  <a:cubicBezTo>
                    <a:pt x="2802" y="12709"/>
                    <a:pt x="1568" y="12476"/>
                    <a:pt x="467" y="11975"/>
                  </a:cubicBezTo>
                  <a:lnTo>
                    <a:pt x="0" y="15778"/>
                  </a:lnTo>
                  <a:cubicBezTo>
                    <a:pt x="1235" y="16178"/>
                    <a:pt x="2636" y="16445"/>
                    <a:pt x="4037" y="16445"/>
                  </a:cubicBezTo>
                  <a:cubicBezTo>
                    <a:pt x="11008" y="16445"/>
                    <a:pt x="16679" y="10774"/>
                    <a:pt x="16679" y="3803"/>
                  </a:cubicBezTo>
                  <a:cubicBezTo>
                    <a:pt x="16656" y="2868"/>
                    <a:pt x="16534" y="1965"/>
                    <a:pt x="16337" y="1096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7"/>
            <p:cNvSpPr/>
            <p:nvPr/>
          </p:nvSpPr>
          <p:spPr>
            <a:xfrm>
              <a:off x="-3785025" y="4616250"/>
              <a:ext cx="850" cy="3350"/>
            </a:xfrm>
            <a:custGeom>
              <a:avLst/>
              <a:gdLst/>
              <a:ahLst/>
              <a:cxnLst/>
              <a:rect l="l" t="t" r="r" b="b"/>
              <a:pathLst>
                <a:path w="34" h="134" fill="none" extrusionOk="0">
                  <a:moveTo>
                    <a:pt x="34" y="134"/>
                  </a:moveTo>
                  <a:cubicBezTo>
                    <a:pt x="34" y="100"/>
                    <a:pt x="0" y="34"/>
                    <a:pt x="0" y="0"/>
                  </a:cubicBezTo>
                  <a:cubicBezTo>
                    <a:pt x="0" y="34"/>
                    <a:pt x="34" y="100"/>
                    <a:pt x="34" y="134"/>
                  </a:cubicBez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7"/>
            <p:cNvSpPr/>
            <p:nvPr/>
          </p:nvSpPr>
          <p:spPr>
            <a:xfrm>
              <a:off x="-3771700" y="467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7"/>
            <p:cNvSpPr/>
            <p:nvPr/>
          </p:nvSpPr>
          <p:spPr>
            <a:xfrm>
              <a:off x="-3775025" y="46487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fill="none" extrusionOk="0">
                  <a:moveTo>
                    <a:pt x="1" y="3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7"/>
            <p:cNvSpPr/>
            <p:nvPr/>
          </p:nvSpPr>
          <p:spPr>
            <a:xfrm>
              <a:off x="-3772525" y="4658775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fill="none" extrusionOk="0">
                  <a:moveTo>
                    <a:pt x="1" y="67"/>
                  </a:moveTo>
                  <a:cubicBezTo>
                    <a:pt x="1" y="67"/>
                    <a:pt x="1" y="1"/>
                    <a:pt x="1" y="67"/>
                  </a:cubicBezTo>
                  <a:cubicBezTo>
                    <a:pt x="1" y="1"/>
                    <a:pt x="1" y="67"/>
                    <a:pt x="1" y="67"/>
                  </a:cubicBez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7"/>
            <p:cNvSpPr/>
            <p:nvPr/>
          </p:nvSpPr>
          <p:spPr>
            <a:xfrm>
              <a:off x="-3976825" y="4383575"/>
              <a:ext cx="297725" cy="310250"/>
            </a:xfrm>
            <a:custGeom>
              <a:avLst/>
              <a:gdLst/>
              <a:ahLst/>
              <a:cxnLst/>
              <a:rect l="l" t="t" r="r" b="b"/>
              <a:pathLst>
                <a:path w="11909" h="12410" extrusionOk="0">
                  <a:moveTo>
                    <a:pt x="0" y="1"/>
                  </a:moveTo>
                  <a:lnTo>
                    <a:pt x="0" y="3737"/>
                  </a:lnTo>
                  <a:cubicBezTo>
                    <a:pt x="4537" y="4070"/>
                    <a:pt x="8173" y="7773"/>
                    <a:pt x="8273" y="12410"/>
                  </a:cubicBezTo>
                  <a:lnTo>
                    <a:pt x="11909" y="11142"/>
                  </a:lnTo>
                  <a:cubicBezTo>
                    <a:pt x="11175" y="5071"/>
                    <a:pt x="6171" y="301"/>
                    <a:pt x="0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7"/>
            <p:cNvSpPr/>
            <p:nvPr/>
          </p:nvSpPr>
          <p:spPr>
            <a:xfrm>
              <a:off x="-4269550" y="4383575"/>
              <a:ext cx="292750" cy="235200"/>
            </a:xfrm>
            <a:custGeom>
              <a:avLst/>
              <a:gdLst/>
              <a:ahLst/>
              <a:cxnLst/>
              <a:rect l="l" t="t" r="r" b="b"/>
              <a:pathLst>
                <a:path w="11710" h="9408" extrusionOk="0">
                  <a:moveTo>
                    <a:pt x="11075" y="1"/>
                  </a:moveTo>
                  <a:cubicBezTo>
                    <a:pt x="6272" y="1"/>
                    <a:pt x="2102" y="2669"/>
                    <a:pt x="1" y="6605"/>
                  </a:cubicBezTo>
                  <a:lnTo>
                    <a:pt x="2736" y="9407"/>
                  </a:lnTo>
                  <a:cubicBezTo>
                    <a:pt x="4037" y="6072"/>
                    <a:pt x="7273" y="3737"/>
                    <a:pt x="11075" y="3737"/>
                  </a:cubicBezTo>
                  <a:cubicBezTo>
                    <a:pt x="11275" y="3737"/>
                    <a:pt x="11509" y="3737"/>
                    <a:pt x="11709" y="3770"/>
                  </a:cubicBezTo>
                  <a:lnTo>
                    <a:pt x="11709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7"/>
            <p:cNvSpPr/>
            <p:nvPr/>
          </p:nvSpPr>
          <p:spPr>
            <a:xfrm>
              <a:off x="-4813275" y="4215950"/>
              <a:ext cx="676350" cy="502900"/>
            </a:xfrm>
            <a:custGeom>
              <a:avLst/>
              <a:gdLst/>
              <a:ahLst/>
              <a:cxnLst/>
              <a:rect l="l" t="t" r="r" b="b"/>
              <a:pathLst>
                <a:path w="27054" h="20116" extrusionOk="0">
                  <a:moveTo>
                    <a:pt x="4104" y="1"/>
                  </a:moveTo>
                  <a:cubicBezTo>
                    <a:pt x="1835" y="1"/>
                    <a:pt x="1" y="1836"/>
                    <a:pt x="1" y="4104"/>
                  </a:cubicBezTo>
                  <a:lnTo>
                    <a:pt x="1" y="16012"/>
                  </a:lnTo>
                  <a:cubicBezTo>
                    <a:pt x="1" y="18281"/>
                    <a:pt x="1835" y="20115"/>
                    <a:pt x="4104" y="20115"/>
                  </a:cubicBezTo>
                  <a:lnTo>
                    <a:pt x="22951" y="20115"/>
                  </a:lnTo>
                  <a:cubicBezTo>
                    <a:pt x="25219" y="20115"/>
                    <a:pt x="27054" y="18281"/>
                    <a:pt x="27020" y="16012"/>
                  </a:cubicBezTo>
                  <a:lnTo>
                    <a:pt x="27020" y="4104"/>
                  </a:lnTo>
                  <a:cubicBezTo>
                    <a:pt x="27020" y="1836"/>
                    <a:pt x="25186" y="1"/>
                    <a:pt x="229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7"/>
            <p:cNvSpPr/>
            <p:nvPr/>
          </p:nvSpPr>
          <p:spPr>
            <a:xfrm>
              <a:off x="-4758225" y="4164250"/>
              <a:ext cx="675500" cy="502050"/>
            </a:xfrm>
            <a:custGeom>
              <a:avLst/>
              <a:gdLst/>
              <a:ahLst/>
              <a:cxnLst/>
              <a:rect l="l" t="t" r="r" b="b"/>
              <a:pathLst>
                <a:path w="27020" h="20082" extrusionOk="0">
                  <a:moveTo>
                    <a:pt x="4103" y="1"/>
                  </a:moveTo>
                  <a:cubicBezTo>
                    <a:pt x="1835" y="1"/>
                    <a:pt x="0" y="1835"/>
                    <a:pt x="0" y="4070"/>
                  </a:cubicBezTo>
                  <a:lnTo>
                    <a:pt x="0" y="16012"/>
                  </a:lnTo>
                  <a:cubicBezTo>
                    <a:pt x="0" y="18247"/>
                    <a:pt x="1835" y="20082"/>
                    <a:pt x="4103" y="20082"/>
                  </a:cubicBezTo>
                  <a:lnTo>
                    <a:pt x="22950" y="20082"/>
                  </a:lnTo>
                  <a:cubicBezTo>
                    <a:pt x="25185" y="20082"/>
                    <a:pt x="27020" y="18247"/>
                    <a:pt x="27020" y="16012"/>
                  </a:cubicBezTo>
                  <a:lnTo>
                    <a:pt x="27020" y="4070"/>
                  </a:lnTo>
                  <a:cubicBezTo>
                    <a:pt x="27020" y="1802"/>
                    <a:pt x="25185" y="1"/>
                    <a:pt x="229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7"/>
            <p:cNvSpPr/>
            <p:nvPr/>
          </p:nvSpPr>
          <p:spPr>
            <a:xfrm>
              <a:off x="-4558075" y="4261950"/>
              <a:ext cx="281875" cy="306175"/>
            </a:xfrm>
            <a:custGeom>
              <a:avLst/>
              <a:gdLst/>
              <a:ahLst/>
              <a:cxnLst/>
              <a:rect l="l" t="t" r="r" b="b"/>
              <a:pathLst>
                <a:path w="11275" h="12247" extrusionOk="0">
                  <a:moveTo>
                    <a:pt x="1548" y="0"/>
                  </a:moveTo>
                  <a:cubicBezTo>
                    <a:pt x="739" y="0"/>
                    <a:pt x="0" y="639"/>
                    <a:pt x="0" y="1530"/>
                  </a:cubicBezTo>
                  <a:lnTo>
                    <a:pt x="0" y="10703"/>
                  </a:lnTo>
                  <a:cubicBezTo>
                    <a:pt x="0" y="11591"/>
                    <a:pt x="752" y="12247"/>
                    <a:pt x="1552" y="12247"/>
                  </a:cubicBezTo>
                  <a:cubicBezTo>
                    <a:pt x="1804" y="12247"/>
                    <a:pt x="2062" y="12182"/>
                    <a:pt x="2302" y="12038"/>
                  </a:cubicBezTo>
                  <a:lnTo>
                    <a:pt x="10274" y="7468"/>
                  </a:lnTo>
                  <a:cubicBezTo>
                    <a:pt x="11275" y="6834"/>
                    <a:pt x="11275" y="5366"/>
                    <a:pt x="10274" y="4799"/>
                  </a:cubicBezTo>
                  <a:lnTo>
                    <a:pt x="2302" y="196"/>
                  </a:lnTo>
                  <a:cubicBezTo>
                    <a:pt x="2057" y="62"/>
                    <a:pt x="1799" y="0"/>
                    <a:pt x="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7"/>
            <p:cNvSpPr/>
            <p:nvPr/>
          </p:nvSpPr>
          <p:spPr>
            <a:xfrm>
              <a:off x="-2170550" y="2098600"/>
              <a:ext cx="970725" cy="615475"/>
            </a:xfrm>
            <a:custGeom>
              <a:avLst/>
              <a:gdLst/>
              <a:ahLst/>
              <a:cxnLst/>
              <a:rect l="l" t="t" r="r" b="b"/>
              <a:pathLst>
                <a:path w="38829" h="24619" extrusionOk="0">
                  <a:moveTo>
                    <a:pt x="3136" y="1"/>
                  </a:moveTo>
                  <a:cubicBezTo>
                    <a:pt x="1368" y="1"/>
                    <a:pt x="1" y="1435"/>
                    <a:pt x="1" y="3137"/>
                  </a:cubicBezTo>
                  <a:lnTo>
                    <a:pt x="1" y="21483"/>
                  </a:lnTo>
                  <a:cubicBezTo>
                    <a:pt x="1" y="23251"/>
                    <a:pt x="1402" y="24619"/>
                    <a:pt x="3136" y="24619"/>
                  </a:cubicBezTo>
                  <a:lnTo>
                    <a:pt x="35693" y="24619"/>
                  </a:lnTo>
                  <a:cubicBezTo>
                    <a:pt x="37394" y="24619"/>
                    <a:pt x="38828" y="23184"/>
                    <a:pt x="38828" y="21483"/>
                  </a:cubicBezTo>
                  <a:lnTo>
                    <a:pt x="38828" y="3137"/>
                  </a:lnTo>
                  <a:cubicBezTo>
                    <a:pt x="38828" y="1402"/>
                    <a:pt x="37394" y="1"/>
                    <a:pt x="356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7"/>
            <p:cNvSpPr/>
            <p:nvPr/>
          </p:nvSpPr>
          <p:spPr>
            <a:xfrm>
              <a:off x="-2135525" y="2061075"/>
              <a:ext cx="970725" cy="615475"/>
            </a:xfrm>
            <a:custGeom>
              <a:avLst/>
              <a:gdLst/>
              <a:ahLst/>
              <a:cxnLst/>
              <a:rect l="l" t="t" r="r" b="b"/>
              <a:pathLst>
                <a:path w="38829" h="24619" extrusionOk="0">
                  <a:moveTo>
                    <a:pt x="3136" y="1"/>
                  </a:moveTo>
                  <a:cubicBezTo>
                    <a:pt x="1402" y="1"/>
                    <a:pt x="1" y="1435"/>
                    <a:pt x="1" y="3136"/>
                  </a:cubicBezTo>
                  <a:lnTo>
                    <a:pt x="1" y="21483"/>
                  </a:lnTo>
                  <a:cubicBezTo>
                    <a:pt x="1" y="23251"/>
                    <a:pt x="1435" y="24618"/>
                    <a:pt x="3136" y="24618"/>
                  </a:cubicBezTo>
                  <a:lnTo>
                    <a:pt x="35693" y="24618"/>
                  </a:lnTo>
                  <a:cubicBezTo>
                    <a:pt x="37461" y="24618"/>
                    <a:pt x="38828" y="23184"/>
                    <a:pt x="38828" y="21483"/>
                  </a:cubicBezTo>
                  <a:lnTo>
                    <a:pt x="38828" y="3136"/>
                  </a:lnTo>
                  <a:cubicBezTo>
                    <a:pt x="38828" y="1402"/>
                    <a:pt x="37427" y="1"/>
                    <a:pt x="356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7"/>
            <p:cNvSpPr/>
            <p:nvPr/>
          </p:nvSpPr>
          <p:spPr>
            <a:xfrm>
              <a:off x="-2016275" y="2148650"/>
              <a:ext cx="739725" cy="110925"/>
            </a:xfrm>
            <a:custGeom>
              <a:avLst/>
              <a:gdLst/>
              <a:ahLst/>
              <a:cxnLst/>
              <a:rect l="l" t="t" r="r" b="b"/>
              <a:pathLst>
                <a:path w="29589" h="4437" extrusionOk="0">
                  <a:moveTo>
                    <a:pt x="2202" y="0"/>
                  </a:moveTo>
                  <a:cubicBezTo>
                    <a:pt x="1001" y="0"/>
                    <a:pt x="1" y="1001"/>
                    <a:pt x="1" y="2235"/>
                  </a:cubicBezTo>
                  <a:cubicBezTo>
                    <a:pt x="1" y="3436"/>
                    <a:pt x="1001" y="4437"/>
                    <a:pt x="2202" y="4437"/>
                  </a:cubicBezTo>
                  <a:lnTo>
                    <a:pt x="27387" y="4437"/>
                  </a:lnTo>
                  <a:cubicBezTo>
                    <a:pt x="28655" y="4437"/>
                    <a:pt x="29589" y="3436"/>
                    <a:pt x="29589" y="2235"/>
                  </a:cubicBezTo>
                  <a:cubicBezTo>
                    <a:pt x="29589" y="1001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7"/>
            <p:cNvSpPr/>
            <p:nvPr/>
          </p:nvSpPr>
          <p:spPr>
            <a:xfrm>
              <a:off x="-1582625" y="2148650"/>
              <a:ext cx="306075" cy="110925"/>
            </a:xfrm>
            <a:custGeom>
              <a:avLst/>
              <a:gdLst/>
              <a:ahLst/>
              <a:cxnLst/>
              <a:rect l="l" t="t" r="r" b="b"/>
              <a:pathLst>
                <a:path w="12243" h="4437" extrusionOk="0">
                  <a:moveTo>
                    <a:pt x="0" y="0"/>
                  </a:moveTo>
                  <a:lnTo>
                    <a:pt x="0" y="4437"/>
                  </a:lnTo>
                  <a:lnTo>
                    <a:pt x="10041" y="4437"/>
                  </a:lnTo>
                  <a:cubicBezTo>
                    <a:pt x="11242" y="4437"/>
                    <a:pt x="12243" y="3436"/>
                    <a:pt x="12243" y="2235"/>
                  </a:cubicBezTo>
                  <a:cubicBezTo>
                    <a:pt x="12243" y="1001"/>
                    <a:pt x="11309" y="0"/>
                    <a:pt x="100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7"/>
            <p:cNvSpPr/>
            <p:nvPr/>
          </p:nvSpPr>
          <p:spPr>
            <a:xfrm>
              <a:off x="-1640175" y="2147825"/>
              <a:ext cx="112625" cy="112600"/>
            </a:xfrm>
            <a:custGeom>
              <a:avLst/>
              <a:gdLst/>
              <a:ahLst/>
              <a:cxnLst/>
              <a:rect l="l" t="t" r="r" b="b"/>
              <a:pathLst>
                <a:path w="4505" h="4504" extrusionOk="0">
                  <a:moveTo>
                    <a:pt x="2269" y="0"/>
                  </a:moveTo>
                  <a:cubicBezTo>
                    <a:pt x="1002" y="0"/>
                    <a:pt x="1" y="1001"/>
                    <a:pt x="1" y="2268"/>
                  </a:cubicBezTo>
                  <a:cubicBezTo>
                    <a:pt x="1" y="3503"/>
                    <a:pt x="1002" y="4503"/>
                    <a:pt x="2269" y="4503"/>
                  </a:cubicBezTo>
                  <a:cubicBezTo>
                    <a:pt x="3503" y="4503"/>
                    <a:pt x="4504" y="3503"/>
                    <a:pt x="4504" y="2268"/>
                  </a:cubicBezTo>
                  <a:cubicBezTo>
                    <a:pt x="4504" y="1001"/>
                    <a:pt x="3503" y="0"/>
                    <a:pt x="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7"/>
            <p:cNvSpPr/>
            <p:nvPr/>
          </p:nvSpPr>
          <p:spPr>
            <a:xfrm>
              <a:off x="-2016275" y="2295425"/>
              <a:ext cx="739725" cy="110925"/>
            </a:xfrm>
            <a:custGeom>
              <a:avLst/>
              <a:gdLst/>
              <a:ahLst/>
              <a:cxnLst/>
              <a:rect l="l" t="t" r="r" b="b"/>
              <a:pathLst>
                <a:path w="29589" h="4437" extrusionOk="0">
                  <a:moveTo>
                    <a:pt x="2202" y="0"/>
                  </a:moveTo>
                  <a:cubicBezTo>
                    <a:pt x="1001" y="0"/>
                    <a:pt x="1" y="1034"/>
                    <a:pt x="1" y="2235"/>
                  </a:cubicBezTo>
                  <a:cubicBezTo>
                    <a:pt x="1" y="3436"/>
                    <a:pt x="1001" y="4437"/>
                    <a:pt x="2202" y="4437"/>
                  </a:cubicBezTo>
                  <a:lnTo>
                    <a:pt x="27387" y="4437"/>
                  </a:lnTo>
                  <a:cubicBezTo>
                    <a:pt x="28655" y="4437"/>
                    <a:pt x="29589" y="3436"/>
                    <a:pt x="29589" y="2235"/>
                  </a:cubicBezTo>
                  <a:cubicBezTo>
                    <a:pt x="29589" y="1034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7"/>
            <p:cNvSpPr/>
            <p:nvPr/>
          </p:nvSpPr>
          <p:spPr>
            <a:xfrm>
              <a:off x="-2016275" y="2443025"/>
              <a:ext cx="739725" cy="110100"/>
            </a:xfrm>
            <a:custGeom>
              <a:avLst/>
              <a:gdLst/>
              <a:ahLst/>
              <a:cxnLst/>
              <a:rect l="l" t="t" r="r" b="b"/>
              <a:pathLst>
                <a:path w="29589" h="4404" extrusionOk="0">
                  <a:moveTo>
                    <a:pt x="2202" y="0"/>
                  </a:moveTo>
                  <a:cubicBezTo>
                    <a:pt x="1001" y="0"/>
                    <a:pt x="1" y="1001"/>
                    <a:pt x="1" y="2202"/>
                  </a:cubicBezTo>
                  <a:cubicBezTo>
                    <a:pt x="1" y="3403"/>
                    <a:pt x="1001" y="4404"/>
                    <a:pt x="2202" y="4404"/>
                  </a:cubicBezTo>
                  <a:lnTo>
                    <a:pt x="27387" y="4404"/>
                  </a:lnTo>
                  <a:cubicBezTo>
                    <a:pt x="28655" y="4404"/>
                    <a:pt x="29589" y="3470"/>
                    <a:pt x="29589" y="2202"/>
                  </a:cubicBezTo>
                  <a:cubicBezTo>
                    <a:pt x="29589" y="1001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7"/>
            <p:cNvSpPr/>
            <p:nvPr/>
          </p:nvSpPr>
          <p:spPr>
            <a:xfrm>
              <a:off x="-1718550" y="2296250"/>
              <a:ext cx="442000" cy="110100"/>
            </a:xfrm>
            <a:custGeom>
              <a:avLst/>
              <a:gdLst/>
              <a:ahLst/>
              <a:cxnLst/>
              <a:rect l="l" t="t" r="r" b="b"/>
              <a:pathLst>
                <a:path w="17680" h="4404" extrusionOk="0">
                  <a:moveTo>
                    <a:pt x="0" y="1"/>
                  </a:moveTo>
                  <a:lnTo>
                    <a:pt x="0" y="4404"/>
                  </a:lnTo>
                  <a:lnTo>
                    <a:pt x="15478" y="4404"/>
                  </a:lnTo>
                  <a:cubicBezTo>
                    <a:pt x="16679" y="4404"/>
                    <a:pt x="17680" y="3403"/>
                    <a:pt x="17680" y="2202"/>
                  </a:cubicBezTo>
                  <a:cubicBezTo>
                    <a:pt x="17680" y="1001"/>
                    <a:pt x="16746" y="1"/>
                    <a:pt x="154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7"/>
            <p:cNvSpPr/>
            <p:nvPr/>
          </p:nvSpPr>
          <p:spPr>
            <a:xfrm>
              <a:off x="-1470875" y="2443850"/>
              <a:ext cx="194325" cy="110950"/>
            </a:xfrm>
            <a:custGeom>
              <a:avLst/>
              <a:gdLst/>
              <a:ahLst/>
              <a:cxnLst/>
              <a:rect l="l" t="t" r="r" b="b"/>
              <a:pathLst>
                <a:path w="7773" h="4438" extrusionOk="0">
                  <a:moveTo>
                    <a:pt x="0" y="1"/>
                  </a:moveTo>
                  <a:lnTo>
                    <a:pt x="0" y="4437"/>
                  </a:lnTo>
                  <a:lnTo>
                    <a:pt x="5571" y="4437"/>
                  </a:lnTo>
                  <a:cubicBezTo>
                    <a:pt x="6772" y="4437"/>
                    <a:pt x="7773" y="3437"/>
                    <a:pt x="7773" y="2202"/>
                  </a:cubicBezTo>
                  <a:cubicBezTo>
                    <a:pt x="7773" y="1002"/>
                    <a:pt x="6839" y="1"/>
                    <a:pt x="55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7"/>
            <p:cNvSpPr/>
            <p:nvPr/>
          </p:nvSpPr>
          <p:spPr>
            <a:xfrm>
              <a:off x="-1774425" y="2294575"/>
              <a:ext cx="112600" cy="112625"/>
            </a:xfrm>
            <a:custGeom>
              <a:avLst/>
              <a:gdLst/>
              <a:ahLst/>
              <a:cxnLst/>
              <a:rect l="l" t="t" r="r" b="b"/>
              <a:pathLst>
                <a:path w="4504" h="4505" extrusionOk="0">
                  <a:moveTo>
                    <a:pt x="2235" y="1"/>
                  </a:moveTo>
                  <a:cubicBezTo>
                    <a:pt x="1001" y="1"/>
                    <a:pt x="0" y="1002"/>
                    <a:pt x="0" y="2269"/>
                  </a:cubicBezTo>
                  <a:cubicBezTo>
                    <a:pt x="0" y="3503"/>
                    <a:pt x="1001" y="4504"/>
                    <a:pt x="2235" y="4504"/>
                  </a:cubicBezTo>
                  <a:cubicBezTo>
                    <a:pt x="3503" y="4504"/>
                    <a:pt x="4504" y="3503"/>
                    <a:pt x="4504" y="2269"/>
                  </a:cubicBezTo>
                  <a:cubicBezTo>
                    <a:pt x="4504" y="1068"/>
                    <a:pt x="3503" y="68"/>
                    <a:pt x="22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7"/>
            <p:cNvSpPr/>
            <p:nvPr/>
          </p:nvSpPr>
          <p:spPr>
            <a:xfrm>
              <a:off x="-1527575" y="2442200"/>
              <a:ext cx="112600" cy="112600"/>
            </a:xfrm>
            <a:custGeom>
              <a:avLst/>
              <a:gdLst/>
              <a:ahLst/>
              <a:cxnLst/>
              <a:rect l="l" t="t" r="r" b="b"/>
              <a:pathLst>
                <a:path w="4504" h="4504" extrusionOk="0">
                  <a:moveTo>
                    <a:pt x="2268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503"/>
                    <a:pt x="1001" y="4503"/>
                    <a:pt x="2268" y="4503"/>
                  </a:cubicBezTo>
                  <a:cubicBezTo>
                    <a:pt x="3503" y="4503"/>
                    <a:pt x="4503" y="3503"/>
                    <a:pt x="4503" y="2235"/>
                  </a:cubicBezTo>
                  <a:cubicBezTo>
                    <a:pt x="4503" y="1034"/>
                    <a:pt x="3503" y="33"/>
                    <a:pt x="22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7"/>
            <p:cNvSpPr/>
            <p:nvPr/>
          </p:nvSpPr>
          <p:spPr>
            <a:xfrm>
              <a:off x="-2213075" y="359552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01" y="534"/>
                  </a:moveTo>
                  <a:cubicBezTo>
                    <a:pt x="1868" y="534"/>
                    <a:pt x="2269" y="967"/>
                    <a:pt x="2269" y="1434"/>
                  </a:cubicBezTo>
                  <a:cubicBezTo>
                    <a:pt x="2269" y="1902"/>
                    <a:pt x="1868" y="2302"/>
                    <a:pt x="1401" y="2302"/>
                  </a:cubicBezTo>
                  <a:cubicBezTo>
                    <a:pt x="934" y="2302"/>
                    <a:pt x="534" y="1935"/>
                    <a:pt x="534" y="1434"/>
                  </a:cubicBezTo>
                  <a:cubicBezTo>
                    <a:pt x="534" y="967"/>
                    <a:pt x="901" y="534"/>
                    <a:pt x="1401" y="534"/>
                  </a:cubicBezTo>
                  <a:close/>
                  <a:moveTo>
                    <a:pt x="1401" y="0"/>
                  </a:moveTo>
                  <a:cubicBezTo>
                    <a:pt x="601" y="0"/>
                    <a:pt x="0" y="634"/>
                    <a:pt x="0" y="1434"/>
                  </a:cubicBezTo>
                  <a:cubicBezTo>
                    <a:pt x="0" y="2202"/>
                    <a:pt x="601" y="2836"/>
                    <a:pt x="1401" y="2836"/>
                  </a:cubicBezTo>
                  <a:cubicBezTo>
                    <a:pt x="2169" y="2836"/>
                    <a:pt x="2836" y="2202"/>
                    <a:pt x="2836" y="1434"/>
                  </a:cubicBezTo>
                  <a:cubicBezTo>
                    <a:pt x="2836" y="634"/>
                    <a:pt x="2202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7"/>
            <p:cNvSpPr/>
            <p:nvPr/>
          </p:nvSpPr>
          <p:spPr>
            <a:xfrm>
              <a:off x="-2005425" y="365972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1401" y="1"/>
                  </a:moveTo>
                  <a:cubicBezTo>
                    <a:pt x="601" y="1"/>
                    <a:pt x="0" y="601"/>
                    <a:pt x="0" y="1402"/>
                  </a:cubicBezTo>
                  <a:cubicBezTo>
                    <a:pt x="0" y="2202"/>
                    <a:pt x="601" y="2803"/>
                    <a:pt x="1401" y="2803"/>
                  </a:cubicBezTo>
                  <a:cubicBezTo>
                    <a:pt x="2202" y="2803"/>
                    <a:pt x="2802" y="2202"/>
                    <a:pt x="2802" y="1402"/>
                  </a:cubicBezTo>
                  <a:cubicBezTo>
                    <a:pt x="2769" y="601"/>
                    <a:pt x="2169" y="1"/>
                    <a:pt x="1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7"/>
            <p:cNvSpPr/>
            <p:nvPr/>
          </p:nvSpPr>
          <p:spPr>
            <a:xfrm>
              <a:off x="-2108000" y="3371800"/>
              <a:ext cx="145125" cy="158675"/>
            </a:xfrm>
            <a:custGeom>
              <a:avLst/>
              <a:gdLst/>
              <a:ahLst/>
              <a:cxnLst/>
              <a:rect l="l" t="t" r="r" b="b"/>
              <a:pathLst>
                <a:path w="5805" h="6347" extrusionOk="0">
                  <a:moveTo>
                    <a:pt x="685" y="0"/>
                  </a:moveTo>
                  <a:cubicBezTo>
                    <a:pt x="322" y="0"/>
                    <a:pt x="0" y="288"/>
                    <a:pt x="0" y="677"/>
                  </a:cubicBezTo>
                  <a:lnTo>
                    <a:pt x="0" y="5680"/>
                  </a:lnTo>
                  <a:cubicBezTo>
                    <a:pt x="0" y="6078"/>
                    <a:pt x="316" y="6346"/>
                    <a:pt x="656" y="6346"/>
                  </a:cubicBezTo>
                  <a:cubicBezTo>
                    <a:pt x="772" y="6346"/>
                    <a:pt x="891" y="6315"/>
                    <a:pt x="1001" y="6247"/>
                  </a:cubicBezTo>
                  <a:lnTo>
                    <a:pt x="5338" y="3745"/>
                  </a:lnTo>
                  <a:cubicBezTo>
                    <a:pt x="5805" y="3512"/>
                    <a:pt x="5805" y="2878"/>
                    <a:pt x="5338" y="2578"/>
                  </a:cubicBezTo>
                  <a:lnTo>
                    <a:pt x="1001" y="76"/>
                  </a:lnTo>
                  <a:cubicBezTo>
                    <a:pt x="897" y="24"/>
                    <a:pt x="789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7"/>
            <p:cNvSpPr/>
            <p:nvPr/>
          </p:nvSpPr>
          <p:spPr>
            <a:xfrm>
              <a:off x="-4436325" y="3096825"/>
              <a:ext cx="377800" cy="575425"/>
            </a:xfrm>
            <a:custGeom>
              <a:avLst/>
              <a:gdLst/>
              <a:ahLst/>
              <a:cxnLst/>
              <a:rect l="l" t="t" r="r" b="b"/>
              <a:pathLst>
                <a:path w="15112" h="23017" extrusionOk="0">
                  <a:moveTo>
                    <a:pt x="15111" y="1"/>
                  </a:moveTo>
                  <a:cubicBezTo>
                    <a:pt x="14858" y="472"/>
                    <a:pt x="14628" y="850"/>
                    <a:pt x="14409" y="1157"/>
                  </a:cubicBezTo>
                  <a:lnTo>
                    <a:pt x="14409" y="1157"/>
                  </a:lnTo>
                  <a:cubicBezTo>
                    <a:pt x="15111" y="837"/>
                    <a:pt x="15111" y="1026"/>
                    <a:pt x="15111" y="1"/>
                  </a:cubicBezTo>
                  <a:close/>
                  <a:moveTo>
                    <a:pt x="14409" y="1157"/>
                  </a:moveTo>
                  <a:cubicBezTo>
                    <a:pt x="14083" y="1306"/>
                    <a:pt x="13607" y="1563"/>
                    <a:pt x="12910" y="2102"/>
                  </a:cubicBezTo>
                  <a:cubicBezTo>
                    <a:pt x="12591" y="2353"/>
                    <a:pt x="12263" y="2592"/>
                    <a:pt x="11930" y="2824"/>
                  </a:cubicBezTo>
                  <a:lnTo>
                    <a:pt x="11930" y="2824"/>
                  </a:lnTo>
                  <a:cubicBezTo>
                    <a:pt x="12975" y="2456"/>
                    <a:pt x="13618" y="2266"/>
                    <a:pt x="14409" y="1157"/>
                  </a:cubicBezTo>
                  <a:close/>
                  <a:moveTo>
                    <a:pt x="11930" y="2824"/>
                  </a:moveTo>
                  <a:lnTo>
                    <a:pt x="11930" y="2824"/>
                  </a:lnTo>
                  <a:cubicBezTo>
                    <a:pt x="11319" y="3039"/>
                    <a:pt x="10570" y="3314"/>
                    <a:pt x="9574" y="3870"/>
                  </a:cubicBezTo>
                  <a:cubicBezTo>
                    <a:pt x="6972" y="5271"/>
                    <a:pt x="4003" y="6205"/>
                    <a:pt x="2102" y="8507"/>
                  </a:cubicBezTo>
                  <a:cubicBezTo>
                    <a:pt x="100" y="10942"/>
                    <a:pt x="0" y="14611"/>
                    <a:pt x="1435" y="17446"/>
                  </a:cubicBezTo>
                  <a:cubicBezTo>
                    <a:pt x="2902" y="20248"/>
                    <a:pt x="5771" y="22216"/>
                    <a:pt x="8840" y="23017"/>
                  </a:cubicBezTo>
                  <a:cubicBezTo>
                    <a:pt x="6105" y="21516"/>
                    <a:pt x="4103" y="18747"/>
                    <a:pt x="3603" y="15678"/>
                  </a:cubicBezTo>
                  <a:cubicBezTo>
                    <a:pt x="3103" y="12610"/>
                    <a:pt x="4070" y="9341"/>
                    <a:pt x="6205" y="7039"/>
                  </a:cubicBezTo>
                  <a:cubicBezTo>
                    <a:pt x="7802" y="5298"/>
                    <a:pt x="9962" y="4193"/>
                    <a:pt x="11930" y="2824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7"/>
            <p:cNvSpPr/>
            <p:nvPr/>
          </p:nvSpPr>
          <p:spPr>
            <a:xfrm>
              <a:off x="-2341500" y="4202625"/>
              <a:ext cx="362775" cy="310300"/>
            </a:xfrm>
            <a:custGeom>
              <a:avLst/>
              <a:gdLst/>
              <a:ahLst/>
              <a:cxnLst/>
              <a:rect l="l" t="t" r="r" b="b"/>
              <a:pathLst>
                <a:path w="14511" h="12412" extrusionOk="0">
                  <a:moveTo>
                    <a:pt x="10174" y="0"/>
                  </a:moveTo>
                  <a:lnTo>
                    <a:pt x="0" y="3569"/>
                  </a:lnTo>
                  <a:lnTo>
                    <a:pt x="4904" y="12176"/>
                  </a:lnTo>
                  <a:cubicBezTo>
                    <a:pt x="4904" y="12176"/>
                    <a:pt x="5880" y="12411"/>
                    <a:pt x="7241" y="12411"/>
                  </a:cubicBezTo>
                  <a:cubicBezTo>
                    <a:pt x="9502" y="12411"/>
                    <a:pt x="12825" y="11762"/>
                    <a:pt x="14511" y="8306"/>
                  </a:cubicBezTo>
                  <a:lnTo>
                    <a:pt x="1017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7"/>
            <p:cNvSpPr/>
            <p:nvPr/>
          </p:nvSpPr>
          <p:spPr>
            <a:xfrm>
              <a:off x="-2341500" y="4202625"/>
              <a:ext cx="283550" cy="261875"/>
            </a:xfrm>
            <a:custGeom>
              <a:avLst/>
              <a:gdLst/>
              <a:ahLst/>
              <a:cxnLst/>
              <a:rect l="l" t="t" r="r" b="b"/>
              <a:pathLst>
                <a:path w="11342" h="10475" extrusionOk="0">
                  <a:moveTo>
                    <a:pt x="10141" y="0"/>
                  </a:moveTo>
                  <a:lnTo>
                    <a:pt x="0" y="3569"/>
                  </a:lnTo>
                  <a:lnTo>
                    <a:pt x="1668" y="6505"/>
                  </a:lnTo>
                  <a:lnTo>
                    <a:pt x="3903" y="10474"/>
                  </a:lnTo>
                  <a:lnTo>
                    <a:pt x="11342" y="2335"/>
                  </a:lnTo>
                  <a:lnTo>
                    <a:pt x="10141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7"/>
            <p:cNvSpPr/>
            <p:nvPr/>
          </p:nvSpPr>
          <p:spPr>
            <a:xfrm>
              <a:off x="-2257275" y="4393575"/>
              <a:ext cx="646325" cy="384475"/>
            </a:xfrm>
            <a:custGeom>
              <a:avLst/>
              <a:gdLst/>
              <a:ahLst/>
              <a:cxnLst/>
              <a:rect l="l" t="t" r="r" b="b"/>
              <a:pathLst>
                <a:path w="25853" h="15379" extrusionOk="0">
                  <a:moveTo>
                    <a:pt x="10775" y="1"/>
                  </a:moveTo>
                  <a:lnTo>
                    <a:pt x="534" y="2836"/>
                  </a:lnTo>
                  <a:lnTo>
                    <a:pt x="134" y="8674"/>
                  </a:lnTo>
                  <a:cubicBezTo>
                    <a:pt x="1" y="10709"/>
                    <a:pt x="1468" y="12443"/>
                    <a:pt x="3470" y="12710"/>
                  </a:cubicBezTo>
                  <a:lnTo>
                    <a:pt x="25619" y="15379"/>
                  </a:lnTo>
                  <a:lnTo>
                    <a:pt x="25686" y="14678"/>
                  </a:lnTo>
                  <a:cubicBezTo>
                    <a:pt x="25852" y="12944"/>
                    <a:pt x="24985" y="11342"/>
                    <a:pt x="23484" y="10575"/>
                  </a:cubicBezTo>
                  <a:lnTo>
                    <a:pt x="20682" y="9208"/>
                  </a:lnTo>
                  <a:lnTo>
                    <a:pt x="10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7"/>
            <p:cNvSpPr/>
            <p:nvPr/>
          </p:nvSpPr>
          <p:spPr>
            <a:xfrm>
              <a:off x="-2258100" y="4570375"/>
              <a:ext cx="150950" cy="146800"/>
            </a:xfrm>
            <a:custGeom>
              <a:avLst/>
              <a:gdLst/>
              <a:ahLst/>
              <a:cxnLst/>
              <a:rect l="l" t="t" r="r" b="b"/>
              <a:pathLst>
                <a:path w="6038" h="5872" extrusionOk="0">
                  <a:moveTo>
                    <a:pt x="1254" y="1"/>
                  </a:moveTo>
                  <a:cubicBezTo>
                    <a:pt x="901" y="1"/>
                    <a:pt x="567" y="45"/>
                    <a:pt x="234" y="134"/>
                  </a:cubicBezTo>
                  <a:lnTo>
                    <a:pt x="134" y="1602"/>
                  </a:lnTo>
                  <a:cubicBezTo>
                    <a:pt x="0" y="3603"/>
                    <a:pt x="1468" y="5371"/>
                    <a:pt x="3469" y="5638"/>
                  </a:cubicBezTo>
                  <a:lnTo>
                    <a:pt x="5604" y="5872"/>
                  </a:lnTo>
                  <a:cubicBezTo>
                    <a:pt x="5671" y="5638"/>
                    <a:pt x="5704" y="5371"/>
                    <a:pt x="5738" y="5104"/>
                  </a:cubicBezTo>
                  <a:cubicBezTo>
                    <a:pt x="6038" y="2603"/>
                    <a:pt x="4303" y="334"/>
                    <a:pt x="1801" y="34"/>
                  </a:cubicBezTo>
                  <a:cubicBezTo>
                    <a:pt x="1612" y="12"/>
                    <a:pt x="1431" y="1"/>
                    <a:pt x="1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7"/>
            <p:cNvSpPr/>
            <p:nvPr/>
          </p:nvSpPr>
          <p:spPr>
            <a:xfrm>
              <a:off x="-1898675" y="4554525"/>
              <a:ext cx="137625" cy="119275"/>
            </a:xfrm>
            <a:custGeom>
              <a:avLst/>
              <a:gdLst/>
              <a:ahLst/>
              <a:cxnLst/>
              <a:rect l="l" t="t" r="r" b="b"/>
              <a:pathLst>
                <a:path w="5505" h="4771" extrusionOk="0">
                  <a:moveTo>
                    <a:pt x="3369" y="1"/>
                  </a:moveTo>
                  <a:lnTo>
                    <a:pt x="0" y="2469"/>
                  </a:lnTo>
                  <a:lnTo>
                    <a:pt x="1668" y="4771"/>
                  </a:lnTo>
                  <a:lnTo>
                    <a:pt x="5504" y="1969"/>
                  </a:lnTo>
                  <a:lnTo>
                    <a:pt x="33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7"/>
            <p:cNvSpPr/>
            <p:nvPr/>
          </p:nvSpPr>
          <p:spPr>
            <a:xfrm>
              <a:off x="-1983750" y="4481150"/>
              <a:ext cx="143475" cy="122600"/>
            </a:xfrm>
            <a:custGeom>
              <a:avLst/>
              <a:gdLst/>
              <a:ahLst/>
              <a:cxnLst/>
              <a:rect l="l" t="t" r="r" b="b"/>
              <a:pathLst>
                <a:path w="5739" h="4904" extrusionOk="0">
                  <a:moveTo>
                    <a:pt x="3603" y="0"/>
                  </a:moveTo>
                  <a:lnTo>
                    <a:pt x="1" y="2602"/>
                  </a:lnTo>
                  <a:lnTo>
                    <a:pt x="1669" y="4904"/>
                  </a:lnTo>
                  <a:lnTo>
                    <a:pt x="5738" y="1935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7"/>
            <p:cNvSpPr/>
            <p:nvPr/>
          </p:nvSpPr>
          <p:spPr>
            <a:xfrm>
              <a:off x="-3740825" y="2355700"/>
              <a:ext cx="1056600" cy="1254025"/>
            </a:xfrm>
            <a:custGeom>
              <a:avLst/>
              <a:gdLst/>
              <a:ahLst/>
              <a:cxnLst/>
              <a:rect l="l" t="t" r="r" b="b"/>
              <a:pathLst>
                <a:path w="42264" h="50161" extrusionOk="0">
                  <a:moveTo>
                    <a:pt x="11780" y="0"/>
                  </a:moveTo>
                  <a:cubicBezTo>
                    <a:pt x="10157" y="0"/>
                    <a:pt x="8501" y="433"/>
                    <a:pt x="7072" y="1259"/>
                  </a:cubicBezTo>
                  <a:cubicBezTo>
                    <a:pt x="4003" y="2893"/>
                    <a:pt x="1935" y="5995"/>
                    <a:pt x="968" y="9331"/>
                  </a:cubicBezTo>
                  <a:cubicBezTo>
                    <a:pt x="0" y="12600"/>
                    <a:pt x="67" y="16169"/>
                    <a:pt x="501" y="19572"/>
                  </a:cubicBezTo>
                  <a:cubicBezTo>
                    <a:pt x="1468" y="26944"/>
                    <a:pt x="4403" y="34182"/>
                    <a:pt x="9307" y="39786"/>
                  </a:cubicBezTo>
                  <a:cubicBezTo>
                    <a:pt x="14177" y="45390"/>
                    <a:pt x="21149" y="49360"/>
                    <a:pt x="28587" y="50060"/>
                  </a:cubicBezTo>
                  <a:cubicBezTo>
                    <a:pt x="29253" y="50125"/>
                    <a:pt x="29930" y="50161"/>
                    <a:pt x="30608" y="50161"/>
                  </a:cubicBezTo>
                  <a:cubicBezTo>
                    <a:pt x="33431" y="50161"/>
                    <a:pt x="36276" y="49540"/>
                    <a:pt x="38428" y="47792"/>
                  </a:cubicBezTo>
                  <a:cubicBezTo>
                    <a:pt x="41096" y="45624"/>
                    <a:pt x="42264" y="41354"/>
                    <a:pt x="40129" y="38619"/>
                  </a:cubicBezTo>
                  <a:cubicBezTo>
                    <a:pt x="38528" y="36550"/>
                    <a:pt x="35359" y="35550"/>
                    <a:pt x="34925" y="32948"/>
                  </a:cubicBezTo>
                  <a:cubicBezTo>
                    <a:pt x="34592" y="30913"/>
                    <a:pt x="36126" y="29112"/>
                    <a:pt x="36660" y="27177"/>
                  </a:cubicBezTo>
                  <a:cubicBezTo>
                    <a:pt x="37494" y="24242"/>
                    <a:pt x="35792" y="20773"/>
                    <a:pt x="32957" y="19705"/>
                  </a:cubicBezTo>
                  <a:cubicBezTo>
                    <a:pt x="30755" y="18838"/>
                    <a:pt x="28254" y="19271"/>
                    <a:pt x="25919" y="18838"/>
                  </a:cubicBezTo>
                  <a:cubicBezTo>
                    <a:pt x="22416" y="18137"/>
                    <a:pt x="19614" y="15335"/>
                    <a:pt x="18180" y="12066"/>
                  </a:cubicBezTo>
                  <a:cubicBezTo>
                    <a:pt x="16745" y="8831"/>
                    <a:pt x="16512" y="5161"/>
                    <a:pt x="16679" y="1625"/>
                  </a:cubicBezTo>
                  <a:cubicBezTo>
                    <a:pt x="15315" y="524"/>
                    <a:pt x="13568" y="0"/>
                    <a:pt x="11780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7"/>
            <p:cNvSpPr/>
            <p:nvPr/>
          </p:nvSpPr>
          <p:spPr>
            <a:xfrm>
              <a:off x="-3544850" y="2422175"/>
              <a:ext cx="820600" cy="1146675"/>
            </a:xfrm>
            <a:custGeom>
              <a:avLst/>
              <a:gdLst/>
              <a:ahLst/>
              <a:cxnLst/>
              <a:rect l="l" t="t" r="r" b="b"/>
              <a:pathLst>
                <a:path w="32824" h="45867" extrusionOk="0">
                  <a:moveTo>
                    <a:pt x="5971" y="1"/>
                  </a:moveTo>
                  <a:lnTo>
                    <a:pt x="0" y="2302"/>
                  </a:lnTo>
                  <a:lnTo>
                    <a:pt x="1234" y="36827"/>
                  </a:lnTo>
                  <a:cubicBezTo>
                    <a:pt x="1301" y="36894"/>
                    <a:pt x="1334" y="36994"/>
                    <a:pt x="1434" y="37060"/>
                  </a:cubicBezTo>
                  <a:cubicBezTo>
                    <a:pt x="4904" y="41030"/>
                    <a:pt x="9340" y="44099"/>
                    <a:pt x="14244" y="45867"/>
                  </a:cubicBezTo>
                  <a:cubicBezTo>
                    <a:pt x="20915" y="44866"/>
                    <a:pt x="28454" y="43732"/>
                    <a:pt x="32290" y="42931"/>
                  </a:cubicBezTo>
                  <a:cubicBezTo>
                    <a:pt x="32523" y="42698"/>
                    <a:pt x="32690" y="42364"/>
                    <a:pt x="32824" y="42031"/>
                  </a:cubicBezTo>
                  <a:cubicBezTo>
                    <a:pt x="26686" y="41097"/>
                    <a:pt x="23484" y="34492"/>
                    <a:pt x="24284" y="31023"/>
                  </a:cubicBezTo>
                  <a:cubicBezTo>
                    <a:pt x="25118" y="27353"/>
                    <a:pt x="27520" y="21483"/>
                    <a:pt x="18180" y="20048"/>
                  </a:cubicBezTo>
                  <a:cubicBezTo>
                    <a:pt x="8840" y="18647"/>
                    <a:pt x="5971" y="1"/>
                    <a:pt x="5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7"/>
            <p:cNvSpPr/>
            <p:nvPr/>
          </p:nvSpPr>
          <p:spPr>
            <a:xfrm>
              <a:off x="-4334600" y="2355500"/>
              <a:ext cx="930700" cy="1483050"/>
            </a:xfrm>
            <a:custGeom>
              <a:avLst/>
              <a:gdLst/>
              <a:ahLst/>
              <a:cxnLst/>
              <a:rect l="l" t="t" r="r" b="b"/>
              <a:pathLst>
                <a:path w="37228" h="59322" extrusionOk="0">
                  <a:moveTo>
                    <a:pt x="16025" y="0"/>
                  </a:moveTo>
                  <a:cubicBezTo>
                    <a:pt x="15004" y="0"/>
                    <a:pt x="13932" y="105"/>
                    <a:pt x="12810" y="333"/>
                  </a:cubicBezTo>
                  <a:cubicBezTo>
                    <a:pt x="13744" y="4135"/>
                    <a:pt x="14545" y="8872"/>
                    <a:pt x="12310" y="12074"/>
                  </a:cubicBezTo>
                  <a:cubicBezTo>
                    <a:pt x="10742" y="14309"/>
                    <a:pt x="8040" y="15377"/>
                    <a:pt x="5805" y="16878"/>
                  </a:cubicBezTo>
                  <a:cubicBezTo>
                    <a:pt x="3537" y="18379"/>
                    <a:pt x="1402" y="20914"/>
                    <a:pt x="2136" y="23549"/>
                  </a:cubicBezTo>
                  <a:cubicBezTo>
                    <a:pt x="2903" y="26518"/>
                    <a:pt x="6872" y="28052"/>
                    <a:pt x="6973" y="31088"/>
                  </a:cubicBezTo>
                  <a:cubicBezTo>
                    <a:pt x="7039" y="33423"/>
                    <a:pt x="4804" y="35057"/>
                    <a:pt x="3303" y="36892"/>
                  </a:cubicBezTo>
                  <a:cubicBezTo>
                    <a:pt x="1" y="40895"/>
                    <a:pt x="368" y="47066"/>
                    <a:pt x="3303" y="51336"/>
                  </a:cubicBezTo>
                  <a:cubicBezTo>
                    <a:pt x="6205" y="55572"/>
                    <a:pt x="11209" y="58041"/>
                    <a:pt x="16313" y="58941"/>
                  </a:cubicBezTo>
                  <a:cubicBezTo>
                    <a:pt x="17630" y="59185"/>
                    <a:pt x="18987" y="59322"/>
                    <a:pt x="20339" y="59322"/>
                  </a:cubicBezTo>
                  <a:cubicBezTo>
                    <a:pt x="23061" y="59322"/>
                    <a:pt x="25759" y="58766"/>
                    <a:pt x="28054" y="57407"/>
                  </a:cubicBezTo>
                  <a:cubicBezTo>
                    <a:pt x="33125" y="54405"/>
                    <a:pt x="35226" y="48167"/>
                    <a:pt x="35993" y="42329"/>
                  </a:cubicBezTo>
                  <a:cubicBezTo>
                    <a:pt x="37227" y="32155"/>
                    <a:pt x="35460" y="21681"/>
                    <a:pt x="31290" y="12341"/>
                  </a:cubicBezTo>
                  <a:cubicBezTo>
                    <a:pt x="29722" y="8905"/>
                    <a:pt x="27854" y="5536"/>
                    <a:pt x="24885" y="3168"/>
                  </a:cubicBezTo>
                  <a:cubicBezTo>
                    <a:pt x="22621" y="1320"/>
                    <a:pt x="19647" y="0"/>
                    <a:pt x="16025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7"/>
            <p:cNvSpPr/>
            <p:nvPr/>
          </p:nvSpPr>
          <p:spPr>
            <a:xfrm>
              <a:off x="-4438000" y="2585625"/>
              <a:ext cx="1400200" cy="1772125"/>
            </a:xfrm>
            <a:custGeom>
              <a:avLst/>
              <a:gdLst/>
              <a:ahLst/>
              <a:cxnLst/>
              <a:rect l="l" t="t" r="r" b="b"/>
              <a:pathLst>
                <a:path w="56008" h="70885" extrusionOk="0">
                  <a:moveTo>
                    <a:pt x="10341" y="24351"/>
                  </a:moveTo>
                  <a:lnTo>
                    <a:pt x="10341" y="24351"/>
                  </a:lnTo>
                  <a:cubicBezTo>
                    <a:pt x="9507" y="25519"/>
                    <a:pt x="8340" y="26553"/>
                    <a:pt x="7473" y="27654"/>
                  </a:cubicBezTo>
                  <a:cubicBezTo>
                    <a:pt x="4170" y="31657"/>
                    <a:pt x="4537" y="37828"/>
                    <a:pt x="7473" y="42064"/>
                  </a:cubicBezTo>
                  <a:cubicBezTo>
                    <a:pt x="7639" y="42331"/>
                    <a:pt x="7840" y="42564"/>
                    <a:pt x="8040" y="42831"/>
                  </a:cubicBezTo>
                  <a:cubicBezTo>
                    <a:pt x="5805" y="41230"/>
                    <a:pt x="4170" y="38795"/>
                    <a:pt x="3770" y="36060"/>
                  </a:cubicBezTo>
                  <a:cubicBezTo>
                    <a:pt x="3270" y="33024"/>
                    <a:pt x="4237" y="29722"/>
                    <a:pt x="6338" y="27454"/>
                  </a:cubicBezTo>
                  <a:cubicBezTo>
                    <a:pt x="7506" y="26186"/>
                    <a:pt x="8940" y="25285"/>
                    <a:pt x="10341" y="24351"/>
                  </a:cubicBezTo>
                  <a:close/>
                  <a:moveTo>
                    <a:pt x="17647" y="1"/>
                  </a:moveTo>
                  <a:cubicBezTo>
                    <a:pt x="17446" y="1035"/>
                    <a:pt x="17013" y="2002"/>
                    <a:pt x="16446" y="2869"/>
                  </a:cubicBezTo>
                  <a:cubicBezTo>
                    <a:pt x="14911" y="5104"/>
                    <a:pt x="12176" y="6172"/>
                    <a:pt x="9941" y="7673"/>
                  </a:cubicBezTo>
                  <a:cubicBezTo>
                    <a:pt x="7673" y="9174"/>
                    <a:pt x="5571" y="11709"/>
                    <a:pt x="6272" y="14344"/>
                  </a:cubicBezTo>
                  <a:cubicBezTo>
                    <a:pt x="7072" y="17313"/>
                    <a:pt x="11008" y="18847"/>
                    <a:pt x="11109" y="21883"/>
                  </a:cubicBezTo>
                  <a:cubicBezTo>
                    <a:pt x="11142" y="22617"/>
                    <a:pt x="10942" y="23217"/>
                    <a:pt x="10608" y="23851"/>
                  </a:cubicBezTo>
                  <a:cubicBezTo>
                    <a:pt x="10308" y="23984"/>
                    <a:pt x="9974" y="24151"/>
                    <a:pt x="9607" y="24351"/>
                  </a:cubicBezTo>
                  <a:cubicBezTo>
                    <a:pt x="7006" y="25786"/>
                    <a:pt x="4003" y="26686"/>
                    <a:pt x="2135" y="28988"/>
                  </a:cubicBezTo>
                  <a:cubicBezTo>
                    <a:pt x="134" y="31456"/>
                    <a:pt x="1" y="35126"/>
                    <a:pt x="1468" y="37961"/>
                  </a:cubicBezTo>
                  <a:cubicBezTo>
                    <a:pt x="2836" y="40563"/>
                    <a:pt x="5438" y="42464"/>
                    <a:pt x="8273" y="43332"/>
                  </a:cubicBezTo>
                  <a:cubicBezTo>
                    <a:pt x="9441" y="44733"/>
                    <a:pt x="10842" y="45900"/>
                    <a:pt x="12443" y="46867"/>
                  </a:cubicBezTo>
                  <a:cubicBezTo>
                    <a:pt x="12510" y="46901"/>
                    <a:pt x="12576" y="46968"/>
                    <a:pt x="12643" y="47001"/>
                  </a:cubicBezTo>
                  <a:cubicBezTo>
                    <a:pt x="12910" y="47168"/>
                    <a:pt x="13143" y="47301"/>
                    <a:pt x="13444" y="47468"/>
                  </a:cubicBezTo>
                  <a:lnTo>
                    <a:pt x="13677" y="47568"/>
                  </a:lnTo>
                  <a:cubicBezTo>
                    <a:pt x="13977" y="47701"/>
                    <a:pt x="14244" y="47868"/>
                    <a:pt x="14511" y="48002"/>
                  </a:cubicBezTo>
                  <a:cubicBezTo>
                    <a:pt x="14578" y="48035"/>
                    <a:pt x="14644" y="48035"/>
                    <a:pt x="14678" y="48068"/>
                  </a:cubicBezTo>
                  <a:cubicBezTo>
                    <a:pt x="15345" y="48369"/>
                    <a:pt x="16079" y="48669"/>
                    <a:pt x="16813" y="48902"/>
                  </a:cubicBezTo>
                  <a:cubicBezTo>
                    <a:pt x="16913" y="48969"/>
                    <a:pt x="17013" y="49002"/>
                    <a:pt x="17113" y="49002"/>
                  </a:cubicBezTo>
                  <a:cubicBezTo>
                    <a:pt x="17346" y="49069"/>
                    <a:pt x="17613" y="49169"/>
                    <a:pt x="17913" y="49236"/>
                  </a:cubicBezTo>
                  <a:cubicBezTo>
                    <a:pt x="18013" y="49303"/>
                    <a:pt x="18147" y="49336"/>
                    <a:pt x="18247" y="49336"/>
                  </a:cubicBezTo>
                  <a:cubicBezTo>
                    <a:pt x="18480" y="49403"/>
                    <a:pt x="18747" y="49469"/>
                    <a:pt x="18981" y="49536"/>
                  </a:cubicBezTo>
                  <a:cubicBezTo>
                    <a:pt x="19114" y="49569"/>
                    <a:pt x="19181" y="49569"/>
                    <a:pt x="19314" y="49636"/>
                  </a:cubicBezTo>
                  <a:cubicBezTo>
                    <a:pt x="19681" y="49703"/>
                    <a:pt x="20015" y="49803"/>
                    <a:pt x="20415" y="49836"/>
                  </a:cubicBezTo>
                  <a:cubicBezTo>
                    <a:pt x="21734" y="50100"/>
                    <a:pt x="23105" y="50209"/>
                    <a:pt x="24459" y="50209"/>
                  </a:cubicBezTo>
                  <a:cubicBezTo>
                    <a:pt x="24646" y="50209"/>
                    <a:pt x="24832" y="50207"/>
                    <a:pt x="25018" y="50203"/>
                  </a:cubicBezTo>
                  <a:lnTo>
                    <a:pt x="27320" y="53506"/>
                  </a:lnTo>
                  <a:lnTo>
                    <a:pt x="27253" y="58876"/>
                  </a:lnTo>
                  <a:lnTo>
                    <a:pt x="28754" y="61511"/>
                  </a:lnTo>
                  <a:cubicBezTo>
                    <a:pt x="29031" y="62014"/>
                    <a:pt x="29080" y="62365"/>
                    <a:pt x="29387" y="62365"/>
                  </a:cubicBezTo>
                  <a:cubicBezTo>
                    <a:pt x="29488" y="62365"/>
                    <a:pt x="29616" y="62327"/>
                    <a:pt x="29789" y="62245"/>
                  </a:cubicBezTo>
                  <a:cubicBezTo>
                    <a:pt x="30322" y="62012"/>
                    <a:pt x="30656" y="61478"/>
                    <a:pt x="30656" y="60877"/>
                  </a:cubicBezTo>
                  <a:lnTo>
                    <a:pt x="30522" y="56541"/>
                  </a:lnTo>
                  <a:lnTo>
                    <a:pt x="33424" y="59143"/>
                  </a:lnTo>
                  <a:lnTo>
                    <a:pt x="35259" y="63479"/>
                  </a:lnTo>
                  <a:cubicBezTo>
                    <a:pt x="35520" y="64080"/>
                    <a:pt x="36128" y="64476"/>
                    <a:pt x="36780" y="64476"/>
                  </a:cubicBezTo>
                  <a:cubicBezTo>
                    <a:pt x="36961" y="64476"/>
                    <a:pt x="37146" y="64445"/>
                    <a:pt x="37327" y="64380"/>
                  </a:cubicBezTo>
                  <a:cubicBezTo>
                    <a:pt x="37861" y="64180"/>
                    <a:pt x="38295" y="63713"/>
                    <a:pt x="38428" y="63146"/>
                  </a:cubicBezTo>
                  <a:lnTo>
                    <a:pt x="38495" y="63146"/>
                  </a:lnTo>
                  <a:cubicBezTo>
                    <a:pt x="38528" y="63146"/>
                    <a:pt x="38528" y="63079"/>
                    <a:pt x="38595" y="63079"/>
                  </a:cubicBezTo>
                  <a:lnTo>
                    <a:pt x="38828" y="63379"/>
                  </a:lnTo>
                  <a:cubicBezTo>
                    <a:pt x="39059" y="63661"/>
                    <a:pt x="39389" y="63825"/>
                    <a:pt x="39726" y="63825"/>
                  </a:cubicBezTo>
                  <a:cubicBezTo>
                    <a:pt x="39827" y="63825"/>
                    <a:pt x="39929" y="63810"/>
                    <a:pt x="40029" y="63780"/>
                  </a:cubicBezTo>
                  <a:cubicBezTo>
                    <a:pt x="40763" y="63613"/>
                    <a:pt x="41163" y="62879"/>
                    <a:pt x="40930" y="62178"/>
                  </a:cubicBezTo>
                  <a:lnTo>
                    <a:pt x="40496" y="61078"/>
                  </a:lnTo>
                  <a:lnTo>
                    <a:pt x="40496" y="61078"/>
                  </a:lnTo>
                  <a:cubicBezTo>
                    <a:pt x="41097" y="61511"/>
                    <a:pt x="41764" y="61878"/>
                    <a:pt x="42364" y="62212"/>
                  </a:cubicBezTo>
                  <a:lnTo>
                    <a:pt x="54473" y="68450"/>
                  </a:lnTo>
                  <a:lnTo>
                    <a:pt x="56007" y="70885"/>
                  </a:lnTo>
                  <a:cubicBezTo>
                    <a:pt x="53784" y="48580"/>
                    <a:pt x="46000" y="44375"/>
                    <a:pt x="37701" y="44375"/>
                  </a:cubicBezTo>
                  <a:cubicBezTo>
                    <a:pt x="32676" y="44375"/>
                    <a:pt x="27462" y="45917"/>
                    <a:pt x="23179" y="45917"/>
                  </a:cubicBezTo>
                  <a:cubicBezTo>
                    <a:pt x="21375" y="45917"/>
                    <a:pt x="19737" y="45643"/>
                    <a:pt x="18347" y="44866"/>
                  </a:cubicBezTo>
                  <a:cubicBezTo>
                    <a:pt x="8106" y="39162"/>
                    <a:pt x="14978" y="26386"/>
                    <a:pt x="19048" y="14845"/>
                  </a:cubicBezTo>
                  <a:cubicBezTo>
                    <a:pt x="22483" y="5304"/>
                    <a:pt x="18981" y="1168"/>
                    <a:pt x="17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7"/>
            <p:cNvSpPr/>
            <p:nvPr/>
          </p:nvSpPr>
          <p:spPr>
            <a:xfrm>
              <a:off x="-4301225" y="2467200"/>
              <a:ext cx="897325" cy="1370150"/>
            </a:xfrm>
            <a:custGeom>
              <a:avLst/>
              <a:gdLst/>
              <a:ahLst/>
              <a:cxnLst/>
              <a:rect l="l" t="t" r="r" b="b"/>
              <a:pathLst>
                <a:path w="35893" h="54806" extrusionOk="0">
                  <a:moveTo>
                    <a:pt x="25018" y="1"/>
                  </a:moveTo>
                  <a:lnTo>
                    <a:pt x="16846" y="1268"/>
                  </a:lnTo>
                  <a:cubicBezTo>
                    <a:pt x="16846" y="1268"/>
                    <a:pt x="16178" y="7940"/>
                    <a:pt x="10841" y="14344"/>
                  </a:cubicBezTo>
                  <a:cubicBezTo>
                    <a:pt x="7139" y="18781"/>
                    <a:pt x="12676" y="25019"/>
                    <a:pt x="10508" y="26753"/>
                  </a:cubicBezTo>
                  <a:cubicBezTo>
                    <a:pt x="3669" y="32224"/>
                    <a:pt x="0" y="37428"/>
                    <a:pt x="6138" y="50904"/>
                  </a:cubicBezTo>
                  <a:cubicBezTo>
                    <a:pt x="8740" y="52739"/>
                    <a:pt x="11842" y="53873"/>
                    <a:pt x="15011" y="54440"/>
                  </a:cubicBezTo>
                  <a:cubicBezTo>
                    <a:pt x="16328" y="54672"/>
                    <a:pt x="17685" y="54806"/>
                    <a:pt x="19037" y="54806"/>
                  </a:cubicBezTo>
                  <a:cubicBezTo>
                    <a:pt x="21759" y="54806"/>
                    <a:pt x="24457" y="54265"/>
                    <a:pt x="26753" y="52905"/>
                  </a:cubicBezTo>
                  <a:cubicBezTo>
                    <a:pt x="31756" y="49903"/>
                    <a:pt x="33891" y="43632"/>
                    <a:pt x="34658" y="37795"/>
                  </a:cubicBezTo>
                  <a:cubicBezTo>
                    <a:pt x="35892" y="27621"/>
                    <a:pt x="34091" y="17180"/>
                    <a:pt x="29922" y="7840"/>
                  </a:cubicBezTo>
                  <a:cubicBezTo>
                    <a:pt x="28687" y="5004"/>
                    <a:pt x="27153" y="2202"/>
                    <a:pt x="250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7"/>
            <p:cNvSpPr/>
            <p:nvPr/>
          </p:nvSpPr>
          <p:spPr>
            <a:xfrm>
              <a:off x="-3451450" y="2840550"/>
              <a:ext cx="557075" cy="591550"/>
            </a:xfrm>
            <a:custGeom>
              <a:avLst/>
              <a:gdLst/>
              <a:ahLst/>
              <a:cxnLst/>
              <a:rect l="l" t="t" r="r" b="b"/>
              <a:pathLst>
                <a:path w="22283" h="23662" extrusionOk="0">
                  <a:moveTo>
                    <a:pt x="6219" y="0"/>
                  </a:moveTo>
                  <a:cubicBezTo>
                    <a:pt x="5188" y="0"/>
                    <a:pt x="4146" y="308"/>
                    <a:pt x="3236" y="945"/>
                  </a:cubicBezTo>
                  <a:lnTo>
                    <a:pt x="2869" y="1178"/>
                  </a:lnTo>
                  <a:cubicBezTo>
                    <a:pt x="534" y="2846"/>
                    <a:pt x="0" y="6049"/>
                    <a:pt x="1601" y="8384"/>
                  </a:cubicBezTo>
                  <a:lnTo>
                    <a:pt x="15111" y="23661"/>
                  </a:lnTo>
                  <a:lnTo>
                    <a:pt x="22283" y="16323"/>
                  </a:lnTo>
                  <a:lnTo>
                    <a:pt x="10441" y="2179"/>
                  </a:lnTo>
                  <a:cubicBezTo>
                    <a:pt x="9423" y="754"/>
                    <a:pt x="7834" y="0"/>
                    <a:pt x="6219" y="0"/>
                  </a:cubicBezTo>
                  <a:close/>
                </a:path>
              </a:pathLst>
            </a:custGeom>
            <a:solidFill>
              <a:srgbClr val="E8A2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7"/>
            <p:cNvSpPr/>
            <p:nvPr/>
          </p:nvSpPr>
          <p:spPr>
            <a:xfrm>
              <a:off x="-3151250" y="2876675"/>
              <a:ext cx="484550" cy="555425"/>
            </a:xfrm>
            <a:custGeom>
              <a:avLst/>
              <a:gdLst/>
              <a:ahLst/>
              <a:cxnLst/>
              <a:rect l="l" t="t" r="r" b="b"/>
              <a:pathLst>
                <a:path w="19382" h="22217" extrusionOk="0">
                  <a:moveTo>
                    <a:pt x="16012" y="0"/>
                  </a:moveTo>
                  <a:lnTo>
                    <a:pt x="1" y="12543"/>
                  </a:lnTo>
                  <a:lnTo>
                    <a:pt x="3103" y="22216"/>
                  </a:lnTo>
                  <a:lnTo>
                    <a:pt x="19381" y="5571"/>
                  </a:lnTo>
                  <a:lnTo>
                    <a:pt x="16012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7"/>
            <p:cNvSpPr/>
            <p:nvPr/>
          </p:nvSpPr>
          <p:spPr>
            <a:xfrm>
              <a:off x="-3540700" y="2812150"/>
              <a:ext cx="481200" cy="345575"/>
            </a:xfrm>
            <a:custGeom>
              <a:avLst/>
              <a:gdLst/>
              <a:ahLst/>
              <a:cxnLst/>
              <a:rect l="l" t="t" r="r" b="b"/>
              <a:pathLst>
                <a:path w="19248" h="13823" extrusionOk="0">
                  <a:moveTo>
                    <a:pt x="8611" y="0"/>
                  </a:moveTo>
                  <a:cubicBezTo>
                    <a:pt x="7239" y="0"/>
                    <a:pt x="5880" y="534"/>
                    <a:pt x="4638" y="1881"/>
                  </a:cubicBezTo>
                  <a:cubicBezTo>
                    <a:pt x="4604" y="1881"/>
                    <a:pt x="1" y="7285"/>
                    <a:pt x="9941" y="13823"/>
                  </a:cubicBezTo>
                  <a:lnTo>
                    <a:pt x="19248" y="7718"/>
                  </a:lnTo>
                  <a:cubicBezTo>
                    <a:pt x="19248" y="7718"/>
                    <a:pt x="13831" y="0"/>
                    <a:pt x="86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7"/>
            <p:cNvSpPr/>
            <p:nvPr/>
          </p:nvSpPr>
          <p:spPr>
            <a:xfrm>
              <a:off x="-3756375" y="2665675"/>
              <a:ext cx="406675" cy="384225"/>
            </a:xfrm>
            <a:custGeom>
              <a:avLst/>
              <a:gdLst/>
              <a:ahLst/>
              <a:cxnLst/>
              <a:rect l="l" t="t" r="r" b="b"/>
              <a:pathLst>
                <a:path w="16267" h="15369" extrusionOk="0">
                  <a:moveTo>
                    <a:pt x="10529" y="1"/>
                  </a:moveTo>
                  <a:cubicBezTo>
                    <a:pt x="10529" y="1"/>
                    <a:pt x="10529" y="1"/>
                    <a:pt x="10529" y="1"/>
                  </a:cubicBezTo>
                  <a:lnTo>
                    <a:pt x="10529" y="1"/>
                  </a:lnTo>
                  <a:cubicBezTo>
                    <a:pt x="10529" y="1"/>
                    <a:pt x="10529" y="1"/>
                    <a:pt x="10529" y="1"/>
                  </a:cubicBezTo>
                  <a:close/>
                  <a:moveTo>
                    <a:pt x="3624" y="1"/>
                  </a:moveTo>
                  <a:cubicBezTo>
                    <a:pt x="3624" y="1"/>
                    <a:pt x="2290" y="8173"/>
                    <a:pt x="789" y="11176"/>
                  </a:cubicBezTo>
                  <a:cubicBezTo>
                    <a:pt x="0" y="12808"/>
                    <a:pt x="4537" y="15368"/>
                    <a:pt x="8902" y="15368"/>
                  </a:cubicBezTo>
                  <a:cubicBezTo>
                    <a:pt x="12477" y="15368"/>
                    <a:pt x="15936" y="13652"/>
                    <a:pt x="16267" y="8307"/>
                  </a:cubicBezTo>
                  <a:cubicBezTo>
                    <a:pt x="16267" y="8307"/>
                    <a:pt x="15533" y="7440"/>
                    <a:pt x="14532" y="6872"/>
                  </a:cubicBezTo>
                  <a:cubicBezTo>
                    <a:pt x="13098" y="6139"/>
                    <a:pt x="11230" y="4304"/>
                    <a:pt x="10529" y="1"/>
                  </a:cubicBezTo>
                  <a:lnTo>
                    <a:pt x="10529" y="1"/>
                  </a:lnTo>
                  <a:cubicBezTo>
                    <a:pt x="10508" y="7"/>
                    <a:pt x="8095" y="371"/>
                    <a:pt x="6059" y="371"/>
                  </a:cubicBezTo>
                  <a:cubicBezTo>
                    <a:pt x="5033" y="371"/>
                    <a:pt x="4102" y="279"/>
                    <a:pt x="3624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7"/>
            <p:cNvSpPr/>
            <p:nvPr/>
          </p:nvSpPr>
          <p:spPr>
            <a:xfrm>
              <a:off x="-3672450" y="2664850"/>
              <a:ext cx="271050" cy="167325"/>
            </a:xfrm>
            <a:custGeom>
              <a:avLst/>
              <a:gdLst/>
              <a:ahLst/>
              <a:cxnLst/>
              <a:rect l="l" t="t" r="r" b="b"/>
              <a:pathLst>
                <a:path w="10842" h="6693" extrusionOk="0">
                  <a:moveTo>
                    <a:pt x="367" y="0"/>
                  </a:moveTo>
                  <a:lnTo>
                    <a:pt x="367" y="34"/>
                  </a:lnTo>
                  <a:cubicBezTo>
                    <a:pt x="267" y="101"/>
                    <a:pt x="267" y="134"/>
                    <a:pt x="267" y="134"/>
                  </a:cubicBezTo>
                  <a:lnTo>
                    <a:pt x="267" y="201"/>
                  </a:lnTo>
                  <a:lnTo>
                    <a:pt x="267" y="234"/>
                  </a:lnTo>
                  <a:lnTo>
                    <a:pt x="267" y="334"/>
                  </a:lnTo>
                  <a:cubicBezTo>
                    <a:pt x="234" y="568"/>
                    <a:pt x="167" y="1001"/>
                    <a:pt x="67" y="1502"/>
                  </a:cubicBezTo>
                  <a:lnTo>
                    <a:pt x="67" y="1535"/>
                  </a:lnTo>
                  <a:cubicBezTo>
                    <a:pt x="34" y="1668"/>
                    <a:pt x="34" y="1802"/>
                    <a:pt x="0" y="1902"/>
                  </a:cubicBezTo>
                  <a:cubicBezTo>
                    <a:pt x="1608" y="3911"/>
                    <a:pt x="5677" y="6693"/>
                    <a:pt x="9848" y="6693"/>
                  </a:cubicBezTo>
                  <a:cubicBezTo>
                    <a:pt x="10179" y="6693"/>
                    <a:pt x="10511" y="6675"/>
                    <a:pt x="10842" y="6639"/>
                  </a:cubicBezTo>
                  <a:cubicBezTo>
                    <a:pt x="9507" y="5771"/>
                    <a:pt x="7873" y="3937"/>
                    <a:pt x="7239" y="0"/>
                  </a:cubicBezTo>
                  <a:cubicBezTo>
                    <a:pt x="7239" y="0"/>
                    <a:pt x="4793" y="371"/>
                    <a:pt x="2757" y="371"/>
                  </a:cubicBezTo>
                  <a:cubicBezTo>
                    <a:pt x="1739" y="371"/>
                    <a:pt x="823" y="278"/>
                    <a:pt x="367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7"/>
            <p:cNvSpPr/>
            <p:nvPr/>
          </p:nvSpPr>
          <p:spPr>
            <a:xfrm>
              <a:off x="-3680800" y="2665675"/>
              <a:ext cx="331950" cy="279400"/>
            </a:xfrm>
            <a:custGeom>
              <a:avLst/>
              <a:gdLst/>
              <a:ahLst/>
              <a:cxnLst/>
              <a:rect l="l" t="t" r="r" b="b"/>
              <a:pathLst>
                <a:path w="13278" h="11176" extrusionOk="0">
                  <a:moveTo>
                    <a:pt x="668" y="1"/>
                  </a:moveTo>
                  <a:cubicBezTo>
                    <a:pt x="668" y="1"/>
                    <a:pt x="401" y="1502"/>
                    <a:pt x="1" y="3503"/>
                  </a:cubicBezTo>
                  <a:cubicBezTo>
                    <a:pt x="1369" y="6906"/>
                    <a:pt x="4704" y="10642"/>
                    <a:pt x="12710" y="11176"/>
                  </a:cubicBezTo>
                  <a:cubicBezTo>
                    <a:pt x="13010" y="10408"/>
                    <a:pt x="13210" y="9441"/>
                    <a:pt x="13277" y="8307"/>
                  </a:cubicBezTo>
                  <a:cubicBezTo>
                    <a:pt x="13244" y="8307"/>
                    <a:pt x="12510" y="7440"/>
                    <a:pt x="11542" y="6906"/>
                  </a:cubicBezTo>
                  <a:cubicBezTo>
                    <a:pt x="10108" y="6139"/>
                    <a:pt x="8240" y="4304"/>
                    <a:pt x="7540" y="1"/>
                  </a:cubicBezTo>
                  <a:cubicBezTo>
                    <a:pt x="7540" y="1"/>
                    <a:pt x="5093" y="371"/>
                    <a:pt x="3057" y="371"/>
                  </a:cubicBezTo>
                  <a:cubicBezTo>
                    <a:pt x="2039" y="371"/>
                    <a:pt x="1124" y="279"/>
                    <a:pt x="66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7"/>
            <p:cNvSpPr/>
            <p:nvPr/>
          </p:nvSpPr>
          <p:spPr>
            <a:xfrm>
              <a:off x="-3500650" y="2068600"/>
              <a:ext cx="291050" cy="382700"/>
            </a:xfrm>
            <a:custGeom>
              <a:avLst/>
              <a:gdLst/>
              <a:ahLst/>
              <a:cxnLst/>
              <a:rect l="l" t="t" r="r" b="b"/>
              <a:pathLst>
                <a:path w="11642" h="15308" extrusionOk="0">
                  <a:moveTo>
                    <a:pt x="1034" y="0"/>
                  </a:moveTo>
                  <a:cubicBezTo>
                    <a:pt x="0" y="2102"/>
                    <a:pt x="167" y="4670"/>
                    <a:pt x="967" y="6872"/>
                  </a:cubicBezTo>
                  <a:cubicBezTo>
                    <a:pt x="1801" y="9073"/>
                    <a:pt x="3136" y="11108"/>
                    <a:pt x="4503" y="13009"/>
                  </a:cubicBezTo>
                  <a:cubicBezTo>
                    <a:pt x="5137" y="13877"/>
                    <a:pt x="5804" y="14844"/>
                    <a:pt x="6838" y="15178"/>
                  </a:cubicBezTo>
                  <a:cubicBezTo>
                    <a:pt x="7104" y="15266"/>
                    <a:pt x="7382" y="15308"/>
                    <a:pt x="7662" y="15308"/>
                  </a:cubicBezTo>
                  <a:cubicBezTo>
                    <a:pt x="8434" y="15308"/>
                    <a:pt x="9219" y="14991"/>
                    <a:pt x="9807" y="14477"/>
                  </a:cubicBezTo>
                  <a:cubicBezTo>
                    <a:pt x="11508" y="12976"/>
                    <a:pt x="11642" y="10174"/>
                    <a:pt x="10574" y="8139"/>
                  </a:cubicBezTo>
                  <a:cubicBezTo>
                    <a:pt x="9540" y="6104"/>
                    <a:pt x="7639" y="4670"/>
                    <a:pt x="5671" y="3469"/>
                  </a:cubicBezTo>
                  <a:cubicBezTo>
                    <a:pt x="5304" y="2035"/>
                    <a:pt x="3302" y="634"/>
                    <a:pt x="1034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7"/>
            <p:cNvSpPr/>
            <p:nvPr/>
          </p:nvSpPr>
          <p:spPr>
            <a:xfrm>
              <a:off x="-3887600" y="2096950"/>
              <a:ext cx="541250" cy="615525"/>
            </a:xfrm>
            <a:custGeom>
              <a:avLst/>
              <a:gdLst/>
              <a:ahLst/>
              <a:cxnLst/>
              <a:rect l="l" t="t" r="r" b="b"/>
              <a:pathLst>
                <a:path w="21650" h="24621" extrusionOk="0">
                  <a:moveTo>
                    <a:pt x="19881" y="0"/>
                  </a:moveTo>
                  <a:lnTo>
                    <a:pt x="4971" y="1234"/>
                  </a:lnTo>
                  <a:cubicBezTo>
                    <a:pt x="2135" y="1468"/>
                    <a:pt x="0" y="3970"/>
                    <a:pt x="267" y="6805"/>
                  </a:cubicBezTo>
                  <a:lnTo>
                    <a:pt x="968" y="15411"/>
                  </a:lnTo>
                  <a:cubicBezTo>
                    <a:pt x="1410" y="20690"/>
                    <a:pt x="5807" y="24621"/>
                    <a:pt x="10949" y="24621"/>
                  </a:cubicBezTo>
                  <a:cubicBezTo>
                    <a:pt x="11234" y="24621"/>
                    <a:pt x="11520" y="24609"/>
                    <a:pt x="11809" y="24584"/>
                  </a:cubicBezTo>
                  <a:lnTo>
                    <a:pt x="15144" y="24318"/>
                  </a:lnTo>
                  <a:cubicBezTo>
                    <a:pt x="18880" y="24017"/>
                    <a:pt x="21649" y="20715"/>
                    <a:pt x="21316" y="17012"/>
                  </a:cubicBezTo>
                  <a:lnTo>
                    <a:pt x="19881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7"/>
            <p:cNvSpPr/>
            <p:nvPr/>
          </p:nvSpPr>
          <p:spPr>
            <a:xfrm>
              <a:off x="-3801700" y="2465100"/>
              <a:ext cx="171800" cy="156900"/>
            </a:xfrm>
            <a:custGeom>
              <a:avLst/>
              <a:gdLst/>
              <a:ahLst/>
              <a:cxnLst/>
              <a:rect l="l" t="t" r="r" b="b"/>
              <a:pathLst>
                <a:path w="6872" h="6276" extrusionOk="0">
                  <a:moveTo>
                    <a:pt x="3449" y="1"/>
                  </a:moveTo>
                  <a:cubicBezTo>
                    <a:pt x="2019" y="1"/>
                    <a:pt x="744" y="989"/>
                    <a:pt x="400" y="2420"/>
                  </a:cubicBezTo>
                  <a:cubicBezTo>
                    <a:pt x="0" y="4088"/>
                    <a:pt x="1034" y="5789"/>
                    <a:pt x="2735" y="6189"/>
                  </a:cubicBezTo>
                  <a:cubicBezTo>
                    <a:pt x="2977" y="6247"/>
                    <a:pt x="3220" y="6275"/>
                    <a:pt x="3458" y="6275"/>
                  </a:cubicBezTo>
                  <a:cubicBezTo>
                    <a:pt x="4861" y="6275"/>
                    <a:pt x="6129" y="5308"/>
                    <a:pt x="6471" y="3854"/>
                  </a:cubicBezTo>
                  <a:cubicBezTo>
                    <a:pt x="6872" y="2186"/>
                    <a:pt x="5838" y="485"/>
                    <a:pt x="4170" y="85"/>
                  </a:cubicBezTo>
                  <a:cubicBezTo>
                    <a:pt x="3928" y="28"/>
                    <a:pt x="3686" y="1"/>
                    <a:pt x="3449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7"/>
            <p:cNvSpPr/>
            <p:nvPr/>
          </p:nvSpPr>
          <p:spPr>
            <a:xfrm>
              <a:off x="-3472300" y="2421350"/>
              <a:ext cx="119275" cy="155950"/>
            </a:xfrm>
            <a:custGeom>
              <a:avLst/>
              <a:gdLst/>
              <a:ahLst/>
              <a:cxnLst/>
              <a:rect l="l" t="t" r="r" b="b"/>
              <a:pathLst>
                <a:path w="4771" h="6238" extrusionOk="0">
                  <a:moveTo>
                    <a:pt x="3069" y="0"/>
                  </a:moveTo>
                  <a:cubicBezTo>
                    <a:pt x="1368" y="34"/>
                    <a:pt x="0" y="1401"/>
                    <a:pt x="0" y="3102"/>
                  </a:cubicBezTo>
                  <a:cubicBezTo>
                    <a:pt x="0" y="4837"/>
                    <a:pt x="1368" y="6238"/>
                    <a:pt x="3102" y="6238"/>
                  </a:cubicBezTo>
                  <a:cubicBezTo>
                    <a:pt x="3669" y="6238"/>
                    <a:pt x="4203" y="6105"/>
                    <a:pt x="4603" y="5838"/>
                  </a:cubicBezTo>
                  <a:cubicBezTo>
                    <a:pt x="4737" y="5237"/>
                    <a:pt x="4770" y="4603"/>
                    <a:pt x="4704" y="4003"/>
                  </a:cubicBezTo>
                  <a:lnTo>
                    <a:pt x="4370" y="267"/>
                  </a:lnTo>
                  <a:cubicBezTo>
                    <a:pt x="3936" y="100"/>
                    <a:pt x="3536" y="0"/>
                    <a:pt x="3069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7"/>
            <p:cNvSpPr/>
            <p:nvPr/>
          </p:nvSpPr>
          <p:spPr>
            <a:xfrm>
              <a:off x="-3662450" y="3440400"/>
              <a:ext cx="87600" cy="85350"/>
            </a:xfrm>
            <a:custGeom>
              <a:avLst/>
              <a:gdLst/>
              <a:ahLst/>
              <a:cxnLst/>
              <a:rect l="l" t="t" r="r" b="b"/>
              <a:pathLst>
                <a:path w="3504" h="3414" extrusionOk="0">
                  <a:moveTo>
                    <a:pt x="2102" y="1"/>
                  </a:moveTo>
                  <a:lnTo>
                    <a:pt x="1" y="3403"/>
                  </a:lnTo>
                  <a:cubicBezTo>
                    <a:pt x="1" y="3403"/>
                    <a:pt x="144" y="3413"/>
                    <a:pt x="372" y="3413"/>
                  </a:cubicBezTo>
                  <a:cubicBezTo>
                    <a:pt x="867" y="3413"/>
                    <a:pt x="1762" y="3366"/>
                    <a:pt x="2469" y="3070"/>
                  </a:cubicBezTo>
                  <a:cubicBezTo>
                    <a:pt x="3503" y="2703"/>
                    <a:pt x="2102" y="1"/>
                    <a:pt x="2102" y="1"/>
                  </a:cubicBez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7"/>
            <p:cNvSpPr/>
            <p:nvPr/>
          </p:nvSpPr>
          <p:spPr>
            <a:xfrm>
              <a:off x="-3162250" y="3300300"/>
              <a:ext cx="115275" cy="66175"/>
            </a:xfrm>
            <a:custGeom>
              <a:avLst/>
              <a:gdLst/>
              <a:ahLst/>
              <a:cxnLst/>
              <a:rect l="l" t="t" r="r" b="b"/>
              <a:pathLst>
                <a:path w="4611" h="2647" extrusionOk="0">
                  <a:moveTo>
                    <a:pt x="841" y="1"/>
                  </a:moveTo>
                  <a:cubicBezTo>
                    <a:pt x="841" y="1"/>
                    <a:pt x="1" y="2646"/>
                    <a:pt x="1386" y="2646"/>
                  </a:cubicBezTo>
                  <a:cubicBezTo>
                    <a:pt x="1435" y="2646"/>
                    <a:pt x="1487" y="2643"/>
                    <a:pt x="1541" y="2636"/>
                  </a:cubicBezTo>
                  <a:cubicBezTo>
                    <a:pt x="3143" y="2436"/>
                    <a:pt x="4610" y="801"/>
                    <a:pt x="4610" y="801"/>
                  </a:cubicBezTo>
                  <a:lnTo>
                    <a:pt x="841" y="1"/>
                  </a:ln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7"/>
            <p:cNvSpPr/>
            <p:nvPr/>
          </p:nvSpPr>
          <p:spPr>
            <a:xfrm>
              <a:off x="-3636600" y="3299475"/>
              <a:ext cx="562100" cy="273550"/>
            </a:xfrm>
            <a:custGeom>
              <a:avLst/>
              <a:gdLst/>
              <a:ahLst/>
              <a:cxnLst/>
              <a:rect l="l" t="t" r="r" b="b"/>
              <a:pathLst>
                <a:path w="22484" h="10942" extrusionOk="0">
                  <a:moveTo>
                    <a:pt x="20449" y="0"/>
                  </a:moveTo>
                  <a:cubicBezTo>
                    <a:pt x="20415" y="0"/>
                    <a:pt x="5471" y="1435"/>
                    <a:pt x="1" y="6505"/>
                  </a:cubicBezTo>
                  <a:lnTo>
                    <a:pt x="968" y="10941"/>
                  </a:lnTo>
                  <a:lnTo>
                    <a:pt x="22484" y="4103"/>
                  </a:lnTo>
                  <a:lnTo>
                    <a:pt x="20449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7"/>
            <p:cNvSpPr/>
            <p:nvPr/>
          </p:nvSpPr>
          <p:spPr>
            <a:xfrm>
              <a:off x="-3636600" y="3299475"/>
              <a:ext cx="546250" cy="211850"/>
            </a:xfrm>
            <a:custGeom>
              <a:avLst/>
              <a:gdLst/>
              <a:ahLst/>
              <a:cxnLst/>
              <a:rect l="l" t="t" r="r" b="b"/>
              <a:pathLst>
                <a:path w="21850" h="8474" extrusionOk="0">
                  <a:moveTo>
                    <a:pt x="20415" y="0"/>
                  </a:moveTo>
                  <a:cubicBezTo>
                    <a:pt x="20415" y="0"/>
                    <a:pt x="5438" y="1435"/>
                    <a:pt x="1" y="6505"/>
                  </a:cubicBezTo>
                  <a:lnTo>
                    <a:pt x="434" y="8473"/>
                  </a:lnTo>
                  <a:cubicBezTo>
                    <a:pt x="4504" y="7005"/>
                    <a:pt x="12743" y="4337"/>
                    <a:pt x="21850" y="2936"/>
                  </a:cubicBezTo>
                  <a:lnTo>
                    <a:pt x="2041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7"/>
            <p:cNvSpPr/>
            <p:nvPr/>
          </p:nvSpPr>
          <p:spPr>
            <a:xfrm>
              <a:off x="-3757500" y="1944325"/>
              <a:ext cx="145950" cy="187450"/>
            </a:xfrm>
            <a:custGeom>
              <a:avLst/>
              <a:gdLst/>
              <a:ahLst/>
              <a:cxnLst/>
              <a:rect l="l" t="t" r="r" b="b"/>
              <a:pathLst>
                <a:path w="5838" h="7498" extrusionOk="0">
                  <a:moveTo>
                    <a:pt x="4603" y="1"/>
                  </a:moveTo>
                  <a:cubicBezTo>
                    <a:pt x="4003" y="2936"/>
                    <a:pt x="2335" y="5605"/>
                    <a:pt x="0" y="7440"/>
                  </a:cubicBezTo>
                  <a:cubicBezTo>
                    <a:pt x="323" y="7479"/>
                    <a:pt x="632" y="7498"/>
                    <a:pt x="926" y="7498"/>
                  </a:cubicBezTo>
                  <a:cubicBezTo>
                    <a:pt x="3117" y="7498"/>
                    <a:pt x="4490" y="6446"/>
                    <a:pt x="5137" y="5004"/>
                  </a:cubicBezTo>
                  <a:cubicBezTo>
                    <a:pt x="5838" y="3437"/>
                    <a:pt x="5637" y="1435"/>
                    <a:pt x="4603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7"/>
            <p:cNvSpPr/>
            <p:nvPr/>
          </p:nvSpPr>
          <p:spPr>
            <a:xfrm>
              <a:off x="-4026025" y="2060250"/>
              <a:ext cx="365575" cy="438675"/>
            </a:xfrm>
            <a:custGeom>
              <a:avLst/>
              <a:gdLst/>
              <a:ahLst/>
              <a:cxnLst/>
              <a:rect l="l" t="t" r="r" b="b"/>
              <a:pathLst>
                <a:path w="14623" h="17547" extrusionOk="0">
                  <a:moveTo>
                    <a:pt x="14010" y="1"/>
                  </a:moveTo>
                  <a:cubicBezTo>
                    <a:pt x="14010" y="72"/>
                    <a:pt x="14019" y="153"/>
                    <a:pt x="14045" y="217"/>
                  </a:cubicBezTo>
                  <a:lnTo>
                    <a:pt x="14045" y="217"/>
                  </a:lnTo>
                  <a:cubicBezTo>
                    <a:pt x="14034" y="145"/>
                    <a:pt x="14022" y="73"/>
                    <a:pt x="14010" y="1"/>
                  </a:cubicBezTo>
                  <a:close/>
                  <a:moveTo>
                    <a:pt x="14045" y="217"/>
                  </a:moveTo>
                  <a:lnTo>
                    <a:pt x="14045" y="217"/>
                  </a:lnTo>
                  <a:cubicBezTo>
                    <a:pt x="14051" y="258"/>
                    <a:pt x="14058" y="299"/>
                    <a:pt x="14064" y="340"/>
                  </a:cubicBezTo>
                  <a:lnTo>
                    <a:pt x="14064" y="340"/>
                  </a:lnTo>
                  <a:cubicBezTo>
                    <a:pt x="14089" y="335"/>
                    <a:pt x="14114" y="330"/>
                    <a:pt x="14139" y="324"/>
                  </a:cubicBezTo>
                  <a:lnTo>
                    <a:pt x="14139" y="324"/>
                  </a:lnTo>
                  <a:cubicBezTo>
                    <a:pt x="14159" y="333"/>
                    <a:pt x="14181" y="338"/>
                    <a:pt x="14207" y="338"/>
                  </a:cubicBezTo>
                  <a:cubicBezTo>
                    <a:pt x="14260" y="338"/>
                    <a:pt x="14327" y="317"/>
                    <a:pt x="14410" y="267"/>
                  </a:cubicBezTo>
                  <a:lnTo>
                    <a:pt x="14410" y="267"/>
                  </a:lnTo>
                  <a:cubicBezTo>
                    <a:pt x="14320" y="286"/>
                    <a:pt x="14229" y="305"/>
                    <a:pt x="14139" y="324"/>
                  </a:cubicBezTo>
                  <a:lnTo>
                    <a:pt x="14139" y="324"/>
                  </a:lnTo>
                  <a:cubicBezTo>
                    <a:pt x="14095" y="305"/>
                    <a:pt x="14065" y="265"/>
                    <a:pt x="14045" y="217"/>
                  </a:cubicBezTo>
                  <a:close/>
                  <a:moveTo>
                    <a:pt x="14064" y="340"/>
                  </a:moveTo>
                  <a:lnTo>
                    <a:pt x="14064" y="340"/>
                  </a:lnTo>
                  <a:cubicBezTo>
                    <a:pt x="11470" y="887"/>
                    <a:pt x="8802" y="1488"/>
                    <a:pt x="6471" y="2669"/>
                  </a:cubicBezTo>
                  <a:cubicBezTo>
                    <a:pt x="4003" y="3937"/>
                    <a:pt x="1735" y="5971"/>
                    <a:pt x="901" y="8640"/>
                  </a:cubicBezTo>
                  <a:cubicBezTo>
                    <a:pt x="0" y="11509"/>
                    <a:pt x="734" y="14644"/>
                    <a:pt x="1501" y="17546"/>
                  </a:cubicBezTo>
                  <a:cubicBezTo>
                    <a:pt x="5471" y="16946"/>
                    <a:pt x="9073" y="14644"/>
                    <a:pt x="11408" y="11375"/>
                  </a:cubicBezTo>
                  <a:cubicBezTo>
                    <a:pt x="13676" y="8233"/>
                    <a:pt x="14622" y="4177"/>
                    <a:pt x="14064" y="34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7"/>
            <p:cNvSpPr/>
            <p:nvPr/>
          </p:nvSpPr>
          <p:spPr>
            <a:xfrm>
              <a:off x="-3720825" y="2002275"/>
              <a:ext cx="422000" cy="271475"/>
            </a:xfrm>
            <a:custGeom>
              <a:avLst/>
              <a:gdLst/>
              <a:ahLst/>
              <a:cxnLst/>
              <a:rect l="l" t="t" r="r" b="b"/>
              <a:pathLst>
                <a:path w="16880" h="10859" extrusionOk="0">
                  <a:moveTo>
                    <a:pt x="9186" y="1"/>
                  </a:moveTo>
                  <a:cubicBezTo>
                    <a:pt x="8082" y="1"/>
                    <a:pt x="6975" y="183"/>
                    <a:pt x="5938" y="518"/>
                  </a:cubicBezTo>
                  <a:cubicBezTo>
                    <a:pt x="3837" y="1152"/>
                    <a:pt x="2002" y="2420"/>
                    <a:pt x="1" y="4188"/>
                  </a:cubicBezTo>
                  <a:cubicBezTo>
                    <a:pt x="2603" y="8257"/>
                    <a:pt x="7306" y="10826"/>
                    <a:pt x="12143" y="10859"/>
                  </a:cubicBezTo>
                  <a:cubicBezTo>
                    <a:pt x="13177" y="10859"/>
                    <a:pt x="14278" y="10759"/>
                    <a:pt x="15112" y="10192"/>
                  </a:cubicBezTo>
                  <a:cubicBezTo>
                    <a:pt x="16312" y="9425"/>
                    <a:pt x="16879" y="7924"/>
                    <a:pt x="16846" y="6489"/>
                  </a:cubicBezTo>
                  <a:cubicBezTo>
                    <a:pt x="16779" y="4087"/>
                    <a:pt x="15145" y="1853"/>
                    <a:pt x="12977" y="818"/>
                  </a:cubicBezTo>
                  <a:cubicBezTo>
                    <a:pt x="11800" y="257"/>
                    <a:pt x="10495" y="1"/>
                    <a:pt x="9186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7"/>
            <p:cNvSpPr/>
            <p:nvPr/>
          </p:nvSpPr>
          <p:spPr>
            <a:xfrm>
              <a:off x="-4076075" y="2115300"/>
              <a:ext cx="297750" cy="290225"/>
            </a:xfrm>
            <a:custGeom>
              <a:avLst/>
              <a:gdLst/>
              <a:ahLst/>
              <a:cxnLst/>
              <a:rect l="l" t="t" r="r" b="b"/>
              <a:pathLst>
                <a:path w="11910" h="11609" extrusionOk="0">
                  <a:moveTo>
                    <a:pt x="11909" y="0"/>
                  </a:moveTo>
                  <a:cubicBezTo>
                    <a:pt x="11666" y="210"/>
                    <a:pt x="11454" y="372"/>
                    <a:pt x="11263" y="498"/>
                  </a:cubicBezTo>
                  <a:lnTo>
                    <a:pt x="11263" y="498"/>
                  </a:lnTo>
                  <a:cubicBezTo>
                    <a:pt x="11732" y="472"/>
                    <a:pt x="11684" y="563"/>
                    <a:pt x="11909" y="0"/>
                  </a:cubicBezTo>
                  <a:close/>
                  <a:moveTo>
                    <a:pt x="11263" y="498"/>
                  </a:moveTo>
                  <a:lnTo>
                    <a:pt x="11263" y="498"/>
                  </a:lnTo>
                  <a:cubicBezTo>
                    <a:pt x="11038" y="510"/>
                    <a:pt x="10693" y="549"/>
                    <a:pt x="10141" y="701"/>
                  </a:cubicBezTo>
                  <a:cubicBezTo>
                    <a:pt x="9896" y="771"/>
                    <a:pt x="9647" y="831"/>
                    <a:pt x="9397" y="886"/>
                  </a:cubicBezTo>
                  <a:lnTo>
                    <a:pt x="9397" y="886"/>
                  </a:lnTo>
                  <a:cubicBezTo>
                    <a:pt x="9606" y="896"/>
                    <a:pt x="9790" y="907"/>
                    <a:pt x="9963" y="907"/>
                  </a:cubicBezTo>
                  <a:cubicBezTo>
                    <a:pt x="10388" y="907"/>
                    <a:pt x="10749" y="837"/>
                    <a:pt x="11263" y="498"/>
                  </a:cubicBezTo>
                  <a:close/>
                  <a:moveTo>
                    <a:pt x="8882" y="872"/>
                  </a:moveTo>
                  <a:cubicBezTo>
                    <a:pt x="8597" y="872"/>
                    <a:pt x="8268" y="886"/>
                    <a:pt x="7873" y="934"/>
                  </a:cubicBezTo>
                  <a:cubicBezTo>
                    <a:pt x="6072" y="1134"/>
                    <a:pt x="4170" y="967"/>
                    <a:pt x="2569" y="1835"/>
                  </a:cubicBezTo>
                  <a:cubicBezTo>
                    <a:pt x="868" y="2802"/>
                    <a:pt x="1" y="4837"/>
                    <a:pt x="167" y="6772"/>
                  </a:cubicBezTo>
                  <a:cubicBezTo>
                    <a:pt x="368" y="8673"/>
                    <a:pt x="1535" y="10441"/>
                    <a:pt x="3069" y="11608"/>
                  </a:cubicBezTo>
                  <a:cubicBezTo>
                    <a:pt x="1869" y="10141"/>
                    <a:pt x="1368" y="8106"/>
                    <a:pt x="1802" y="6271"/>
                  </a:cubicBezTo>
                  <a:cubicBezTo>
                    <a:pt x="2202" y="4370"/>
                    <a:pt x="3503" y="2769"/>
                    <a:pt x="5204" y="1968"/>
                  </a:cubicBezTo>
                  <a:cubicBezTo>
                    <a:pt x="6508" y="1316"/>
                    <a:pt x="7981" y="1194"/>
                    <a:pt x="9397" y="886"/>
                  </a:cubicBezTo>
                  <a:lnTo>
                    <a:pt x="9397" y="886"/>
                  </a:lnTo>
                  <a:cubicBezTo>
                    <a:pt x="9241" y="878"/>
                    <a:pt x="9071" y="872"/>
                    <a:pt x="8882" y="872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7"/>
            <p:cNvSpPr/>
            <p:nvPr/>
          </p:nvSpPr>
          <p:spPr>
            <a:xfrm>
              <a:off x="-3346375" y="2535600"/>
              <a:ext cx="380275" cy="261400"/>
            </a:xfrm>
            <a:custGeom>
              <a:avLst/>
              <a:gdLst/>
              <a:ahLst/>
              <a:cxnLst/>
              <a:rect l="l" t="t" r="r" b="b"/>
              <a:pathLst>
                <a:path w="15211" h="10456" extrusionOk="0">
                  <a:moveTo>
                    <a:pt x="567" y="0"/>
                  </a:moveTo>
                  <a:cubicBezTo>
                    <a:pt x="0" y="1768"/>
                    <a:pt x="734" y="4270"/>
                    <a:pt x="2202" y="6305"/>
                  </a:cubicBezTo>
                  <a:cubicBezTo>
                    <a:pt x="3669" y="8339"/>
                    <a:pt x="5871" y="9941"/>
                    <a:pt x="8373" y="10341"/>
                  </a:cubicBezTo>
                  <a:cubicBezTo>
                    <a:pt x="8810" y="10418"/>
                    <a:pt x="9254" y="10456"/>
                    <a:pt x="9698" y="10456"/>
                  </a:cubicBezTo>
                  <a:cubicBezTo>
                    <a:pt x="11765" y="10456"/>
                    <a:pt x="13838" y="9632"/>
                    <a:pt x="15211" y="8039"/>
                  </a:cubicBezTo>
                  <a:lnTo>
                    <a:pt x="15211" y="8039"/>
                  </a:lnTo>
                  <a:cubicBezTo>
                    <a:pt x="13919" y="8976"/>
                    <a:pt x="12345" y="9412"/>
                    <a:pt x="10751" y="9412"/>
                  </a:cubicBezTo>
                  <a:cubicBezTo>
                    <a:pt x="9053" y="9412"/>
                    <a:pt x="7332" y="8918"/>
                    <a:pt x="5904" y="8006"/>
                  </a:cubicBezTo>
                  <a:cubicBezTo>
                    <a:pt x="3169" y="6271"/>
                    <a:pt x="1368" y="3202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-3624925" y="2585625"/>
              <a:ext cx="144300" cy="59225"/>
            </a:xfrm>
            <a:custGeom>
              <a:avLst/>
              <a:gdLst/>
              <a:ahLst/>
              <a:cxnLst/>
              <a:rect l="l" t="t" r="r" b="b"/>
              <a:pathLst>
                <a:path w="5772" h="2369" extrusionOk="0">
                  <a:moveTo>
                    <a:pt x="282" y="1"/>
                  </a:moveTo>
                  <a:cubicBezTo>
                    <a:pt x="242" y="1"/>
                    <a:pt x="201" y="12"/>
                    <a:pt x="168" y="34"/>
                  </a:cubicBezTo>
                  <a:cubicBezTo>
                    <a:pt x="34" y="101"/>
                    <a:pt x="1" y="267"/>
                    <a:pt x="101" y="334"/>
                  </a:cubicBezTo>
                  <a:cubicBezTo>
                    <a:pt x="835" y="1635"/>
                    <a:pt x="2369" y="2369"/>
                    <a:pt x="3870" y="2369"/>
                  </a:cubicBezTo>
                  <a:cubicBezTo>
                    <a:pt x="4471" y="2369"/>
                    <a:pt x="5038" y="2269"/>
                    <a:pt x="5605" y="2035"/>
                  </a:cubicBezTo>
                  <a:cubicBezTo>
                    <a:pt x="5705" y="2002"/>
                    <a:pt x="5772" y="1869"/>
                    <a:pt x="5705" y="1768"/>
                  </a:cubicBezTo>
                  <a:cubicBezTo>
                    <a:pt x="5679" y="1667"/>
                    <a:pt x="5596" y="1623"/>
                    <a:pt x="5513" y="1623"/>
                  </a:cubicBezTo>
                  <a:cubicBezTo>
                    <a:pt x="5487" y="1623"/>
                    <a:pt x="5462" y="1627"/>
                    <a:pt x="5438" y="1635"/>
                  </a:cubicBezTo>
                  <a:cubicBezTo>
                    <a:pt x="4941" y="1865"/>
                    <a:pt x="4402" y="1973"/>
                    <a:pt x="3863" y="1973"/>
                  </a:cubicBezTo>
                  <a:cubicBezTo>
                    <a:pt x="2523" y="1973"/>
                    <a:pt x="1182" y="1300"/>
                    <a:pt x="468" y="134"/>
                  </a:cubicBezTo>
                  <a:cubicBezTo>
                    <a:pt x="446" y="45"/>
                    <a:pt x="364" y="1"/>
                    <a:pt x="282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-3757500" y="2831625"/>
              <a:ext cx="710525" cy="693875"/>
            </a:xfrm>
            <a:custGeom>
              <a:avLst/>
              <a:gdLst/>
              <a:ahLst/>
              <a:cxnLst/>
              <a:rect l="l" t="t" r="r" b="b"/>
              <a:pathLst>
                <a:path w="28421" h="27755" extrusionOk="0">
                  <a:moveTo>
                    <a:pt x="14844" y="1"/>
                  </a:moveTo>
                  <a:lnTo>
                    <a:pt x="14510" y="201"/>
                  </a:lnTo>
                  <a:cubicBezTo>
                    <a:pt x="14510" y="201"/>
                    <a:pt x="18480" y="4904"/>
                    <a:pt x="11575" y="6973"/>
                  </a:cubicBezTo>
                  <a:cubicBezTo>
                    <a:pt x="11575" y="6973"/>
                    <a:pt x="10945" y="7266"/>
                    <a:pt x="9858" y="7266"/>
                  </a:cubicBezTo>
                  <a:cubicBezTo>
                    <a:pt x="8060" y="7266"/>
                    <a:pt x="5014" y="6463"/>
                    <a:pt x="1501" y="2203"/>
                  </a:cubicBezTo>
                  <a:lnTo>
                    <a:pt x="0" y="13844"/>
                  </a:lnTo>
                  <a:lnTo>
                    <a:pt x="3803" y="27754"/>
                  </a:lnTo>
                  <a:cubicBezTo>
                    <a:pt x="3803" y="27754"/>
                    <a:pt x="11575" y="21149"/>
                    <a:pt x="28420" y="19548"/>
                  </a:cubicBezTo>
                  <a:cubicBezTo>
                    <a:pt x="26919" y="13444"/>
                    <a:pt x="25118" y="7406"/>
                    <a:pt x="14844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7"/>
            <p:cNvSpPr/>
            <p:nvPr/>
          </p:nvSpPr>
          <p:spPr>
            <a:xfrm>
              <a:off x="-3757500" y="3143525"/>
              <a:ext cx="710525" cy="383625"/>
            </a:xfrm>
            <a:custGeom>
              <a:avLst/>
              <a:gdLst/>
              <a:ahLst/>
              <a:cxnLst/>
              <a:rect l="l" t="t" r="r" b="b"/>
              <a:pathLst>
                <a:path w="28421" h="15345" extrusionOk="0">
                  <a:moveTo>
                    <a:pt x="167" y="1"/>
                  </a:moveTo>
                  <a:lnTo>
                    <a:pt x="0" y="1368"/>
                  </a:lnTo>
                  <a:lnTo>
                    <a:pt x="3803" y="15345"/>
                  </a:lnTo>
                  <a:cubicBezTo>
                    <a:pt x="3803" y="15278"/>
                    <a:pt x="11575" y="8673"/>
                    <a:pt x="28420" y="7072"/>
                  </a:cubicBezTo>
                  <a:cubicBezTo>
                    <a:pt x="27820" y="4804"/>
                    <a:pt x="27253" y="2502"/>
                    <a:pt x="26152" y="167"/>
                  </a:cubicBezTo>
                  <a:cubicBezTo>
                    <a:pt x="21525" y="2558"/>
                    <a:pt x="17192" y="3359"/>
                    <a:pt x="13464" y="3359"/>
                  </a:cubicBezTo>
                  <a:cubicBezTo>
                    <a:pt x="5906" y="3359"/>
                    <a:pt x="834" y="67"/>
                    <a:pt x="834" y="67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7"/>
            <p:cNvSpPr/>
            <p:nvPr/>
          </p:nvSpPr>
          <p:spPr>
            <a:xfrm>
              <a:off x="-3757500" y="2886675"/>
              <a:ext cx="161800" cy="471200"/>
            </a:xfrm>
            <a:custGeom>
              <a:avLst/>
              <a:gdLst/>
              <a:ahLst/>
              <a:cxnLst/>
              <a:rect l="l" t="t" r="r" b="b"/>
              <a:pathLst>
                <a:path w="6472" h="18848" extrusionOk="0">
                  <a:moveTo>
                    <a:pt x="1501" y="1"/>
                  </a:moveTo>
                  <a:lnTo>
                    <a:pt x="0" y="11642"/>
                  </a:lnTo>
                  <a:lnTo>
                    <a:pt x="1968" y="18847"/>
                  </a:lnTo>
                  <a:cubicBezTo>
                    <a:pt x="6171" y="15945"/>
                    <a:pt x="6471" y="8340"/>
                    <a:pt x="6271" y="4103"/>
                  </a:cubicBezTo>
                  <a:cubicBezTo>
                    <a:pt x="4837" y="3336"/>
                    <a:pt x="3236" y="2102"/>
                    <a:pt x="1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-3282175" y="3366175"/>
              <a:ext cx="1180025" cy="870650"/>
            </a:xfrm>
            <a:custGeom>
              <a:avLst/>
              <a:gdLst/>
              <a:ahLst/>
              <a:cxnLst/>
              <a:rect l="l" t="t" r="r" b="b"/>
              <a:pathLst>
                <a:path w="47201" h="34826" extrusionOk="0">
                  <a:moveTo>
                    <a:pt x="8907" y="1"/>
                  </a:moveTo>
                  <a:lnTo>
                    <a:pt x="1" y="2870"/>
                  </a:lnTo>
                  <a:lnTo>
                    <a:pt x="7639" y="18881"/>
                  </a:lnTo>
                  <a:lnTo>
                    <a:pt x="25686" y="18881"/>
                  </a:lnTo>
                  <a:lnTo>
                    <a:pt x="36160" y="34826"/>
                  </a:lnTo>
                  <a:lnTo>
                    <a:pt x="47201" y="30623"/>
                  </a:lnTo>
                  <a:lnTo>
                    <a:pt x="39295" y="12176"/>
                  </a:lnTo>
                  <a:cubicBezTo>
                    <a:pt x="38928" y="11176"/>
                    <a:pt x="38295" y="10108"/>
                    <a:pt x="37527" y="9007"/>
                  </a:cubicBezTo>
                  <a:cubicBezTo>
                    <a:pt x="34445" y="4599"/>
                    <a:pt x="29320" y="2002"/>
                    <a:pt x="23888" y="2002"/>
                  </a:cubicBezTo>
                  <a:cubicBezTo>
                    <a:pt x="23854" y="2002"/>
                    <a:pt x="23819" y="2002"/>
                    <a:pt x="23784" y="2002"/>
                  </a:cubicBezTo>
                  <a:lnTo>
                    <a:pt x="9974" y="2136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-3192950" y="3623025"/>
              <a:ext cx="902350" cy="614650"/>
            </a:xfrm>
            <a:custGeom>
              <a:avLst/>
              <a:gdLst/>
              <a:ahLst/>
              <a:cxnLst/>
              <a:rect l="l" t="t" r="r" b="b"/>
              <a:pathLst>
                <a:path w="36094" h="24586" extrusionOk="0">
                  <a:moveTo>
                    <a:pt x="3103" y="1"/>
                  </a:moveTo>
                  <a:lnTo>
                    <a:pt x="1" y="201"/>
                  </a:lnTo>
                  <a:lnTo>
                    <a:pt x="4037" y="8674"/>
                  </a:lnTo>
                  <a:lnTo>
                    <a:pt x="22083" y="8674"/>
                  </a:lnTo>
                  <a:lnTo>
                    <a:pt x="32557" y="24585"/>
                  </a:lnTo>
                  <a:lnTo>
                    <a:pt x="36093" y="23184"/>
                  </a:lnTo>
                  <a:lnTo>
                    <a:pt x="27520" y="7740"/>
                  </a:lnTo>
                  <a:cubicBezTo>
                    <a:pt x="25452" y="4137"/>
                    <a:pt x="21783" y="1702"/>
                    <a:pt x="17613" y="1335"/>
                  </a:cubicBezTo>
                  <a:lnTo>
                    <a:pt x="31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-3543200" y="2480825"/>
              <a:ext cx="58400" cy="97325"/>
            </a:xfrm>
            <a:custGeom>
              <a:avLst/>
              <a:gdLst/>
              <a:ahLst/>
              <a:cxnLst/>
              <a:rect l="l" t="t" r="r" b="b"/>
              <a:pathLst>
                <a:path w="2336" h="3893" extrusionOk="0">
                  <a:moveTo>
                    <a:pt x="1125" y="1"/>
                  </a:moveTo>
                  <a:cubicBezTo>
                    <a:pt x="1063" y="1"/>
                    <a:pt x="993" y="17"/>
                    <a:pt x="935" y="56"/>
                  </a:cubicBezTo>
                  <a:cubicBezTo>
                    <a:pt x="901" y="156"/>
                    <a:pt x="901" y="290"/>
                    <a:pt x="1002" y="356"/>
                  </a:cubicBezTo>
                  <a:cubicBezTo>
                    <a:pt x="1569" y="857"/>
                    <a:pt x="1869" y="1391"/>
                    <a:pt x="1869" y="1858"/>
                  </a:cubicBezTo>
                  <a:cubicBezTo>
                    <a:pt x="1769" y="3192"/>
                    <a:pt x="234" y="3492"/>
                    <a:pt x="168" y="3492"/>
                  </a:cubicBezTo>
                  <a:cubicBezTo>
                    <a:pt x="34" y="3492"/>
                    <a:pt x="1" y="3625"/>
                    <a:pt x="1" y="3726"/>
                  </a:cubicBezTo>
                  <a:cubicBezTo>
                    <a:pt x="1" y="3826"/>
                    <a:pt x="68" y="3892"/>
                    <a:pt x="201" y="3892"/>
                  </a:cubicBezTo>
                  <a:cubicBezTo>
                    <a:pt x="901" y="3792"/>
                    <a:pt x="2236" y="3192"/>
                    <a:pt x="2269" y="1891"/>
                  </a:cubicBezTo>
                  <a:cubicBezTo>
                    <a:pt x="2336" y="1290"/>
                    <a:pt x="1936" y="657"/>
                    <a:pt x="1235" y="23"/>
                  </a:cubicBezTo>
                  <a:cubicBezTo>
                    <a:pt x="1207" y="9"/>
                    <a:pt x="1168" y="1"/>
                    <a:pt x="1125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7"/>
            <p:cNvSpPr/>
            <p:nvPr/>
          </p:nvSpPr>
          <p:spPr>
            <a:xfrm>
              <a:off x="-2710925" y="4657950"/>
              <a:ext cx="373625" cy="318775"/>
            </a:xfrm>
            <a:custGeom>
              <a:avLst/>
              <a:gdLst/>
              <a:ahLst/>
              <a:cxnLst/>
              <a:rect l="l" t="t" r="r" b="b"/>
              <a:pathLst>
                <a:path w="14945" h="12751" extrusionOk="0">
                  <a:moveTo>
                    <a:pt x="9640" y="0"/>
                  </a:moveTo>
                  <a:lnTo>
                    <a:pt x="0" y="4804"/>
                  </a:lnTo>
                  <a:lnTo>
                    <a:pt x="5904" y="12709"/>
                  </a:lnTo>
                  <a:cubicBezTo>
                    <a:pt x="5904" y="12709"/>
                    <a:pt x="6250" y="12751"/>
                    <a:pt x="6811" y="12751"/>
                  </a:cubicBezTo>
                  <a:cubicBezTo>
                    <a:pt x="8772" y="12751"/>
                    <a:pt x="13362" y="12246"/>
                    <a:pt x="14944" y="7706"/>
                  </a:cubicBezTo>
                  <a:lnTo>
                    <a:pt x="9640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7"/>
            <p:cNvSpPr/>
            <p:nvPr/>
          </p:nvSpPr>
          <p:spPr>
            <a:xfrm>
              <a:off x="-2592525" y="4836400"/>
              <a:ext cx="658850" cy="337775"/>
            </a:xfrm>
            <a:custGeom>
              <a:avLst/>
              <a:gdLst/>
              <a:ahLst/>
              <a:cxnLst/>
              <a:rect l="l" t="t" r="r" b="b"/>
              <a:pathLst>
                <a:path w="26354" h="13511" extrusionOk="0">
                  <a:moveTo>
                    <a:pt x="9775" y="1"/>
                  </a:moveTo>
                  <a:lnTo>
                    <a:pt x="1" y="4037"/>
                  </a:lnTo>
                  <a:lnTo>
                    <a:pt x="234" y="9908"/>
                  </a:lnTo>
                  <a:cubicBezTo>
                    <a:pt x="368" y="11909"/>
                    <a:pt x="2036" y="13510"/>
                    <a:pt x="4037" y="13510"/>
                  </a:cubicBezTo>
                  <a:lnTo>
                    <a:pt x="26353" y="13510"/>
                  </a:lnTo>
                  <a:lnTo>
                    <a:pt x="26353" y="12810"/>
                  </a:lnTo>
                  <a:cubicBezTo>
                    <a:pt x="26353" y="11075"/>
                    <a:pt x="25252" y="9574"/>
                    <a:pt x="23685" y="9007"/>
                  </a:cubicBezTo>
                  <a:lnTo>
                    <a:pt x="20749" y="7973"/>
                  </a:lnTo>
                  <a:lnTo>
                    <a:pt x="9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-2232250" y="4975675"/>
              <a:ext cx="135950" cy="123450"/>
            </a:xfrm>
            <a:custGeom>
              <a:avLst/>
              <a:gdLst/>
              <a:ahLst/>
              <a:cxnLst/>
              <a:rect l="l" t="t" r="r" b="b"/>
              <a:pathLst>
                <a:path w="5438" h="4938" extrusionOk="0">
                  <a:moveTo>
                    <a:pt x="3102" y="0"/>
                  </a:moveTo>
                  <a:lnTo>
                    <a:pt x="0" y="2836"/>
                  </a:lnTo>
                  <a:lnTo>
                    <a:pt x="1968" y="4937"/>
                  </a:lnTo>
                  <a:lnTo>
                    <a:pt x="5437" y="1668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-2324825" y="4912300"/>
              <a:ext cx="140950" cy="128450"/>
            </a:xfrm>
            <a:custGeom>
              <a:avLst/>
              <a:gdLst/>
              <a:ahLst/>
              <a:cxnLst/>
              <a:rect l="l" t="t" r="r" b="b"/>
              <a:pathLst>
                <a:path w="5638" h="5138" extrusionOk="0">
                  <a:moveTo>
                    <a:pt x="3303" y="0"/>
                  </a:moveTo>
                  <a:lnTo>
                    <a:pt x="1" y="3036"/>
                  </a:lnTo>
                  <a:lnTo>
                    <a:pt x="1969" y="5137"/>
                  </a:lnTo>
                  <a:lnTo>
                    <a:pt x="5638" y="1668"/>
                  </a:lnTo>
                  <a:lnTo>
                    <a:pt x="33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7"/>
            <p:cNvSpPr/>
            <p:nvPr/>
          </p:nvSpPr>
          <p:spPr>
            <a:xfrm>
              <a:off x="-2710925" y="4658775"/>
              <a:ext cx="281050" cy="258550"/>
            </a:xfrm>
            <a:custGeom>
              <a:avLst/>
              <a:gdLst/>
              <a:ahLst/>
              <a:cxnLst/>
              <a:rect l="l" t="t" r="r" b="b"/>
              <a:pathLst>
                <a:path w="11242" h="10342" extrusionOk="0">
                  <a:moveTo>
                    <a:pt x="9674" y="1"/>
                  </a:moveTo>
                  <a:lnTo>
                    <a:pt x="0" y="4771"/>
                  </a:lnTo>
                  <a:lnTo>
                    <a:pt x="4170" y="10341"/>
                  </a:lnTo>
                  <a:lnTo>
                    <a:pt x="11242" y="2269"/>
                  </a:lnTo>
                  <a:lnTo>
                    <a:pt x="9674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7"/>
            <p:cNvSpPr/>
            <p:nvPr/>
          </p:nvSpPr>
          <p:spPr>
            <a:xfrm>
              <a:off x="-3970175" y="2397525"/>
              <a:ext cx="162650" cy="192650"/>
            </a:xfrm>
            <a:custGeom>
              <a:avLst/>
              <a:gdLst/>
              <a:ahLst/>
              <a:cxnLst/>
              <a:rect l="l" t="t" r="r" b="b"/>
              <a:pathLst>
                <a:path w="6506" h="7706" extrusionOk="0">
                  <a:moveTo>
                    <a:pt x="3973" y="1"/>
                  </a:moveTo>
                  <a:cubicBezTo>
                    <a:pt x="2619" y="1"/>
                    <a:pt x="1220" y="878"/>
                    <a:pt x="668" y="2121"/>
                  </a:cubicBezTo>
                  <a:cubicBezTo>
                    <a:pt x="1" y="3655"/>
                    <a:pt x="535" y="5556"/>
                    <a:pt x="1802" y="6657"/>
                  </a:cubicBezTo>
                  <a:cubicBezTo>
                    <a:pt x="2625" y="7350"/>
                    <a:pt x="3701" y="7706"/>
                    <a:pt x="4783" y="7706"/>
                  </a:cubicBezTo>
                  <a:cubicBezTo>
                    <a:pt x="5368" y="7706"/>
                    <a:pt x="5955" y="7602"/>
                    <a:pt x="6506" y="7391"/>
                  </a:cubicBezTo>
                  <a:cubicBezTo>
                    <a:pt x="5972" y="5056"/>
                    <a:pt x="5405" y="2721"/>
                    <a:pt x="4804" y="119"/>
                  </a:cubicBezTo>
                  <a:cubicBezTo>
                    <a:pt x="4535" y="39"/>
                    <a:pt x="4255" y="1"/>
                    <a:pt x="3973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7"/>
            <p:cNvSpPr/>
            <p:nvPr/>
          </p:nvSpPr>
          <p:spPr>
            <a:xfrm>
              <a:off x="-3936800" y="2428275"/>
              <a:ext cx="101750" cy="130700"/>
            </a:xfrm>
            <a:custGeom>
              <a:avLst/>
              <a:gdLst/>
              <a:ahLst/>
              <a:cxnLst/>
              <a:rect l="l" t="t" r="r" b="b"/>
              <a:pathLst>
                <a:path w="4070" h="5228" extrusionOk="0">
                  <a:moveTo>
                    <a:pt x="1201" y="0"/>
                  </a:moveTo>
                  <a:cubicBezTo>
                    <a:pt x="1119" y="0"/>
                    <a:pt x="1030" y="53"/>
                    <a:pt x="968" y="157"/>
                  </a:cubicBezTo>
                  <a:cubicBezTo>
                    <a:pt x="934" y="257"/>
                    <a:pt x="0" y="2258"/>
                    <a:pt x="901" y="3759"/>
                  </a:cubicBezTo>
                  <a:cubicBezTo>
                    <a:pt x="1335" y="4593"/>
                    <a:pt x="2302" y="5094"/>
                    <a:pt x="3736" y="5227"/>
                  </a:cubicBezTo>
                  <a:cubicBezTo>
                    <a:pt x="3903" y="5227"/>
                    <a:pt x="4003" y="5094"/>
                    <a:pt x="4003" y="4960"/>
                  </a:cubicBezTo>
                  <a:cubicBezTo>
                    <a:pt x="4070" y="4793"/>
                    <a:pt x="3936" y="4627"/>
                    <a:pt x="3770" y="4627"/>
                  </a:cubicBezTo>
                  <a:cubicBezTo>
                    <a:pt x="2602" y="4560"/>
                    <a:pt x="1768" y="4126"/>
                    <a:pt x="1401" y="3459"/>
                  </a:cubicBezTo>
                  <a:cubicBezTo>
                    <a:pt x="667" y="2258"/>
                    <a:pt x="1468" y="424"/>
                    <a:pt x="1468" y="424"/>
                  </a:cubicBezTo>
                  <a:cubicBezTo>
                    <a:pt x="1568" y="290"/>
                    <a:pt x="1501" y="123"/>
                    <a:pt x="1335" y="57"/>
                  </a:cubicBezTo>
                  <a:cubicBezTo>
                    <a:pt x="1297" y="19"/>
                    <a:pt x="1250" y="0"/>
                    <a:pt x="1201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7"/>
            <p:cNvSpPr/>
            <p:nvPr/>
          </p:nvSpPr>
          <p:spPr>
            <a:xfrm>
              <a:off x="-3632425" y="3392875"/>
              <a:ext cx="1144175" cy="1370175"/>
            </a:xfrm>
            <a:custGeom>
              <a:avLst/>
              <a:gdLst/>
              <a:ahLst/>
              <a:cxnLst/>
              <a:rect l="l" t="t" r="r" b="b"/>
              <a:pathLst>
                <a:path w="45767" h="54807" extrusionOk="0">
                  <a:moveTo>
                    <a:pt x="19915" y="0"/>
                  </a:moveTo>
                  <a:lnTo>
                    <a:pt x="601" y="6205"/>
                  </a:lnTo>
                  <a:lnTo>
                    <a:pt x="301" y="10274"/>
                  </a:lnTo>
                  <a:cubicBezTo>
                    <a:pt x="1" y="12209"/>
                    <a:pt x="1" y="14110"/>
                    <a:pt x="301" y="16045"/>
                  </a:cubicBezTo>
                  <a:cubicBezTo>
                    <a:pt x="1235" y="21949"/>
                    <a:pt x="4937" y="27053"/>
                    <a:pt x="10241" y="29788"/>
                  </a:cubicBezTo>
                  <a:lnTo>
                    <a:pt x="22317" y="36059"/>
                  </a:lnTo>
                  <a:lnTo>
                    <a:pt x="34158" y="54806"/>
                  </a:lnTo>
                  <a:lnTo>
                    <a:pt x="45767" y="48135"/>
                  </a:lnTo>
                  <a:lnTo>
                    <a:pt x="33591" y="26386"/>
                  </a:lnTo>
                  <a:cubicBezTo>
                    <a:pt x="32591" y="24585"/>
                    <a:pt x="31356" y="22917"/>
                    <a:pt x="29989" y="21416"/>
                  </a:cubicBezTo>
                  <a:lnTo>
                    <a:pt x="26753" y="17913"/>
                  </a:lnTo>
                  <a:lnTo>
                    <a:pt x="20815" y="9240"/>
                  </a:lnTo>
                  <a:lnTo>
                    <a:pt x="199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7"/>
            <p:cNvSpPr/>
            <p:nvPr/>
          </p:nvSpPr>
          <p:spPr>
            <a:xfrm>
              <a:off x="-3631600" y="3519625"/>
              <a:ext cx="1029950" cy="1356000"/>
            </a:xfrm>
            <a:custGeom>
              <a:avLst/>
              <a:gdLst/>
              <a:ahLst/>
              <a:cxnLst/>
              <a:rect l="l" t="t" r="r" b="b"/>
              <a:pathLst>
                <a:path w="41198" h="54240" extrusionOk="0">
                  <a:moveTo>
                    <a:pt x="4071" y="1"/>
                  </a:moveTo>
                  <a:lnTo>
                    <a:pt x="568" y="1168"/>
                  </a:lnTo>
                  <a:lnTo>
                    <a:pt x="268" y="5271"/>
                  </a:lnTo>
                  <a:cubicBezTo>
                    <a:pt x="1" y="7172"/>
                    <a:pt x="1" y="9107"/>
                    <a:pt x="268" y="11009"/>
                  </a:cubicBezTo>
                  <a:cubicBezTo>
                    <a:pt x="1202" y="16946"/>
                    <a:pt x="4904" y="22016"/>
                    <a:pt x="10208" y="24785"/>
                  </a:cubicBezTo>
                  <a:lnTo>
                    <a:pt x="22284" y="31023"/>
                  </a:lnTo>
                  <a:lnTo>
                    <a:pt x="32524" y="47234"/>
                  </a:lnTo>
                  <a:lnTo>
                    <a:pt x="30356" y="48502"/>
                  </a:lnTo>
                  <a:lnTo>
                    <a:pt x="33692" y="54239"/>
                  </a:lnTo>
                  <a:lnTo>
                    <a:pt x="41197" y="49903"/>
                  </a:lnTo>
                  <a:lnTo>
                    <a:pt x="31790" y="32357"/>
                  </a:lnTo>
                  <a:cubicBezTo>
                    <a:pt x="29889" y="28821"/>
                    <a:pt x="27220" y="25852"/>
                    <a:pt x="23918" y="23684"/>
                  </a:cubicBezTo>
                  <a:lnTo>
                    <a:pt x="12977" y="16379"/>
                  </a:lnTo>
                  <a:cubicBezTo>
                    <a:pt x="7773" y="14344"/>
                    <a:pt x="5238" y="6005"/>
                    <a:pt x="40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7"/>
            <p:cNvSpPr/>
            <p:nvPr/>
          </p:nvSpPr>
          <p:spPr>
            <a:xfrm>
              <a:off x="-3601575" y="3553025"/>
              <a:ext cx="242700" cy="341075"/>
            </a:xfrm>
            <a:custGeom>
              <a:avLst/>
              <a:gdLst/>
              <a:ahLst/>
              <a:cxnLst/>
              <a:rect l="l" t="t" r="r" b="b"/>
              <a:pathLst>
                <a:path w="9708" h="13643" extrusionOk="0">
                  <a:moveTo>
                    <a:pt x="7672" y="0"/>
                  </a:moveTo>
                  <a:cubicBezTo>
                    <a:pt x="7627" y="0"/>
                    <a:pt x="7582" y="11"/>
                    <a:pt x="7540" y="32"/>
                  </a:cubicBezTo>
                  <a:cubicBezTo>
                    <a:pt x="7373" y="132"/>
                    <a:pt x="7339" y="299"/>
                    <a:pt x="7406" y="399"/>
                  </a:cubicBezTo>
                  <a:cubicBezTo>
                    <a:pt x="7473" y="466"/>
                    <a:pt x="9708" y="5470"/>
                    <a:pt x="7540" y="9172"/>
                  </a:cubicBezTo>
                  <a:cubicBezTo>
                    <a:pt x="6239" y="11307"/>
                    <a:pt x="3703" y="12641"/>
                    <a:pt x="1" y="13042"/>
                  </a:cubicBezTo>
                  <a:cubicBezTo>
                    <a:pt x="68" y="13242"/>
                    <a:pt x="101" y="13409"/>
                    <a:pt x="201" y="13642"/>
                  </a:cubicBezTo>
                  <a:cubicBezTo>
                    <a:pt x="4037" y="13142"/>
                    <a:pt x="6706" y="11741"/>
                    <a:pt x="8040" y="9472"/>
                  </a:cubicBezTo>
                  <a:cubicBezTo>
                    <a:pt x="9007" y="7805"/>
                    <a:pt x="9274" y="5670"/>
                    <a:pt x="8874" y="3301"/>
                  </a:cubicBezTo>
                  <a:cubicBezTo>
                    <a:pt x="8540" y="1500"/>
                    <a:pt x="7940" y="199"/>
                    <a:pt x="7906" y="166"/>
                  </a:cubicBezTo>
                  <a:cubicBezTo>
                    <a:pt x="7861" y="52"/>
                    <a:pt x="7769" y="0"/>
                    <a:pt x="7672" y="0"/>
                  </a:cubicBez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7"/>
            <p:cNvSpPr/>
            <p:nvPr/>
          </p:nvSpPr>
          <p:spPr>
            <a:xfrm>
              <a:off x="-4041050" y="2892775"/>
              <a:ext cx="458675" cy="1036350"/>
            </a:xfrm>
            <a:custGeom>
              <a:avLst/>
              <a:gdLst/>
              <a:ahLst/>
              <a:cxnLst/>
              <a:rect l="l" t="t" r="r" b="b"/>
              <a:pathLst>
                <a:path w="18347" h="41454" extrusionOk="0">
                  <a:moveTo>
                    <a:pt x="9267" y="1"/>
                  </a:moveTo>
                  <a:cubicBezTo>
                    <a:pt x="6997" y="1"/>
                    <a:pt x="4882" y="1520"/>
                    <a:pt x="4270" y="3826"/>
                  </a:cubicBezTo>
                  <a:lnTo>
                    <a:pt x="601" y="20104"/>
                  </a:lnTo>
                  <a:cubicBezTo>
                    <a:pt x="1" y="22673"/>
                    <a:pt x="568" y="25375"/>
                    <a:pt x="2069" y="27543"/>
                  </a:cubicBezTo>
                  <a:lnTo>
                    <a:pt x="11742" y="41453"/>
                  </a:lnTo>
                  <a:lnTo>
                    <a:pt x="18347" y="37884"/>
                  </a:lnTo>
                  <a:lnTo>
                    <a:pt x="10341" y="22606"/>
                  </a:lnTo>
                  <a:lnTo>
                    <a:pt x="14744" y="6728"/>
                  </a:lnTo>
                  <a:cubicBezTo>
                    <a:pt x="15512" y="3926"/>
                    <a:pt x="13911" y="1057"/>
                    <a:pt x="11109" y="324"/>
                  </a:cubicBezTo>
                  <a:lnTo>
                    <a:pt x="10642" y="190"/>
                  </a:lnTo>
                  <a:cubicBezTo>
                    <a:pt x="10184" y="62"/>
                    <a:pt x="9723" y="1"/>
                    <a:pt x="9267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7"/>
            <p:cNvSpPr/>
            <p:nvPr/>
          </p:nvSpPr>
          <p:spPr>
            <a:xfrm>
              <a:off x="-4013525" y="3131025"/>
              <a:ext cx="321925" cy="212675"/>
            </a:xfrm>
            <a:custGeom>
              <a:avLst/>
              <a:gdLst/>
              <a:ahLst/>
              <a:cxnLst/>
              <a:rect l="l" t="t" r="r" b="b"/>
              <a:pathLst>
                <a:path w="12877" h="8507" extrusionOk="0">
                  <a:moveTo>
                    <a:pt x="12876" y="0"/>
                  </a:moveTo>
                  <a:lnTo>
                    <a:pt x="1868" y="334"/>
                  </a:lnTo>
                  <a:lnTo>
                    <a:pt x="0" y="8506"/>
                  </a:lnTo>
                  <a:lnTo>
                    <a:pt x="0" y="8506"/>
                  </a:lnTo>
                  <a:lnTo>
                    <a:pt x="10641" y="8206"/>
                  </a:lnTo>
                  <a:lnTo>
                    <a:pt x="12876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7"/>
            <p:cNvSpPr/>
            <p:nvPr/>
          </p:nvSpPr>
          <p:spPr>
            <a:xfrm>
              <a:off x="-3511500" y="3897400"/>
              <a:ext cx="166800" cy="135500"/>
            </a:xfrm>
            <a:custGeom>
              <a:avLst/>
              <a:gdLst/>
              <a:ahLst/>
              <a:cxnLst/>
              <a:rect l="l" t="t" r="r" b="b"/>
              <a:pathLst>
                <a:path w="6672" h="5420" extrusionOk="0">
                  <a:moveTo>
                    <a:pt x="0" y="0"/>
                  </a:moveTo>
                  <a:lnTo>
                    <a:pt x="4604" y="5037"/>
                  </a:lnTo>
                  <a:cubicBezTo>
                    <a:pt x="4812" y="5287"/>
                    <a:pt x="5097" y="5420"/>
                    <a:pt x="5396" y="5420"/>
                  </a:cubicBezTo>
                  <a:cubicBezTo>
                    <a:pt x="5577" y="5420"/>
                    <a:pt x="5762" y="5371"/>
                    <a:pt x="5938" y="5271"/>
                  </a:cubicBezTo>
                  <a:cubicBezTo>
                    <a:pt x="6572" y="4937"/>
                    <a:pt x="6672" y="4170"/>
                    <a:pt x="6272" y="3603"/>
                  </a:cubicBezTo>
                  <a:lnTo>
                    <a:pt x="5271" y="2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A5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7"/>
            <p:cNvSpPr/>
            <p:nvPr/>
          </p:nvSpPr>
          <p:spPr>
            <a:xfrm>
              <a:off x="-3755850" y="3823175"/>
              <a:ext cx="412825" cy="372350"/>
            </a:xfrm>
            <a:custGeom>
              <a:avLst/>
              <a:gdLst/>
              <a:ahLst/>
              <a:cxnLst/>
              <a:rect l="l" t="t" r="r" b="b"/>
              <a:pathLst>
                <a:path w="16513" h="14894" extrusionOk="0">
                  <a:moveTo>
                    <a:pt x="5872" y="1"/>
                  </a:moveTo>
                  <a:lnTo>
                    <a:pt x="101" y="3370"/>
                  </a:lnTo>
                  <a:lnTo>
                    <a:pt x="1" y="9307"/>
                  </a:lnTo>
                  <a:lnTo>
                    <a:pt x="1502" y="11909"/>
                  </a:lnTo>
                  <a:cubicBezTo>
                    <a:pt x="1782" y="12418"/>
                    <a:pt x="1829" y="12791"/>
                    <a:pt x="2146" y="12791"/>
                  </a:cubicBezTo>
                  <a:cubicBezTo>
                    <a:pt x="2245" y="12791"/>
                    <a:pt x="2370" y="12755"/>
                    <a:pt x="2536" y="12676"/>
                  </a:cubicBezTo>
                  <a:cubicBezTo>
                    <a:pt x="3070" y="12410"/>
                    <a:pt x="3403" y="11876"/>
                    <a:pt x="3403" y="11309"/>
                  </a:cubicBezTo>
                  <a:lnTo>
                    <a:pt x="3270" y="6972"/>
                  </a:lnTo>
                  <a:lnTo>
                    <a:pt x="6172" y="9541"/>
                  </a:lnTo>
                  <a:lnTo>
                    <a:pt x="8006" y="13877"/>
                  </a:lnTo>
                  <a:cubicBezTo>
                    <a:pt x="8270" y="14511"/>
                    <a:pt x="8889" y="14894"/>
                    <a:pt x="9549" y="14894"/>
                  </a:cubicBezTo>
                  <a:cubicBezTo>
                    <a:pt x="9724" y="14894"/>
                    <a:pt x="9901" y="14867"/>
                    <a:pt x="10075" y="14811"/>
                  </a:cubicBezTo>
                  <a:cubicBezTo>
                    <a:pt x="10708" y="14578"/>
                    <a:pt x="11109" y="14011"/>
                    <a:pt x="11175" y="13344"/>
                  </a:cubicBezTo>
                  <a:lnTo>
                    <a:pt x="11542" y="13811"/>
                  </a:lnTo>
                  <a:cubicBezTo>
                    <a:pt x="11773" y="14093"/>
                    <a:pt x="12083" y="14256"/>
                    <a:pt x="12426" y="14256"/>
                  </a:cubicBezTo>
                  <a:cubicBezTo>
                    <a:pt x="12529" y="14256"/>
                    <a:pt x="12635" y="14242"/>
                    <a:pt x="12743" y="14211"/>
                  </a:cubicBezTo>
                  <a:cubicBezTo>
                    <a:pt x="13444" y="14044"/>
                    <a:pt x="13877" y="13310"/>
                    <a:pt x="13610" y="12576"/>
                  </a:cubicBezTo>
                  <a:lnTo>
                    <a:pt x="11576" y="7072"/>
                  </a:lnTo>
                  <a:lnTo>
                    <a:pt x="14778" y="11642"/>
                  </a:lnTo>
                  <a:cubicBezTo>
                    <a:pt x="14949" y="11877"/>
                    <a:pt x="15228" y="12016"/>
                    <a:pt x="15504" y="12016"/>
                  </a:cubicBezTo>
                  <a:cubicBezTo>
                    <a:pt x="15659" y="12016"/>
                    <a:pt x="15813" y="11972"/>
                    <a:pt x="15945" y="11876"/>
                  </a:cubicBezTo>
                  <a:cubicBezTo>
                    <a:pt x="16379" y="11642"/>
                    <a:pt x="16513" y="11142"/>
                    <a:pt x="16246" y="10708"/>
                  </a:cubicBezTo>
                  <a:lnTo>
                    <a:pt x="13244" y="5171"/>
                  </a:lnTo>
                  <a:lnTo>
                    <a:pt x="5872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7"/>
            <p:cNvSpPr/>
            <p:nvPr/>
          </p:nvSpPr>
          <p:spPr>
            <a:xfrm>
              <a:off x="-3602400" y="3948675"/>
              <a:ext cx="129825" cy="213100"/>
            </a:xfrm>
            <a:custGeom>
              <a:avLst/>
              <a:gdLst/>
              <a:ahLst/>
              <a:cxnLst/>
              <a:rect l="l" t="t" r="r" b="b"/>
              <a:pathLst>
                <a:path w="5193" h="8524" extrusionOk="0">
                  <a:moveTo>
                    <a:pt x="205" y="1"/>
                  </a:moveTo>
                  <a:cubicBezTo>
                    <a:pt x="151" y="1"/>
                    <a:pt x="101" y="18"/>
                    <a:pt x="67" y="51"/>
                  </a:cubicBezTo>
                  <a:cubicBezTo>
                    <a:pt x="0" y="151"/>
                    <a:pt x="0" y="284"/>
                    <a:pt x="67" y="351"/>
                  </a:cubicBezTo>
                  <a:lnTo>
                    <a:pt x="3370" y="3854"/>
                  </a:lnTo>
                  <a:lnTo>
                    <a:pt x="4804" y="8324"/>
                  </a:lnTo>
                  <a:cubicBezTo>
                    <a:pt x="4871" y="8390"/>
                    <a:pt x="4937" y="8490"/>
                    <a:pt x="5037" y="8490"/>
                  </a:cubicBezTo>
                  <a:cubicBezTo>
                    <a:pt x="5056" y="8490"/>
                    <a:pt x="5075" y="8490"/>
                    <a:pt x="5076" y="8496"/>
                  </a:cubicBezTo>
                  <a:lnTo>
                    <a:pt x="5076" y="8496"/>
                  </a:lnTo>
                  <a:cubicBezTo>
                    <a:pt x="5135" y="8442"/>
                    <a:pt x="5192" y="8333"/>
                    <a:pt x="5137" y="8223"/>
                  </a:cubicBezTo>
                  <a:lnTo>
                    <a:pt x="3703" y="3687"/>
                  </a:lnTo>
                  <a:cubicBezTo>
                    <a:pt x="3703" y="3654"/>
                    <a:pt x="3703" y="3654"/>
                    <a:pt x="3636" y="3620"/>
                  </a:cubicBezTo>
                  <a:lnTo>
                    <a:pt x="367" y="51"/>
                  </a:lnTo>
                  <a:cubicBezTo>
                    <a:pt x="317" y="18"/>
                    <a:pt x="259" y="1"/>
                    <a:pt x="205" y="1"/>
                  </a:cubicBezTo>
                  <a:close/>
                  <a:moveTo>
                    <a:pt x="5076" y="8496"/>
                  </a:moveTo>
                  <a:lnTo>
                    <a:pt x="5076" y="8496"/>
                  </a:lnTo>
                  <a:cubicBezTo>
                    <a:pt x="5063" y="8508"/>
                    <a:pt x="5049" y="8518"/>
                    <a:pt x="5037" y="8524"/>
                  </a:cubicBezTo>
                  <a:cubicBezTo>
                    <a:pt x="5067" y="8509"/>
                    <a:pt x="5077" y="8501"/>
                    <a:pt x="5076" y="8496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7"/>
            <p:cNvSpPr/>
            <p:nvPr/>
          </p:nvSpPr>
          <p:spPr>
            <a:xfrm>
              <a:off x="-3549025" y="3915325"/>
              <a:ext cx="90075" cy="88850"/>
            </a:xfrm>
            <a:custGeom>
              <a:avLst/>
              <a:gdLst/>
              <a:ahLst/>
              <a:cxnLst/>
              <a:rect l="l" t="t" r="r" b="b"/>
              <a:pathLst>
                <a:path w="3603" h="3554" extrusionOk="0">
                  <a:moveTo>
                    <a:pt x="238" y="1"/>
                  </a:moveTo>
                  <a:cubicBezTo>
                    <a:pt x="184" y="1"/>
                    <a:pt x="134" y="17"/>
                    <a:pt x="100" y="51"/>
                  </a:cubicBezTo>
                  <a:cubicBezTo>
                    <a:pt x="0" y="151"/>
                    <a:pt x="0" y="284"/>
                    <a:pt x="100" y="351"/>
                  </a:cubicBezTo>
                  <a:lnTo>
                    <a:pt x="3236" y="3486"/>
                  </a:lnTo>
                  <a:cubicBezTo>
                    <a:pt x="3269" y="3520"/>
                    <a:pt x="3303" y="3553"/>
                    <a:pt x="3336" y="3553"/>
                  </a:cubicBezTo>
                  <a:cubicBezTo>
                    <a:pt x="3403" y="3553"/>
                    <a:pt x="3469" y="3553"/>
                    <a:pt x="3503" y="3486"/>
                  </a:cubicBezTo>
                  <a:cubicBezTo>
                    <a:pt x="3603" y="3386"/>
                    <a:pt x="3603" y="3286"/>
                    <a:pt x="3503" y="3186"/>
                  </a:cubicBezTo>
                  <a:lnTo>
                    <a:pt x="401" y="51"/>
                  </a:lnTo>
                  <a:cubicBezTo>
                    <a:pt x="351" y="17"/>
                    <a:pt x="292" y="1"/>
                    <a:pt x="23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7"/>
            <p:cNvSpPr/>
            <p:nvPr/>
          </p:nvSpPr>
          <p:spPr>
            <a:xfrm>
              <a:off x="-4006025" y="2867500"/>
              <a:ext cx="397800" cy="396125"/>
            </a:xfrm>
            <a:custGeom>
              <a:avLst/>
              <a:gdLst/>
              <a:ahLst/>
              <a:cxnLst/>
              <a:rect l="l" t="t" r="r" b="b"/>
              <a:pathLst>
                <a:path w="15912" h="15845" extrusionOk="0">
                  <a:moveTo>
                    <a:pt x="8681" y="0"/>
                  </a:moveTo>
                  <a:cubicBezTo>
                    <a:pt x="7516" y="0"/>
                    <a:pt x="6331" y="347"/>
                    <a:pt x="5271" y="1101"/>
                  </a:cubicBezTo>
                  <a:cubicBezTo>
                    <a:pt x="3170" y="2669"/>
                    <a:pt x="1035" y="5838"/>
                    <a:pt x="1" y="12142"/>
                  </a:cubicBezTo>
                  <a:lnTo>
                    <a:pt x="13410" y="15845"/>
                  </a:lnTo>
                  <a:cubicBezTo>
                    <a:pt x="13410" y="15845"/>
                    <a:pt x="15912" y="9574"/>
                    <a:pt x="14611" y="4637"/>
                  </a:cubicBezTo>
                  <a:cubicBezTo>
                    <a:pt x="13870" y="1788"/>
                    <a:pt x="11327" y="0"/>
                    <a:pt x="86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7"/>
            <p:cNvSpPr/>
            <p:nvPr/>
          </p:nvSpPr>
          <p:spPr>
            <a:xfrm>
              <a:off x="-4038550" y="2893050"/>
              <a:ext cx="411150" cy="1249925"/>
            </a:xfrm>
            <a:custGeom>
              <a:avLst/>
              <a:gdLst/>
              <a:ahLst/>
              <a:cxnLst/>
              <a:rect l="l" t="t" r="r" b="b"/>
              <a:pathLst>
                <a:path w="16446" h="49997" extrusionOk="0">
                  <a:moveTo>
                    <a:pt x="9218" y="0"/>
                  </a:moveTo>
                  <a:cubicBezTo>
                    <a:pt x="6955" y="0"/>
                    <a:pt x="4903" y="1501"/>
                    <a:pt x="4237" y="3815"/>
                  </a:cubicBezTo>
                  <a:lnTo>
                    <a:pt x="568" y="20093"/>
                  </a:lnTo>
                  <a:cubicBezTo>
                    <a:pt x="1" y="22662"/>
                    <a:pt x="534" y="25364"/>
                    <a:pt x="2035" y="27532"/>
                  </a:cubicBezTo>
                  <a:lnTo>
                    <a:pt x="11476" y="41108"/>
                  </a:lnTo>
                  <a:lnTo>
                    <a:pt x="11375" y="46512"/>
                  </a:lnTo>
                  <a:lnTo>
                    <a:pt x="12877" y="49114"/>
                  </a:lnTo>
                  <a:cubicBezTo>
                    <a:pt x="13182" y="49623"/>
                    <a:pt x="13215" y="49996"/>
                    <a:pt x="13540" y="49996"/>
                  </a:cubicBezTo>
                  <a:cubicBezTo>
                    <a:pt x="13641" y="49996"/>
                    <a:pt x="13770" y="49960"/>
                    <a:pt x="13944" y="49881"/>
                  </a:cubicBezTo>
                  <a:cubicBezTo>
                    <a:pt x="14478" y="49615"/>
                    <a:pt x="14811" y="49081"/>
                    <a:pt x="14811" y="48514"/>
                  </a:cubicBezTo>
                  <a:lnTo>
                    <a:pt x="14678" y="44177"/>
                  </a:lnTo>
                  <a:lnTo>
                    <a:pt x="16446" y="45745"/>
                  </a:lnTo>
                  <a:lnTo>
                    <a:pt x="16446" y="45745"/>
                  </a:lnTo>
                  <a:lnTo>
                    <a:pt x="14911" y="40174"/>
                  </a:lnTo>
                  <a:lnTo>
                    <a:pt x="6205" y="23162"/>
                  </a:lnTo>
                  <a:lnTo>
                    <a:pt x="7473" y="13756"/>
                  </a:lnTo>
                  <a:lnTo>
                    <a:pt x="9574" y="12"/>
                  </a:lnTo>
                  <a:cubicBezTo>
                    <a:pt x="9455" y="4"/>
                    <a:pt x="9336" y="0"/>
                    <a:pt x="9218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7"/>
            <p:cNvSpPr/>
            <p:nvPr/>
          </p:nvSpPr>
          <p:spPr>
            <a:xfrm>
              <a:off x="-2846850" y="4531175"/>
              <a:ext cx="444500" cy="334450"/>
            </a:xfrm>
            <a:custGeom>
              <a:avLst/>
              <a:gdLst/>
              <a:ahLst/>
              <a:cxnLst/>
              <a:rect l="l" t="t" r="r" b="b"/>
              <a:pathLst>
                <a:path w="17780" h="13378" extrusionOk="0">
                  <a:moveTo>
                    <a:pt x="15077" y="1"/>
                  </a:moveTo>
                  <a:lnTo>
                    <a:pt x="0" y="8707"/>
                  </a:lnTo>
                  <a:lnTo>
                    <a:pt x="2702" y="13377"/>
                  </a:lnTo>
                  <a:lnTo>
                    <a:pt x="17779" y="4704"/>
                  </a:lnTo>
                  <a:lnTo>
                    <a:pt x="15077" y="1"/>
                  </a:ln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7"/>
            <p:cNvSpPr/>
            <p:nvPr/>
          </p:nvSpPr>
          <p:spPr>
            <a:xfrm>
              <a:off x="-3123725" y="3615525"/>
              <a:ext cx="165150" cy="231875"/>
            </a:xfrm>
            <a:custGeom>
              <a:avLst/>
              <a:gdLst/>
              <a:ahLst/>
              <a:cxnLst/>
              <a:rect l="l" t="t" r="r" b="b"/>
              <a:pathLst>
                <a:path w="6606" h="9275" extrusionOk="0">
                  <a:moveTo>
                    <a:pt x="317" y="1"/>
                  </a:moveTo>
                  <a:cubicBezTo>
                    <a:pt x="264" y="1"/>
                    <a:pt x="212" y="12"/>
                    <a:pt x="167" y="34"/>
                  </a:cubicBezTo>
                  <a:cubicBezTo>
                    <a:pt x="67" y="134"/>
                    <a:pt x="0" y="334"/>
                    <a:pt x="101" y="468"/>
                  </a:cubicBezTo>
                  <a:lnTo>
                    <a:pt x="6005" y="9141"/>
                  </a:lnTo>
                  <a:cubicBezTo>
                    <a:pt x="6105" y="9207"/>
                    <a:pt x="6172" y="9274"/>
                    <a:pt x="6272" y="9274"/>
                  </a:cubicBezTo>
                  <a:cubicBezTo>
                    <a:pt x="6338" y="9274"/>
                    <a:pt x="6405" y="9207"/>
                    <a:pt x="6438" y="9207"/>
                  </a:cubicBezTo>
                  <a:cubicBezTo>
                    <a:pt x="6572" y="9141"/>
                    <a:pt x="6605" y="8940"/>
                    <a:pt x="6505" y="8807"/>
                  </a:cubicBezTo>
                  <a:lnTo>
                    <a:pt x="601" y="134"/>
                  </a:lnTo>
                  <a:cubicBezTo>
                    <a:pt x="534" y="45"/>
                    <a:pt x="423" y="1"/>
                    <a:pt x="317" y="1"/>
                  </a:cubicBez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7"/>
            <p:cNvSpPr/>
            <p:nvPr/>
          </p:nvSpPr>
          <p:spPr>
            <a:xfrm>
              <a:off x="-3620750" y="3382875"/>
              <a:ext cx="575450" cy="205150"/>
            </a:xfrm>
            <a:custGeom>
              <a:avLst/>
              <a:gdLst/>
              <a:ahLst/>
              <a:cxnLst/>
              <a:rect l="l" t="t" r="r" b="b"/>
              <a:pathLst>
                <a:path w="23018" h="8206" extrusionOk="0">
                  <a:moveTo>
                    <a:pt x="22717" y="0"/>
                  </a:moveTo>
                  <a:lnTo>
                    <a:pt x="34" y="7605"/>
                  </a:lnTo>
                  <a:lnTo>
                    <a:pt x="1" y="8206"/>
                  </a:lnTo>
                  <a:lnTo>
                    <a:pt x="23017" y="567"/>
                  </a:lnTo>
                  <a:lnTo>
                    <a:pt x="22717" y="0"/>
                  </a:ln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7"/>
            <p:cNvSpPr/>
            <p:nvPr/>
          </p:nvSpPr>
          <p:spPr>
            <a:xfrm>
              <a:off x="-3624075" y="3418725"/>
              <a:ext cx="633800" cy="212675"/>
            </a:xfrm>
            <a:custGeom>
              <a:avLst/>
              <a:gdLst/>
              <a:ahLst/>
              <a:cxnLst/>
              <a:rect l="l" t="t" r="r" b="b"/>
              <a:pathLst>
                <a:path w="25352" h="8507" extrusionOk="0">
                  <a:moveTo>
                    <a:pt x="23617" y="0"/>
                  </a:moveTo>
                  <a:lnTo>
                    <a:pt x="67" y="7873"/>
                  </a:lnTo>
                  <a:lnTo>
                    <a:pt x="0" y="8506"/>
                  </a:lnTo>
                  <a:lnTo>
                    <a:pt x="0" y="8506"/>
                  </a:lnTo>
                  <a:lnTo>
                    <a:pt x="25352" y="34"/>
                  </a:lnTo>
                  <a:lnTo>
                    <a:pt x="23617" y="34"/>
                  </a:lnTo>
                  <a:lnTo>
                    <a:pt x="23617" y="0"/>
                  </a:ln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7"/>
            <p:cNvSpPr/>
            <p:nvPr/>
          </p:nvSpPr>
          <p:spPr>
            <a:xfrm>
              <a:off x="-3940975" y="2323425"/>
              <a:ext cx="260200" cy="136175"/>
            </a:xfrm>
            <a:custGeom>
              <a:avLst/>
              <a:gdLst/>
              <a:ahLst/>
              <a:cxnLst/>
              <a:rect l="l" t="t" r="r" b="b"/>
              <a:pathLst>
                <a:path w="10408" h="5447" extrusionOk="0">
                  <a:moveTo>
                    <a:pt x="8045" y="0"/>
                  </a:moveTo>
                  <a:cubicBezTo>
                    <a:pt x="6942" y="0"/>
                    <a:pt x="5002" y="702"/>
                    <a:pt x="4337" y="948"/>
                  </a:cubicBezTo>
                  <a:lnTo>
                    <a:pt x="1335" y="2149"/>
                  </a:lnTo>
                  <a:cubicBezTo>
                    <a:pt x="434" y="2516"/>
                    <a:pt x="0" y="3584"/>
                    <a:pt x="434" y="4484"/>
                  </a:cubicBezTo>
                  <a:cubicBezTo>
                    <a:pt x="731" y="5103"/>
                    <a:pt x="1340" y="5446"/>
                    <a:pt x="1975" y="5446"/>
                  </a:cubicBezTo>
                  <a:cubicBezTo>
                    <a:pt x="2196" y="5446"/>
                    <a:pt x="2420" y="5404"/>
                    <a:pt x="2636" y="5318"/>
                  </a:cubicBezTo>
                  <a:lnTo>
                    <a:pt x="5638" y="4117"/>
                  </a:lnTo>
                  <a:cubicBezTo>
                    <a:pt x="6505" y="3750"/>
                    <a:pt x="10408" y="2016"/>
                    <a:pt x="10008" y="1149"/>
                  </a:cubicBezTo>
                  <a:lnTo>
                    <a:pt x="8807" y="315"/>
                  </a:lnTo>
                  <a:cubicBezTo>
                    <a:pt x="8720" y="88"/>
                    <a:pt x="8434" y="0"/>
                    <a:pt x="8045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7"/>
            <p:cNvSpPr/>
            <p:nvPr/>
          </p:nvSpPr>
          <p:spPr>
            <a:xfrm>
              <a:off x="-3818400" y="2283550"/>
              <a:ext cx="489550" cy="260675"/>
            </a:xfrm>
            <a:custGeom>
              <a:avLst/>
              <a:gdLst/>
              <a:ahLst/>
              <a:cxnLst/>
              <a:rect l="l" t="t" r="r" b="b"/>
              <a:pathLst>
                <a:path w="19582" h="10427" extrusionOk="0">
                  <a:moveTo>
                    <a:pt x="11324" y="0"/>
                  </a:moveTo>
                  <a:cubicBezTo>
                    <a:pt x="7409" y="0"/>
                    <a:pt x="3494" y="890"/>
                    <a:pt x="1" y="2510"/>
                  </a:cubicBezTo>
                  <a:cubicBezTo>
                    <a:pt x="435" y="4578"/>
                    <a:pt x="1068" y="6680"/>
                    <a:pt x="2403" y="8281"/>
                  </a:cubicBezTo>
                  <a:cubicBezTo>
                    <a:pt x="3433" y="9543"/>
                    <a:pt x="5059" y="10427"/>
                    <a:pt x="6668" y="10427"/>
                  </a:cubicBezTo>
                  <a:cubicBezTo>
                    <a:pt x="7143" y="10427"/>
                    <a:pt x="7617" y="10350"/>
                    <a:pt x="8073" y="10182"/>
                  </a:cubicBezTo>
                  <a:cubicBezTo>
                    <a:pt x="9174" y="9749"/>
                    <a:pt x="10108" y="8848"/>
                    <a:pt x="11276" y="8781"/>
                  </a:cubicBezTo>
                  <a:cubicBezTo>
                    <a:pt x="11293" y="8781"/>
                    <a:pt x="11309" y="8781"/>
                    <a:pt x="11326" y="8781"/>
                  </a:cubicBezTo>
                  <a:cubicBezTo>
                    <a:pt x="12870" y="8781"/>
                    <a:pt x="14094" y="10283"/>
                    <a:pt x="15612" y="10316"/>
                  </a:cubicBezTo>
                  <a:cubicBezTo>
                    <a:pt x="16546" y="10316"/>
                    <a:pt x="17413" y="9782"/>
                    <a:pt x="18014" y="9048"/>
                  </a:cubicBezTo>
                  <a:cubicBezTo>
                    <a:pt x="18581" y="8281"/>
                    <a:pt x="18881" y="7380"/>
                    <a:pt x="19081" y="6513"/>
                  </a:cubicBezTo>
                  <a:cubicBezTo>
                    <a:pt x="19448" y="4945"/>
                    <a:pt x="19582" y="3110"/>
                    <a:pt x="18548" y="1876"/>
                  </a:cubicBezTo>
                  <a:cubicBezTo>
                    <a:pt x="17714" y="876"/>
                    <a:pt x="16346" y="475"/>
                    <a:pt x="15045" y="275"/>
                  </a:cubicBezTo>
                  <a:cubicBezTo>
                    <a:pt x="13814" y="90"/>
                    <a:pt x="12569" y="0"/>
                    <a:pt x="11324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7"/>
            <p:cNvSpPr/>
            <p:nvPr/>
          </p:nvSpPr>
          <p:spPr>
            <a:xfrm>
              <a:off x="-3786700" y="2268900"/>
              <a:ext cx="490375" cy="260775"/>
            </a:xfrm>
            <a:custGeom>
              <a:avLst/>
              <a:gdLst/>
              <a:ahLst/>
              <a:cxnLst/>
              <a:rect l="l" t="t" r="r" b="b"/>
              <a:pathLst>
                <a:path w="19615" h="10431" extrusionOk="0">
                  <a:moveTo>
                    <a:pt x="11262" y="0"/>
                  </a:moveTo>
                  <a:cubicBezTo>
                    <a:pt x="7377" y="0"/>
                    <a:pt x="3490" y="889"/>
                    <a:pt x="1" y="2496"/>
                  </a:cubicBezTo>
                  <a:cubicBezTo>
                    <a:pt x="468" y="4597"/>
                    <a:pt x="1101" y="6665"/>
                    <a:pt x="2436" y="8300"/>
                  </a:cubicBezTo>
                  <a:cubicBezTo>
                    <a:pt x="3482" y="9551"/>
                    <a:pt x="5076" y="10430"/>
                    <a:pt x="6664" y="10430"/>
                  </a:cubicBezTo>
                  <a:cubicBezTo>
                    <a:pt x="7151" y="10430"/>
                    <a:pt x="7637" y="10348"/>
                    <a:pt x="8106" y="10168"/>
                  </a:cubicBezTo>
                  <a:cubicBezTo>
                    <a:pt x="9207" y="9767"/>
                    <a:pt x="10141" y="8833"/>
                    <a:pt x="11309" y="8800"/>
                  </a:cubicBezTo>
                  <a:cubicBezTo>
                    <a:pt x="11325" y="8800"/>
                    <a:pt x="11342" y="8800"/>
                    <a:pt x="11358" y="8800"/>
                  </a:cubicBezTo>
                  <a:cubicBezTo>
                    <a:pt x="12870" y="8800"/>
                    <a:pt x="14127" y="10302"/>
                    <a:pt x="15645" y="10335"/>
                  </a:cubicBezTo>
                  <a:cubicBezTo>
                    <a:pt x="16579" y="10335"/>
                    <a:pt x="17446" y="9801"/>
                    <a:pt x="18013" y="9034"/>
                  </a:cubicBezTo>
                  <a:cubicBezTo>
                    <a:pt x="18614" y="8300"/>
                    <a:pt x="18914" y="7366"/>
                    <a:pt x="19114" y="6498"/>
                  </a:cubicBezTo>
                  <a:cubicBezTo>
                    <a:pt x="19481" y="4964"/>
                    <a:pt x="19615" y="3129"/>
                    <a:pt x="18580" y="1862"/>
                  </a:cubicBezTo>
                  <a:cubicBezTo>
                    <a:pt x="17747" y="861"/>
                    <a:pt x="16346" y="494"/>
                    <a:pt x="15078" y="294"/>
                  </a:cubicBezTo>
                  <a:cubicBezTo>
                    <a:pt x="13816" y="96"/>
                    <a:pt x="12539" y="0"/>
                    <a:pt x="11262" y="0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7"/>
            <p:cNvSpPr/>
            <p:nvPr/>
          </p:nvSpPr>
          <p:spPr>
            <a:xfrm>
              <a:off x="-3644100" y="2269250"/>
              <a:ext cx="242700" cy="260000"/>
            </a:xfrm>
            <a:custGeom>
              <a:avLst/>
              <a:gdLst/>
              <a:ahLst/>
              <a:cxnLst/>
              <a:rect l="l" t="t" r="r" b="b"/>
              <a:pathLst>
                <a:path w="9708" h="10400" extrusionOk="0">
                  <a:moveTo>
                    <a:pt x="5633" y="1"/>
                  </a:moveTo>
                  <a:cubicBezTo>
                    <a:pt x="4428" y="1"/>
                    <a:pt x="3224" y="84"/>
                    <a:pt x="2035" y="247"/>
                  </a:cubicBezTo>
                  <a:lnTo>
                    <a:pt x="1" y="10287"/>
                  </a:lnTo>
                  <a:cubicBezTo>
                    <a:pt x="328" y="10358"/>
                    <a:pt x="668" y="10399"/>
                    <a:pt x="1012" y="10399"/>
                  </a:cubicBezTo>
                  <a:cubicBezTo>
                    <a:pt x="1474" y="10399"/>
                    <a:pt x="1944" y="10326"/>
                    <a:pt x="2402" y="10154"/>
                  </a:cubicBezTo>
                  <a:cubicBezTo>
                    <a:pt x="3503" y="9753"/>
                    <a:pt x="4437" y="8819"/>
                    <a:pt x="5605" y="8786"/>
                  </a:cubicBezTo>
                  <a:cubicBezTo>
                    <a:pt x="6072" y="8786"/>
                    <a:pt x="6505" y="8920"/>
                    <a:pt x="6906" y="9053"/>
                  </a:cubicBezTo>
                  <a:lnTo>
                    <a:pt x="9708" y="313"/>
                  </a:lnTo>
                  <a:cubicBezTo>
                    <a:pt x="9607" y="313"/>
                    <a:pt x="9474" y="280"/>
                    <a:pt x="9407" y="280"/>
                  </a:cubicBezTo>
                  <a:cubicBezTo>
                    <a:pt x="8161" y="92"/>
                    <a:pt x="6897" y="1"/>
                    <a:pt x="5633" y="1"/>
                  </a:cubicBezTo>
                  <a:close/>
                </a:path>
              </a:pathLst>
            </a:custGeom>
            <a:solidFill>
              <a:srgbClr val="88C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7"/>
            <p:cNvSpPr/>
            <p:nvPr/>
          </p:nvSpPr>
          <p:spPr>
            <a:xfrm>
              <a:off x="-2830175" y="2628600"/>
              <a:ext cx="334425" cy="426550"/>
            </a:xfrm>
            <a:custGeom>
              <a:avLst/>
              <a:gdLst/>
              <a:ahLst/>
              <a:cxnLst/>
              <a:rect l="l" t="t" r="r" b="b"/>
              <a:pathLst>
                <a:path w="13377" h="17062" extrusionOk="0">
                  <a:moveTo>
                    <a:pt x="11492" y="1"/>
                  </a:moveTo>
                  <a:cubicBezTo>
                    <a:pt x="11314" y="1"/>
                    <a:pt x="11144" y="52"/>
                    <a:pt x="11008" y="150"/>
                  </a:cubicBezTo>
                  <a:lnTo>
                    <a:pt x="3870" y="5320"/>
                  </a:lnTo>
                  <a:lnTo>
                    <a:pt x="0" y="12392"/>
                  </a:lnTo>
                  <a:lnTo>
                    <a:pt x="4737" y="17062"/>
                  </a:lnTo>
                  <a:cubicBezTo>
                    <a:pt x="8073" y="16795"/>
                    <a:pt x="9607" y="13893"/>
                    <a:pt x="9607" y="13893"/>
                  </a:cubicBezTo>
                  <a:lnTo>
                    <a:pt x="9974" y="13959"/>
                  </a:lnTo>
                  <a:cubicBezTo>
                    <a:pt x="10098" y="13990"/>
                    <a:pt x="10223" y="14005"/>
                    <a:pt x="10348" y="14005"/>
                  </a:cubicBezTo>
                  <a:cubicBezTo>
                    <a:pt x="10891" y="14005"/>
                    <a:pt x="11416" y="13721"/>
                    <a:pt x="11742" y="13259"/>
                  </a:cubicBezTo>
                  <a:lnTo>
                    <a:pt x="13043" y="11324"/>
                  </a:lnTo>
                  <a:cubicBezTo>
                    <a:pt x="13243" y="10991"/>
                    <a:pt x="13376" y="10624"/>
                    <a:pt x="13376" y="10223"/>
                  </a:cubicBezTo>
                  <a:cubicBezTo>
                    <a:pt x="13376" y="9156"/>
                    <a:pt x="12909" y="8222"/>
                    <a:pt x="12142" y="7555"/>
                  </a:cubicBezTo>
                  <a:lnTo>
                    <a:pt x="9574" y="5453"/>
                  </a:lnTo>
                  <a:lnTo>
                    <a:pt x="12242" y="1384"/>
                  </a:lnTo>
                  <a:cubicBezTo>
                    <a:pt x="12542" y="917"/>
                    <a:pt x="12376" y="283"/>
                    <a:pt x="11875" y="83"/>
                  </a:cubicBezTo>
                  <a:cubicBezTo>
                    <a:pt x="11750" y="27"/>
                    <a:pt x="11619" y="1"/>
                    <a:pt x="11492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7"/>
            <p:cNvSpPr/>
            <p:nvPr/>
          </p:nvSpPr>
          <p:spPr>
            <a:xfrm>
              <a:off x="-2594175" y="2868325"/>
              <a:ext cx="98425" cy="111775"/>
            </a:xfrm>
            <a:custGeom>
              <a:avLst/>
              <a:gdLst/>
              <a:ahLst/>
              <a:cxnLst/>
              <a:rect l="l" t="t" r="r" b="b"/>
              <a:pathLst>
                <a:path w="3937" h="4471" extrusionOk="0">
                  <a:moveTo>
                    <a:pt x="3836" y="1"/>
                  </a:moveTo>
                  <a:lnTo>
                    <a:pt x="0" y="4471"/>
                  </a:lnTo>
                  <a:lnTo>
                    <a:pt x="167" y="4304"/>
                  </a:lnTo>
                  <a:lnTo>
                    <a:pt x="501" y="4370"/>
                  </a:lnTo>
                  <a:cubicBezTo>
                    <a:pt x="637" y="4401"/>
                    <a:pt x="772" y="4416"/>
                    <a:pt x="905" y="4416"/>
                  </a:cubicBezTo>
                  <a:cubicBezTo>
                    <a:pt x="1483" y="4416"/>
                    <a:pt x="2003" y="4132"/>
                    <a:pt x="2302" y="3670"/>
                  </a:cubicBezTo>
                  <a:lnTo>
                    <a:pt x="3603" y="1735"/>
                  </a:lnTo>
                  <a:cubicBezTo>
                    <a:pt x="3803" y="1402"/>
                    <a:pt x="3936" y="1001"/>
                    <a:pt x="3936" y="634"/>
                  </a:cubicBezTo>
                  <a:cubicBezTo>
                    <a:pt x="3936" y="401"/>
                    <a:pt x="3903" y="201"/>
                    <a:pt x="3836" y="1"/>
                  </a:cubicBezTo>
                  <a:close/>
                </a:path>
              </a:pathLst>
            </a:custGeom>
            <a:solidFill>
              <a:srgbClr val="EF87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7"/>
            <p:cNvSpPr/>
            <p:nvPr/>
          </p:nvSpPr>
          <p:spPr>
            <a:xfrm>
              <a:off x="-2655050" y="2795525"/>
              <a:ext cx="104250" cy="82000"/>
            </a:xfrm>
            <a:custGeom>
              <a:avLst/>
              <a:gdLst/>
              <a:ahLst/>
              <a:cxnLst/>
              <a:rect l="l" t="t" r="r" b="b"/>
              <a:pathLst>
                <a:path w="4170" h="3280" extrusionOk="0">
                  <a:moveTo>
                    <a:pt x="3968" y="0"/>
                  </a:moveTo>
                  <a:cubicBezTo>
                    <a:pt x="3925" y="0"/>
                    <a:pt x="3878" y="16"/>
                    <a:pt x="3836" y="44"/>
                  </a:cubicBezTo>
                  <a:lnTo>
                    <a:pt x="1201" y="1578"/>
                  </a:lnTo>
                  <a:cubicBezTo>
                    <a:pt x="1201" y="1578"/>
                    <a:pt x="1168" y="1578"/>
                    <a:pt x="1168" y="1612"/>
                  </a:cubicBezTo>
                  <a:lnTo>
                    <a:pt x="67" y="2946"/>
                  </a:lnTo>
                  <a:cubicBezTo>
                    <a:pt x="0" y="3046"/>
                    <a:pt x="34" y="3146"/>
                    <a:pt x="100" y="3246"/>
                  </a:cubicBezTo>
                  <a:cubicBezTo>
                    <a:pt x="167" y="3280"/>
                    <a:pt x="200" y="3280"/>
                    <a:pt x="234" y="3280"/>
                  </a:cubicBezTo>
                  <a:cubicBezTo>
                    <a:pt x="334" y="3280"/>
                    <a:pt x="400" y="3246"/>
                    <a:pt x="400" y="3213"/>
                  </a:cubicBezTo>
                  <a:lnTo>
                    <a:pt x="1435" y="1912"/>
                  </a:lnTo>
                  <a:lnTo>
                    <a:pt x="4036" y="411"/>
                  </a:lnTo>
                  <a:cubicBezTo>
                    <a:pt x="4170" y="377"/>
                    <a:pt x="4170" y="244"/>
                    <a:pt x="4103" y="111"/>
                  </a:cubicBezTo>
                  <a:cubicBezTo>
                    <a:pt x="4084" y="32"/>
                    <a:pt x="4030" y="0"/>
                    <a:pt x="3968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7"/>
            <p:cNvSpPr/>
            <p:nvPr/>
          </p:nvSpPr>
          <p:spPr>
            <a:xfrm>
              <a:off x="-2616700" y="2827000"/>
              <a:ext cx="104275" cy="82225"/>
            </a:xfrm>
            <a:custGeom>
              <a:avLst/>
              <a:gdLst/>
              <a:ahLst/>
              <a:cxnLst/>
              <a:rect l="l" t="t" r="r" b="b"/>
              <a:pathLst>
                <a:path w="4171" h="3289" extrusionOk="0">
                  <a:moveTo>
                    <a:pt x="3959" y="1"/>
                  </a:moveTo>
                  <a:cubicBezTo>
                    <a:pt x="3922" y="1"/>
                    <a:pt x="3881" y="8"/>
                    <a:pt x="3837" y="19"/>
                  </a:cubicBezTo>
                  <a:lnTo>
                    <a:pt x="1201" y="1554"/>
                  </a:lnTo>
                  <a:cubicBezTo>
                    <a:pt x="1201" y="1554"/>
                    <a:pt x="1168" y="1554"/>
                    <a:pt x="1168" y="1620"/>
                  </a:cubicBezTo>
                  <a:lnTo>
                    <a:pt x="67" y="2921"/>
                  </a:lnTo>
                  <a:cubicBezTo>
                    <a:pt x="1" y="3021"/>
                    <a:pt x="34" y="3155"/>
                    <a:pt x="134" y="3221"/>
                  </a:cubicBezTo>
                  <a:cubicBezTo>
                    <a:pt x="167" y="3288"/>
                    <a:pt x="201" y="3288"/>
                    <a:pt x="234" y="3288"/>
                  </a:cubicBezTo>
                  <a:cubicBezTo>
                    <a:pt x="301" y="3288"/>
                    <a:pt x="368" y="3221"/>
                    <a:pt x="401" y="3188"/>
                  </a:cubicBezTo>
                  <a:lnTo>
                    <a:pt x="1468" y="1887"/>
                  </a:lnTo>
                  <a:lnTo>
                    <a:pt x="4037" y="386"/>
                  </a:lnTo>
                  <a:cubicBezTo>
                    <a:pt x="4170" y="353"/>
                    <a:pt x="4170" y="219"/>
                    <a:pt x="4137" y="119"/>
                  </a:cubicBezTo>
                  <a:cubicBezTo>
                    <a:pt x="4092" y="30"/>
                    <a:pt x="4033" y="1"/>
                    <a:pt x="3959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7"/>
            <p:cNvSpPr/>
            <p:nvPr/>
          </p:nvSpPr>
          <p:spPr>
            <a:xfrm>
              <a:off x="-2690075" y="2759800"/>
              <a:ext cx="103425" cy="81875"/>
            </a:xfrm>
            <a:custGeom>
              <a:avLst/>
              <a:gdLst/>
              <a:ahLst/>
              <a:cxnLst/>
              <a:rect l="l" t="t" r="r" b="b"/>
              <a:pathLst>
                <a:path w="4137" h="3275" extrusionOk="0">
                  <a:moveTo>
                    <a:pt x="3950" y="0"/>
                  </a:moveTo>
                  <a:cubicBezTo>
                    <a:pt x="3915" y="0"/>
                    <a:pt x="3879" y="10"/>
                    <a:pt x="3836" y="39"/>
                  </a:cubicBezTo>
                  <a:lnTo>
                    <a:pt x="1234" y="1573"/>
                  </a:lnTo>
                  <a:cubicBezTo>
                    <a:pt x="1168" y="1573"/>
                    <a:pt x="1168" y="1606"/>
                    <a:pt x="1168" y="1606"/>
                  </a:cubicBezTo>
                  <a:lnTo>
                    <a:pt x="100" y="2941"/>
                  </a:lnTo>
                  <a:cubicBezTo>
                    <a:pt x="0" y="3041"/>
                    <a:pt x="67" y="3208"/>
                    <a:pt x="134" y="3241"/>
                  </a:cubicBezTo>
                  <a:cubicBezTo>
                    <a:pt x="167" y="3274"/>
                    <a:pt x="234" y="3274"/>
                    <a:pt x="267" y="3274"/>
                  </a:cubicBezTo>
                  <a:cubicBezTo>
                    <a:pt x="334" y="3274"/>
                    <a:pt x="400" y="3241"/>
                    <a:pt x="434" y="3208"/>
                  </a:cubicBezTo>
                  <a:lnTo>
                    <a:pt x="1468" y="1907"/>
                  </a:lnTo>
                  <a:lnTo>
                    <a:pt x="4070" y="405"/>
                  </a:lnTo>
                  <a:cubicBezTo>
                    <a:pt x="4136" y="372"/>
                    <a:pt x="4136" y="339"/>
                    <a:pt x="4136" y="339"/>
                  </a:cubicBezTo>
                  <a:lnTo>
                    <a:pt x="3970" y="205"/>
                  </a:lnTo>
                  <a:lnTo>
                    <a:pt x="4103" y="39"/>
                  </a:lnTo>
                  <a:cubicBezTo>
                    <a:pt x="4045" y="19"/>
                    <a:pt x="3999" y="0"/>
                    <a:pt x="3950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7"/>
            <p:cNvSpPr/>
            <p:nvPr/>
          </p:nvSpPr>
          <p:spPr>
            <a:xfrm>
              <a:off x="-2592525" y="4898950"/>
              <a:ext cx="521250" cy="274375"/>
            </a:xfrm>
            <a:custGeom>
              <a:avLst/>
              <a:gdLst/>
              <a:ahLst/>
              <a:cxnLst/>
              <a:rect l="l" t="t" r="r" b="b"/>
              <a:pathLst>
                <a:path w="20850" h="10975" extrusionOk="0">
                  <a:moveTo>
                    <a:pt x="3704" y="0"/>
                  </a:moveTo>
                  <a:lnTo>
                    <a:pt x="1" y="1535"/>
                  </a:lnTo>
                  <a:lnTo>
                    <a:pt x="268" y="7372"/>
                  </a:lnTo>
                  <a:cubicBezTo>
                    <a:pt x="368" y="9374"/>
                    <a:pt x="2036" y="10975"/>
                    <a:pt x="4071" y="10975"/>
                  </a:cubicBezTo>
                  <a:lnTo>
                    <a:pt x="20849" y="10975"/>
                  </a:lnTo>
                  <a:cubicBezTo>
                    <a:pt x="11442" y="9541"/>
                    <a:pt x="5472" y="2369"/>
                    <a:pt x="3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7"/>
            <p:cNvSpPr/>
            <p:nvPr/>
          </p:nvSpPr>
          <p:spPr>
            <a:xfrm>
              <a:off x="-3255477" y="2625830"/>
              <a:ext cx="1234250" cy="1581550"/>
            </a:xfrm>
            <a:custGeom>
              <a:avLst/>
              <a:gdLst/>
              <a:ahLst/>
              <a:cxnLst/>
              <a:rect l="l" t="t" r="r" b="b"/>
              <a:pathLst>
                <a:path w="49370" h="63262" extrusionOk="0">
                  <a:moveTo>
                    <a:pt x="27828" y="1"/>
                  </a:moveTo>
                  <a:cubicBezTo>
                    <a:pt x="27654" y="1"/>
                    <a:pt x="27476" y="53"/>
                    <a:pt x="27320" y="150"/>
                  </a:cubicBezTo>
                  <a:lnTo>
                    <a:pt x="20182" y="5320"/>
                  </a:lnTo>
                  <a:lnTo>
                    <a:pt x="16313" y="12392"/>
                  </a:lnTo>
                  <a:cubicBezTo>
                    <a:pt x="15679" y="10758"/>
                    <a:pt x="14445" y="9390"/>
                    <a:pt x="12843" y="8756"/>
                  </a:cubicBezTo>
                  <a:cubicBezTo>
                    <a:pt x="10642" y="7889"/>
                    <a:pt x="8140" y="8389"/>
                    <a:pt x="5805" y="7889"/>
                  </a:cubicBezTo>
                  <a:cubicBezTo>
                    <a:pt x="4171" y="7555"/>
                    <a:pt x="2736" y="6788"/>
                    <a:pt x="1469" y="5721"/>
                  </a:cubicBezTo>
                  <a:lnTo>
                    <a:pt x="1469" y="5721"/>
                  </a:lnTo>
                  <a:cubicBezTo>
                    <a:pt x="2269" y="6121"/>
                    <a:pt x="3136" y="6454"/>
                    <a:pt x="4070" y="6588"/>
                  </a:cubicBezTo>
                  <a:cubicBezTo>
                    <a:pt x="4499" y="6656"/>
                    <a:pt x="4934" y="6691"/>
                    <a:pt x="5368" y="6691"/>
                  </a:cubicBezTo>
                  <a:cubicBezTo>
                    <a:pt x="7466" y="6691"/>
                    <a:pt x="9549" y="5889"/>
                    <a:pt x="10875" y="4286"/>
                  </a:cubicBezTo>
                  <a:lnTo>
                    <a:pt x="10875" y="4286"/>
                  </a:lnTo>
                  <a:cubicBezTo>
                    <a:pt x="9605" y="5219"/>
                    <a:pt x="8049" y="5647"/>
                    <a:pt x="6467" y="5647"/>
                  </a:cubicBezTo>
                  <a:cubicBezTo>
                    <a:pt x="4767" y="5647"/>
                    <a:pt x="3037" y="5152"/>
                    <a:pt x="1602" y="4253"/>
                  </a:cubicBezTo>
                  <a:cubicBezTo>
                    <a:pt x="1268" y="4053"/>
                    <a:pt x="935" y="3786"/>
                    <a:pt x="635" y="3552"/>
                  </a:cubicBezTo>
                  <a:lnTo>
                    <a:pt x="635" y="3552"/>
                  </a:lnTo>
                  <a:cubicBezTo>
                    <a:pt x="1602" y="10557"/>
                    <a:pt x="1502" y="18563"/>
                    <a:pt x="801" y="25601"/>
                  </a:cubicBezTo>
                  <a:cubicBezTo>
                    <a:pt x="1" y="33507"/>
                    <a:pt x="6205" y="42280"/>
                    <a:pt x="11776" y="48384"/>
                  </a:cubicBezTo>
                  <a:lnTo>
                    <a:pt x="23951" y="48384"/>
                  </a:lnTo>
                  <a:lnTo>
                    <a:pt x="30790" y="58792"/>
                  </a:lnTo>
                  <a:lnTo>
                    <a:pt x="49369" y="63262"/>
                  </a:lnTo>
                  <a:lnTo>
                    <a:pt x="47001" y="57424"/>
                  </a:lnTo>
                  <a:lnTo>
                    <a:pt x="44666" y="58292"/>
                  </a:lnTo>
                  <a:lnTo>
                    <a:pt x="37494" y="41646"/>
                  </a:lnTo>
                  <a:cubicBezTo>
                    <a:pt x="37127" y="40646"/>
                    <a:pt x="36494" y="39578"/>
                    <a:pt x="35726" y="38477"/>
                  </a:cubicBezTo>
                  <a:cubicBezTo>
                    <a:pt x="32644" y="34069"/>
                    <a:pt x="27519" y="31472"/>
                    <a:pt x="22087" y="31472"/>
                  </a:cubicBezTo>
                  <a:cubicBezTo>
                    <a:pt x="22053" y="31472"/>
                    <a:pt x="22018" y="31472"/>
                    <a:pt x="21983" y="31472"/>
                  </a:cubicBezTo>
                  <a:lnTo>
                    <a:pt x="21049" y="31472"/>
                  </a:lnTo>
                  <a:cubicBezTo>
                    <a:pt x="21183" y="30105"/>
                    <a:pt x="20849" y="28737"/>
                    <a:pt x="19982" y="27603"/>
                  </a:cubicBezTo>
                  <a:cubicBezTo>
                    <a:pt x="18648" y="25902"/>
                    <a:pt x="16313" y="24901"/>
                    <a:pt x="15212" y="23166"/>
                  </a:cubicBezTo>
                  <a:lnTo>
                    <a:pt x="21316" y="16929"/>
                  </a:lnTo>
                  <a:cubicBezTo>
                    <a:pt x="24385" y="16495"/>
                    <a:pt x="25853" y="13793"/>
                    <a:pt x="25853" y="13793"/>
                  </a:cubicBezTo>
                  <a:lnTo>
                    <a:pt x="26186" y="13893"/>
                  </a:lnTo>
                  <a:cubicBezTo>
                    <a:pt x="26316" y="13924"/>
                    <a:pt x="26446" y="13939"/>
                    <a:pt x="26575" y="13939"/>
                  </a:cubicBezTo>
                  <a:cubicBezTo>
                    <a:pt x="27145" y="13939"/>
                    <a:pt x="27688" y="13649"/>
                    <a:pt x="27988" y="13159"/>
                  </a:cubicBezTo>
                  <a:lnTo>
                    <a:pt x="29288" y="11258"/>
                  </a:lnTo>
                  <a:cubicBezTo>
                    <a:pt x="29322" y="11158"/>
                    <a:pt x="29422" y="11091"/>
                    <a:pt x="29455" y="10991"/>
                  </a:cubicBezTo>
                  <a:cubicBezTo>
                    <a:pt x="29489" y="10924"/>
                    <a:pt x="29522" y="10824"/>
                    <a:pt x="29589" y="10724"/>
                  </a:cubicBezTo>
                  <a:cubicBezTo>
                    <a:pt x="29622" y="10491"/>
                    <a:pt x="29655" y="10324"/>
                    <a:pt x="29655" y="10124"/>
                  </a:cubicBezTo>
                  <a:lnTo>
                    <a:pt x="29655" y="9790"/>
                  </a:lnTo>
                  <a:cubicBezTo>
                    <a:pt x="29655" y="9723"/>
                    <a:pt x="29622" y="9590"/>
                    <a:pt x="29622" y="9490"/>
                  </a:cubicBezTo>
                  <a:cubicBezTo>
                    <a:pt x="29522" y="8956"/>
                    <a:pt x="29288" y="8456"/>
                    <a:pt x="28955" y="8056"/>
                  </a:cubicBezTo>
                  <a:lnTo>
                    <a:pt x="28955" y="7989"/>
                  </a:lnTo>
                  <a:cubicBezTo>
                    <a:pt x="28888" y="7956"/>
                    <a:pt x="28888" y="7922"/>
                    <a:pt x="28855" y="7922"/>
                  </a:cubicBezTo>
                  <a:cubicBezTo>
                    <a:pt x="28721" y="7755"/>
                    <a:pt x="28621" y="7622"/>
                    <a:pt x="28455" y="7489"/>
                  </a:cubicBezTo>
                  <a:lnTo>
                    <a:pt x="26053" y="5587"/>
                  </a:lnTo>
                  <a:lnTo>
                    <a:pt x="25886" y="5454"/>
                  </a:lnTo>
                  <a:lnTo>
                    <a:pt x="26019" y="5287"/>
                  </a:lnTo>
                  <a:lnTo>
                    <a:pt x="28588" y="1384"/>
                  </a:lnTo>
                  <a:cubicBezTo>
                    <a:pt x="28855" y="917"/>
                    <a:pt x="28688" y="283"/>
                    <a:pt x="28188" y="83"/>
                  </a:cubicBezTo>
                  <a:cubicBezTo>
                    <a:pt x="28076" y="28"/>
                    <a:pt x="27953" y="1"/>
                    <a:pt x="27828" y="1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7"/>
            <p:cNvSpPr/>
            <p:nvPr/>
          </p:nvSpPr>
          <p:spPr>
            <a:xfrm>
              <a:off x="-4055225" y="1944325"/>
              <a:ext cx="846475" cy="506225"/>
            </a:xfrm>
            <a:custGeom>
              <a:avLst/>
              <a:gdLst/>
              <a:ahLst/>
              <a:cxnLst/>
              <a:rect l="l" t="t" r="r" b="b"/>
              <a:pathLst>
                <a:path w="33859" h="20249" extrusionOk="0">
                  <a:moveTo>
                    <a:pt x="16546" y="1"/>
                  </a:moveTo>
                  <a:cubicBezTo>
                    <a:pt x="16179" y="1902"/>
                    <a:pt x="15345" y="3670"/>
                    <a:pt x="14177" y="5238"/>
                  </a:cubicBezTo>
                  <a:cubicBezTo>
                    <a:pt x="11942" y="5738"/>
                    <a:pt x="9707" y="6305"/>
                    <a:pt x="7673" y="7339"/>
                  </a:cubicBezTo>
                  <a:lnTo>
                    <a:pt x="6805" y="7840"/>
                  </a:lnTo>
                  <a:cubicBezTo>
                    <a:pt x="5071" y="8007"/>
                    <a:pt x="3336" y="7940"/>
                    <a:pt x="1835" y="8740"/>
                  </a:cubicBezTo>
                  <a:cubicBezTo>
                    <a:pt x="1035" y="9174"/>
                    <a:pt x="434" y="9841"/>
                    <a:pt x="1" y="10675"/>
                  </a:cubicBezTo>
                  <a:cubicBezTo>
                    <a:pt x="601" y="10909"/>
                    <a:pt x="1201" y="11109"/>
                    <a:pt x="1835" y="11276"/>
                  </a:cubicBezTo>
                  <a:cubicBezTo>
                    <a:pt x="2469" y="10242"/>
                    <a:pt x="3370" y="9341"/>
                    <a:pt x="4504" y="8841"/>
                  </a:cubicBezTo>
                  <a:cubicBezTo>
                    <a:pt x="5004" y="8607"/>
                    <a:pt x="5538" y="8440"/>
                    <a:pt x="6138" y="8307"/>
                  </a:cubicBezTo>
                  <a:lnTo>
                    <a:pt x="6138" y="8307"/>
                  </a:lnTo>
                  <a:cubicBezTo>
                    <a:pt x="4871" y="9174"/>
                    <a:pt x="3737" y="10275"/>
                    <a:pt x="2969" y="11542"/>
                  </a:cubicBezTo>
                  <a:cubicBezTo>
                    <a:pt x="12676" y="13877"/>
                    <a:pt x="23317" y="11776"/>
                    <a:pt x="27053" y="15145"/>
                  </a:cubicBezTo>
                  <a:cubicBezTo>
                    <a:pt x="28387" y="16346"/>
                    <a:pt x="29555" y="18114"/>
                    <a:pt x="30489" y="20249"/>
                  </a:cubicBezTo>
                  <a:cubicBezTo>
                    <a:pt x="31023" y="20115"/>
                    <a:pt x="31556" y="19848"/>
                    <a:pt x="31990" y="19481"/>
                  </a:cubicBezTo>
                  <a:cubicBezTo>
                    <a:pt x="33725" y="17980"/>
                    <a:pt x="33858" y="15178"/>
                    <a:pt x="32757" y="13144"/>
                  </a:cubicBezTo>
                  <a:cubicBezTo>
                    <a:pt x="32157" y="11909"/>
                    <a:pt x="31189" y="10909"/>
                    <a:pt x="30089" y="10008"/>
                  </a:cubicBezTo>
                  <a:cubicBezTo>
                    <a:pt x="30189" y="9608"/>
                    <a:pt x="30222" y="9174"/>
                    <a:pt x="30222" y="8774"/>
                  </a:cubicBezTo>
                  <a:cubicBezTo>
                    <a:pt x="30155" y="6339"/>
                    <a:pt x="28521" y="4137"/>
                    <a:pt x="26353" y="3103"/>
                  </a:cubicBezTo>
                  <a:cubicBezTo>
                    <a:pt x="25176" y="2542"/>
                    <a:pt x="23871" y="2285"/>
                    <a:pt x="22562" y="2285"/>
                  </a:cubicBezTo>
                  <a:cubicBezTo>
                    <a:pt x="21458" y="2285"/>
                    <a:pt x="20351" y="2467"/>
                    <a:pt x="19314" y="2803"/>
                  </a:cubicBezTo>
                  <a:cubicBezTo>
                    <a:pt x="18681" y="3003"/>
                    <a:pt x="18047" y="3270"/>
                    <a:pt x="17480" y="3603"/>
                  </a:cubicBezTo>
                  <a:cubicBezTo>
                    <a:pt x="17646" y="2336"/>
                    <a:pt x="17313" y="1068"/>
                    <a:pt x="165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7"/>
            <p:cNvSpPr/>
            <p:nvPr/>
          </p:nvSpPr>
          <p:spPr>
            <a:xfrm>
              <a:off x="-2444075" y="4082525"/>
              <a:ext cx="442850" cy="291900"/>
            </a:xfrm>
            <a:custGeom>
              <a:avLst/>
              <a:gdLst/>
              <a:ahLst/>
              <a:cxnLst/>
              <a:rect l="l" t="t" r="r" b="b"/>
              <a:pathLst>
                <a:path w="17714" h="11676" extrusionOk="0">
                  <a:moveTo>
                    <a:pt x="15545" y="1"/>
                  </a:moveTo>
                  <a:lnTo>
                    <a:pt x="1" y="6272"/>
                  </a:lnTo>
                  <a:lnTo>
                    <a:pt x="2169" y="11676"/>
                  </a:lnTo>
                  <a:lnTo>
                    <a:pt x="17713" y="5405"/>
                  </a:lnTo>
                  <a:lnTo>
                    <a:pt x="15545" y="1"/>
                  </a:ln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7"/>
            <p:cNvSpPr/>
            <p:nvPr/>
          </p:nvSpPr>
          <p:spPr>
            <a:xfrm>
              <a:off x="-4517225" y="1346400"/>
              <a:ext cx="215175" cy="214350"/>
            </a:xfrm>
            <a:custGeom>
              <a:avLst/>
              <a:gdLst/>
              <a:ahLst/>
              <a:cxnLst/>
              <a:rect l="l" t="t" r="r" b="b"/>
              <a:pathLst>
                <a:path w="8607" h="8574" extrusionOk="0">
                  <a:moveTo>
                    <a:pt x="4304" y="1569"/>
                  </a:moveTo>
                  <a:cubicBezTo>
                    <a:pt x="5805" y="1569"/>
                    <a:pt x="7006" y="2803"/>
                    <a:pt x="7006" y="4304"/>
                  </a:cubicBezTo>
                  <a:cubicBezTo>
                    <a:pt x="7006" y="5772"/>
                    <a:pt x="5805" y="7006"/>
                    <a:pt x="4304" y="7006"/>
                  </a:cubicBezTo>
                  <a:cubicBezTo>
                    <a:pt x="2803" y="7006"/>
                    <a:pt x="1602" y="5772"/>
                    <a:pt x="1602" y="4304"/>
                  </a:cubicBezTo>
                  <a:cubicBezTo>
                    <a:pt x="1602" y="2803"/>
                    <a:pt x="2803" y="1569"/>
                    <a:pt x="4304" y="1569"/>
                  </a:cubicBezTo>
                  <a:close/>
                  <a:moveTo>
                    <a:pt x="4304" y="1"/>
                  </a:moveTo>
                  <a:cubicBezTo>
                    <a:pt x="1935" y="1"/>
                    <a:pt x="1" y="1902"/>
                    <a:pt x="1" y="4304"/>
                  </a:cubicBezTo>
                  <a:cubicBezTo>
                    <a:pt x="1" y="6672"/>
                    <a:pt x="1935" y="8574"/>
                    <a:pt x="4304" y="8574"/>
                  </a:cubicBezTo>
                  <a:cubicBezTo>
                    <a:pt x="6639" y="8574"/>
                    <a:pt x="8607" y="6639"/>
                    <a:pt x="8607" y="4304"/>
                  </a:cubicBezTo>
                  <a:cubicBezTo>
                    <a:pt x="8607" y="1902"/>
                    <a:pt x="6672" y="1"/>
                    <a:pt x="4304" y="1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7"/>
            <p:cNvSpPr/>
            <p:nvPr/>
          </p:nvSpPr>
          <p:spPr>
            <a:xfrm>
              <a:off x="-3886775" y="1538200"/>
              <a:ext cx="215175" cy="214350"/>
            </a:xfrm>
            <a:custGeom>
              <a:avLst/>
              <a:gdLst/>
              <a:ahLst/>
              <a:cxnLst/>
              <a:rect l="l" t="t" r="r" b="b"/>
              <a:pathLst>
                <a:path w="8607" h="8574" extrusionOk="0">
                  <a:moveTo>
                    <a:pt x="4304" y="1"/>
                  </a:moveTo>
                  <a:cubicBezTo>
                    <a:pt x="1935" y="1"/>
                    <a:pt x="1" y="1902"/>
                    <a:pt x="1" y="4304"/>
                  </a:cubicBezTo>
                  <a:cubicBezTo>
                    <a:pt x="1" y="6672"/>
                    <a:pt x="1935" y="8574"/>
                    <a:pt x="4304" y="8574"/>
                  </a:cubicBezTo>
                  <a:cubicBezTo>
                    <a:pt x="6672" y="8574"/>
                    <a:pt x="8607" y="6672"/>
                    <a:pt x="8607" y="4304"/>
                  </a:cubicBezTo>
                  <a:cubicBezTo>
                    <a:pt x="8573" y="1902"/>
                    <a:pt x="6639" y="1"/>
                    <a:pt x="4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7"/>
            <p:cNvSpPr/>
            <p:nvPr/>
          </p:nvSpPr>
          <p:spPr>
            <a:xfrm>
              <a:off x="-4195325" y="663875"/>
              <a:ext cx="440350" cy="482775"/>
            </a:xfrm>
            <a:custGeom>
              <a:avLst/>
              <a:gdLst/>
              <a:ahLst/>
              <a:cxnLst/>
              <a:rect l="l" t="t" r="r" b="b"/>
              <a:pathLst>
                <a:path w="17614" h="19311" extrusionOk="0">
                  <a:moveTo>
                    <a:pt x="2076" y="1"/>
                  </a:moveTo>
                  <a:cubicBezTo>
                    <a:pt x="998" y="1"/>
                    <a:pt x="1" y="870"/>
                    <a:pt x="1" y="2084"/>
                  </a:cubicBezTo>
                  <a:lnTo>
                    <a:pt x="1" y="17228"/>
                  </a:lnTo>
                  <a:cubicBezTo>
                    <a:pt x="1" y="18442"/>
                    <a:pt x="998" y="19311"/>
                    <a:pt x="2076" y="19311"/>
                  </a:cubicBezTo>
                  <a:cubicBezTo>
                    <a:pt x="2420" y="19311"/>
                    <a:pt x="2772" y="19223"/>
                    <a:pt x="3103" y="19029"/>
                  </a:cubicBezTo>
                  <a:lnTo>
                    <a:pt x="16245" y="11457"/>
                  </a:lnTo>
                  <a:cubicBezTo>
                    <a:pt x="17613" y="10623"/>
                    <a:pt x="17613" y="8655"/>
                    <a:pt x="16245" y="7854"/>
                  </a:cubicBezTo>
                  <a:lnTo>
                    <a:pt x="3103" y="282"/>
                  </a:lnTo>
                  <a:cubicBezTo>
                    <a:pt x="2772" y="89"/>
                    <a:pt x="2420" y="1"/>
                    <a:pt x="2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2" name="Google Shape;992;p47"/>
          <p:cNvGrpSpPr/>
          <p:nvPr/>
        </p:nvGrpSpPr>
        <p:grpSpPr>
          <a:xfrm>
            <a:off x="4466463" y="3305947"/>
            <a:ext cx="2958303" cy="1593589"/>
            <a:chOff x="4466463" y="3305947"/>
            <a:chExt cx="2958303" cy="1593589"/>
          </a:xfrm>
        </p:grpSpPr>
        <p:grpSp>
          <p:nvGrpSpPr>
            <p:cNvPr id="993" name="Google Shape;993;p47"/>
            <p:cNvGrpSpPr/>
            <p:nvPr/>
          </p:nvGrpSpPr>
          <p:grpSpPr>
            <a:xfrm flipH="1">
              <a:off x="6574013" y="4048812"/>
              <a:ext cx="850753" cy="850724"/>
              <a:chOff x="780950" y="891300"/>
              <a:chExt cx="727575" cy="727550"/>
            </a:xfrm>
          </p:grpSpPr>
          <p:sp>
            <p:nvSpPr>
              <p:cNvPr id="994" name="Google Shape;994;p47"/>
              <p:cNvSpPr/>
              <p:nvPr/>
            </p:nvSpPr>
            <p:spPr>
              <a:xfrm>
                <a:off x="1354900" y="976875"/>
                <a:ext cx="153625" cy="278200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1128" extrusionOk="0">
                    <a:moveTo>
                      <a:pt x="952" y="1"/>
                    </a:moveTo>
                    <a:lnTo>
                      <a:pt x="1" y="1123"/>
                    </a:lnTo>
                    <a:cubicBezTo>
                      <a:pt x="2968" y="3615"/>
                      <a:pt x="4661" y="7286"/>
                      <a:pt x="4661" y="11128"/>
                    </a:cubicBezTo>
                    <a:lnTo>
                      <a:pt x="6144" y="11128"/>
                    </a:lnTo>
                    <a:cubicBezTo>
                      <a:pt x="6144" y="6829"/>
                      <a:pt x="4261" y="2759"/>
                      <a:pt x="9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7"/>
              <p:cNvSpPr/>
              <p:nvPr/>
            </p:nvSpPr>
            <p:spPr>
              <a:xfrm>
                <a:off x="1410075" y="1329250"/>
                <a:ext cx="88925" cy="13792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5517" extrusionOk="0">
                    <a:moveTo>
                      <a:pt x="2130" y="0"/>
                    </a:moveTo>
                    <a:cubicBezTo>
                      <a:pt x="1750" y="1693"/>
                      <a:pt x="1027" y="3272"/>
                      <a:pt x="0" y="4660"/>
                    </a:cubicBezTo>
                    <a:lnTo>
                      <a:pt x="1198" y="5516"/>
                    </a:lnTo>
                    <a:cubicBezTo>
                      <a:pt x="2321" y="3957"/>
                      <a:pt x="3120" y="2226"/>
                      <a:pt x="3557" y="343"/>
                    </a:cubicBezTo>
                    <a:lnTo>
                      <a:pt x="21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7"/>
              <p:cNvSpPr/>
              <p:nvPr/>
            </p:nvSpPr>
            <p:spPr>
              <a:xfrm>
                <a:off x="888900" y="1488075"/>
                <a:ext cx="437975" cy="130775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5231" extrusionOk="0">
                    <a:moveTo>
                      <a:pt x="1027" y="0"/>
                    </a:moveTo>
                    <a:lnTo>
                      <a:pt x="0" y="1046"/>
                    </a:lnTo>
                    <a:cubicBezTo>
                      <a:pt x="2739" y="3766"/>
                      <a:pt x="6372" y="5231"/>
                      <a:pt x="10233" y="5231"/>
                    </a:cubicBezTo>
                    <a:cubicBezTo>
                      <a:pt x="12801" y="5231"/>
                      <a:pt x="15312" y="4565"/>
                      <a:pt x="17518" y="3291"/>
                    </a:cubicBezTo>
                    <a:lnTo>
                      <a:pt x="16796" y="2016"/>
                    </a:lnTo>
                    <a:cubicBezTo>
                      <a:pt x="14818" y="3158"/>
                      <a:pt x="12535" y="3785"/>
                      <a:pt x="10233" y="3785"/>
                    </a:cubicBezTo>
                    <a:cubicBezTo>
                      <a:pt x="6753" y="3785"/>
                      <a:pt x="3500" y="2454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7"/>
              <p:cNvSpPr/>
              <p:nvPr/>
            </p:nvSpPr>
            <p:spPr>
              <a:xfrm>
                <a:off x="780950" y="999700"/>
                <a:ext cx="131750" cy="397575"/>
              </a:xfrm>
              <a:custGeom>
                <a:avLst/>
                <a:gdLst/>
                <a:ahLst/>
                <a:cxnLst/>
                <a:rect l="l" t="t" r="r" b="b"/>
                <a:pathLst>
                  <a:path w="5270" h="15903" extrusionOk="0">
                    <a:moveTo>
                      <a:pt x="4223" y="1"/>
                    </a:moveTo>
                    <a:cubicBezTo>
                      <a:pt x="1484" y="2721"/>
                      <a:pt x="1" y="6392"/>
                      <a:pt x="1" y="10272"/>
                    </a:cubicBezTo>
                    <a:cubicBezTo>
                      <a:pt x="1" y="12193"/>
                      <a:pt x="381" y="14095"/>
                      <a:pt x="1142" y="15902"/>
                    </a:cubicBezTo>
                    <a:lnTo>
                      <a:pt x="2492" y="15332"/>
                    </a:lnTo>
                    <a:cubicBezTo>
                      <a:pt x="1808" y="13715"/>
                      <a:pt x="1465" y="12003"/>
                      <a:pt x="1465" y="10234"/>
                    </a:cubicBezTo>
                    <a:cubicBezTo>
                      <a:pt x="1465" y="6772"/>
                      <a:pt x="2816" y="3482"/>
                      <a:pt x="5269" y="1009"/>
                    </a:cubicBezTo>
                    <a:lnTo>
                      <a:pt x="42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7"/>
              <p:cNvSpPr/>
              <p:nvPr/>
            </p:nvSpPr>
            <p:spPr>
              <a:xfrm>
                <a:off x="976875" y="891300"/>
                <a:ext cx="16692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6677" h="2930" extrusionOk="0">
                    <a:moveTo>
                      <a:pt x="6676" y="0"/>
                    </a:moveTo>
                    <a:cubicBezTo>
                      <a:pt x="4356" y="0"/>
                      <a:pt x="2054" y="571"/>
                      <a:pt x="0" y="1617"/>
                    </a:cubicBezTo>
                    <a:lnTo>
                      <a:pt x="685" y="2929"/>
                    </a:lnTo>
                    <a:cubicBezTo>
                      <a:pt x="2549" y="1959"/>
                      <a:pt x="4565" y="1484"/>
                      <a:pt x="6676" y="1484"/>
                    </a:cubicBezTo>
                    <a:lnTo>
                      <a:pt x="66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7"/>
              <p:cNvSpPr/>
              <p:nvPr/>
            </p:nvSpPr>
            <p:spPr>
              <a:xfrm>
                <a:off x="922175" y="1033000"/>
                <a:ext cx="444650" cy="444625"/>
              </a:xfrm>
              <a:custGeom>
                <a:avLst/>
                <a:gdLst/>
                <a:ahLst/>
                <a:cxnLst/>
                <a:rect l="l" t="t" r="r" b="b"/>
                <a:pathLst>
                  <a:path w="17786" h="17785" extrusionOk="0">
                    <a:moveTo>
                      <a:pt x="8902" y="0"/>
                    </a:moveTo>
                    <a:cubicBezTo>
                      <a:pt x="3976" y="0"/>
                      <a:pt x="1" y="3976"/>
                      <a:pt x="1" y="8883"/>
                    </a:cubicBezTo>
                    <a:cubicBezTo>
                      <a:pt x="1" y="13790"/>
                      <a:pt x="3976" y="17785"/>
                      <a:pt x="8902" y="17785"/>
                    </a:cubicBezTo>
                    <a:cubicBezTo>
                      <a:pt x="13810" y="17785"/>
                      <a:pt x="17785" y="13790"/>
                      <a:pt x="17785" y="8883"/>
                    </a:cubicBezTo>
                    <a:cubicBezTo>
                      <a:pt x="17785" y="3976"/>
                      <a:pt x="13810" y="0"/>
                      <a:pt x="89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7"/>
              <p:cNvSpPr/>
              <p:nvPr/>
            </p:nvSpPr>
            <p:spPr>
              <a:xfrm flipH="1">
                <a:off x="1028700" y="1107650"/>
                <a:ext cx="233500" cy="287725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11509" extrusionOk="0">
                    <a:moveTo>
                      <a:pt x="4109" y="3082"/>
                    </a:moveTo>
                    <a:lnTo>
                      <a:pt x="4109" y="4927"/>
                    </a:lnTo>
                    <a:cubicBezTo>
                      <a:pt x="3976" y="4927"/>
                      <a:pt x="3843" y="4927"/>
                      <a:pt x="3728" y="4946"/>
                    </a:cubicBezTo>
                    <a:cubicBezTo>
                      <a:pt x="3614" y="4965"/>
                      <a:pt x="3500" y="4965"/>
                      <a:pt x="3405" y="4965"/>
                    </a:cubicBezTo>
                    <a:cubicBezTo>
                      <a:pt x="2949" y="4965"/>
                      <a:pt x="2606" y="4870"/>
                      <a:pt x="2397" y="4737"/>
                    </a:cubicBezTo>
                    <a:cubicBezTo>
                      <a:pt x="2188" y="4585"/>
                      <a:pt x="2074" y="4375"/>
                      <a:pt x="2074" y="4147"/>
                    </a:cubicBezTo>
                    <a:cubicBezTo>
                      <a:pt x="2074" y="4014"/>
                      <a:pt x="2112" y="3900"/>
                      <a:pt x="2188" y="3805"/>
                    </a:cubicBezTo>
                    <a:cubicBezTo>
                      <a:pt x="2264" y="3691"/>
                      <a:pt x="2359" y="3557"/>
                      <a:pt x="2511" y="3481"/>
                    </a:cubicBezTo>
                    <a:cubicBezTo>
                      <a:pt x="2663" y="3348"/>
                      <a:pt x="2873" y="3291"/>
                      <a:pt x="3139" y="3215"/>
                    </a:cubicBezTo>
                    <a:cubicBezTo>
                      <a:pt x="3405" y="3139"/>
                      <a:pt x="3728" y="3120"/>
                      <a:pt x="4109" y="3082"/>
                    </a:cubicBezTo>
                    <a:close/>
                    <a:moveTo>
                      <a:pt x="6030" y="6277"/>
                    </a:moveTo>
                    <a:cubicBezTo>
                      <a:pt x="6563" y="6277"/>
                      <a:pt x="6943" y="6373"/>
                      <a:pt x="7171" y="6544"/>
                    </a:cubicBezTo>
                    <a:cubicBezTo>
                      <a:pt x="7438" y="6715"/>
                      <a:pt x="7552" y="6943"/>
                      <a:pt x="7552" y="7228"/>
                    </a:cubicBezTo>
                    <a:cubicBezTo>
                      <a:pt x="7552" y="7400"/>
                      <a:pt x="7514" y="7571"/>
                      <a:pt x="7438" y="7704"/>
                    </a:cubicBezTo>
                    <a:cubicBezTo>
                      <a:pt x="7361" y="7875"/>
                      <a:pt x="7247" y="7989"/>
                      <a:pt x="7057" y="8103"/>
                    </a:cubicBezTo>
                    <a:cubicBezTo>
                      <a:pt x="6867" y="8237"/>
                      <a:pt x="6658" y="8332"/>
                      <a:pt x="6372" y="8389"/>
                    </a:cubicBezTo>
                    <a:cubicBezTo>
                      <a:pt x="6087" y="8465"/>
                      <a:pt x="5745" y="8522"/>
                      <a:pt x="5345" y="8541"/>
                    </a:cubicBezTo>
                    <a:lnTo>
                      <a:pt x="5326" y="8541"/>
                    </a:lnTo>
                    <a:lnTo>
                      <a:pt x="5326" y="6334"/>
                    </a:lnTo>
                    <a:cubicBezTo>
                      <a:pt x="5440" y="6334"/>
                      <a:pt x="5554" y="6334"/>
                      <a:pt x="5688" y="6296"/>
                    </a:cubicBezTo>
                    <a:cubicBezTo>
                      <a:pt x="5802" y="6277"/>
                      <a:pt x="5916" y="6277"/>
                      <a:pt x="6030" y="6277"/>
                    </a:cubicBezTo>
                    <a:close/>
                    <a:moveTo>
                      <a:pt x="4109" y="1"/>
                    </a:moveTo>
                    <a:lnTo>
                      <a:pt x="4109" y="1560"/>
                    </a:lnTo>
                    <a:cubicBezTo>
                      <a:pt x="3424" y="1598"/>
                      <a:pt x="2835" y="1693"/>
                      <a:pt x="2359" y="1846"/>
                    </a:cubicBezTo>
                    <a:cubicBezTo>
                      <a:pt x="1883" y="2017"/>
                      <a:pt x="1503" y="2226"/>
                      <a:pt x="1180" y="2473"/>
                    </a:cubicBezTo>
                    <a:cubicBezTo>
                      <a:pt x="894" y="2701"/>
                      <a:pt x="685" y="2987"/>
                      <a:pt x="552" y="3310"/>
                    </a:cubicBezTo>
                    <a:cubicBezTo>
                      <a:pt x="419" y="3614"/>
                      <a:pt x="362" y="3938"/>
                      <a:pt x="362" y="4261"/>
                    </a:cubicBezTo>
                    <a:cubicBezTo>
                      <a:pt x="362" y="4604"/>
                      <a:pt x="457" y="4946"/>
                      <a:pt x="590" y="5231"/>
                    </a:cubicBezTo>
                    <a:cubicBezTo>
                      <a:pt x="742" y="5517"/>
                      <a:pt x="951" y="5745"/>
                      <a:pt x="1218" y="5935"/>
                    </a:cubicBezTo>
                    <a:cubicBezTo>
                      <a:pt x="1446" y="6144"/>
                      <a:pt x="1750" y="6277"/>
                      <a:pt x="2093" y="6373"/>
                    </a:cubicBezTo>
                    <a:cubicBezTo>
                      <a:pt x="2416" y="6468"/>
                      <a:pt x="2777" y="6525"/>
                      <a:pt x="3139" y="6525"/>
                    </a:cubicBezTo>
                    <a:cubicBezTo>
                      <a:pt x="3310" y="6525"/>
                      <a:pt x="3443" y="6525"/>
                      <a:pt x="3614" y="6487"/>
                    </a:cubicBezTo>
                    <a:cubicBezTo>
                      <a:pt x="3748" y="6487"/>
                      <a:pt x="3938" y="6468"/>
                      <a:pt x="4109" y="6449"/>
                    </a:cubicBezTo>
                    <a:lnTo>
                      <a:pt x="4109" y="8484"/>
                    </a:lnTo>
                    <a:cubicBezTo>
                      <a:pt x="3805" y="8465"/>
                      <a:pt x="3500" y="8446"/>
                      <a:pt x="3215" y="8370"/>
                    </a:cubicBezTo>
                    <a:cubicBezTo>
                      <a:pt x="2930" y="8332"/>
                      <a:pt x="2644" y="8256"/>
                      <a:pt x="2378" y="8160"/>
                    </a:cubicBezTo>
                    <a:cubicBezTo>
                      <a:pt x="2112" y="8065"/>
                      <a:pt x="1845" y="7970"/>
                      <a:pt x="1598" y="7856"/>
                    </a:cubicBezTo>
                    <a:cubicBezTo>
                      <a:pt x="1332" y="7723"/>
                      <a:pt x="1085" y="7609"/>
                      <a:pt x="837" y="7476"/>
                    </a:cubicBezTo>
                    <a:lnTo>
                      <a:pt x="0" y="8769"/>
                    </a:lnTo>
                    <a:cubicBezTo>
                      <a:pt x="571" y="9073"/>
                      <a:pt x="1180" y="9340"/>
                      <a:pt x="1902" y="9549"/>
                    </a:cubicBezTo>
                    <a:cubicBezTo>
                      <a:pt x="2587" y="9777"/>
                      <a:pt x="3348" y="9891"/>
                      <a:pt x="4166" y="9929"/>
                    </a:cubicBezTo>
                    <a:lnTo>
                      <a:pt x="4166" y="11508"/>
                    </a:lnTo>
                    <a:lnTo>
                      <a:pt x="5402" y="11508"/>
                    </a:lnTo>
                    <a:lnTo>
                      <a:pt x="5402" y="9910"/>
                    </a:lnTo>
                    <a:cubicBezTo>
                      <a:pt x="6011" y="9891"/>
                      <a:pt x="6563" y="9777"/>
                      <a:pt x="7038" y="9625"/>
                    </a:cubicBezTo>
                    <a:cubicBezTo>
                      <a:pt x="7514" y="9454"/>
                      <a:pt x="7932" y="9264"/>
                      <a:pt x="8274" y="9016"/>
                    </a:cubicBezTo>
                    <a:cubicBezTo>
                      <a:pt x="8598" y="8750"/>
                      <a:pt x="8864" y="8465"/>
                      <a:pt x="9054" y="8103"/>
                    </a:cubicBezTo>
                    <a:cubicBezTo>
                      <a:pt x="9245" y="7780"/>
                      <a:pt x="9340" y="7362"/>
                      <a:pt x="9340" y="6943"/>
                    </a:cubicBezTo>
                    <a:cubicBezTo>
                      <a:pt x="9340" y="6582"/>
                      <a:pt x="9264" y="6277"/>
                      <a:pt x="9149" y="5992"/>
                    </a:cubicBezTo>
                    <a:cubicBezTo>
                      <a:pt x="9016" y="5726"/>
                      <a:pt x="8845" y="5460"/>
                      <a:pt x="8579" y="5269"/>
                    </a:cubicBezTo>
                    <a:cubicBezTo>
                      <a:pt x="8351" y="5079"/>
                      <a:pt x="8027" y="4946"/>
                      <a:pt x="7647" y="4832"/>
                    </a:cubicBezTo>
                    <a:cubicBezTo>
                      <a:pt x="7266" y="4699"/>
                      <a:pt x="6848" y="4661"/>
                      <a:pt x="6372" y="4661"/>
                    </a:cubicBezTo>
                    <a:cubicBezTo>
                      <a:pt x="6201" y="4661"/>
                      <a:pt x="6030" y="4661"/>
                      <a:pt x="5878" y="4680"/>
                    </a:cubicBezTo>
                    <a:cubicBezTo>
                      <a:pt x="5707" y="4699"/>
                      <a:pt x="5535" y="4699"/>
                      <a:pt x="5364" y="4737"/>
                    </a:cubicBezTo>
                    <a:lnTo>
                      <a:pt x="5364" y="3063"/>
                    </a:lnTo>
                    <a:cubicBezTo>
                      <a:pt x="5821" y="3139"/>
                      <a:pt x="6258" y="3215"/>
                      <a:pt x="6658" y="3329"/>
                    </a:cubicBezTo>
                    <a:cubicBezTo>
                      <a:pt x="7057" y="3443"/>
                      <a:pt x="7419" y="3595"/>
                      <a:pt x="7780" y="3729"/>
                    </a:cubicBezTo>
                    <a:lnTo>
                      <a:pt x="8484" y="2397"/>
                    </a:lnTo>
                    <a:cubicBezTo>
                      <a:pt x="8027" y="2207"/>
                      <a:pt x="7533" y="2036"/>
                      <a:pt x="7019" y="1903"/>
                    </a:cubicBezTo>
                    <a:cubicBezTo>
                      <a:pt x="6487" y="1750"/>
                      <a:pt x="5916" y="1655"/>
                      <a:pt x="5345" y="1617"/>
                    </a:cubicBezTo>
                    <a:lnTo>
                      <a:pt x="534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1" name="Google Shape;1001;p47"/>
            <p:cNvGrpSpPr/>
            <p:nvPr/>
          </p:nvGrpSpPr>
          <p:grpSpPr>
            <a:xfrm>
              <a:off x="4466463" y="3863531"/>
              <a:ext cx="1021756" cy="332094"/>
              <a:chOff x="7289663" y="3996131"/>
              <a:chExt cx="1021756" cy="332094"/>
            </a:xfrm>
          </p:grpSpPr>
          <p:sp>
            <p:nvSpPr>
              <p:cNvPr id="1002" name="Google Shape;1002;p47"/>
              <p:cNvSpPr/>
              <p:nvPr/>
            </p:nvSpPr>
            <p:spPr>
              <a:xfrm>
                <a:off x="7289663" y="4044216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6" y="0"/>
                      <a:pt x="0" y="2836"/>
                      <a:pt x="0" y="6305"/>
                    </a:cubicBezTo>
                    <a:cubicBezTo>
                      <a:pt x="0" y="9774"/>
                      <a:pt x="2836" y="12609"/>
                      <a:pt x="6305" y="12609"/>
                    </a:cubicBezTo>
                    <a:lnTo>
                      <a:pt x="38227" y="12609"/>
                    </a:lnTo>
                    <a:cubicBezTo>
                      <a:pt x="41697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7"/>
              <p:cNvSpPr/>
              <p:nvPr/>
            </p:nvSpPr>
            <p:spPr>
              <a:xfrm>
                <a:off x="7308447" y="3996131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5" y="0"/>
                      <a:pt x="0" y="2836"/>
                      <a:pt x="0" y="6305"/>
                    </a:cubicBezTo>
                    <a:cubicBezTo>
                      <a:pt x="0" y="9774"/>
                      <a:pt x="2835" y="12609"/>
                      <a:pt x="6305" y="12609"/>
                    </a:cubicBezTo>
                    <a:lnTo>
                      <a:pt x="38227" y="12609"/>
                    </a:lnTo>
                    <a:cubicBezTo>
                      <a:pt x="41730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7"/>
              <p:cNvSpPr/>
              <p:nvPr/>
            </p:nvSpPr>
            <p:spPr>
              <a:xfrm>
                <a:off x="7433897" y="4044036"/>
                <a:ext cx="209639" cy="188175"/>
              </a:xfrm>
              <a:custGeom>
                <a:avLst/>
                <a:gdLst/>
                <a:ahLst/>
                <a:cxnLst/>
                <a:rect l="l" t="t" r="r" b="b"/>
                <a:pathLst>
                  <a:path w="9308" h="8355" extrusionOk="0">
                    <a:moveTo>
                      <a:pt x="4646" y="1"/>
                    </a:moveTo>
                    <a:cubicBezTo>
                      <a:pt x="3684" y="1"/>
                      <a:pt x="2718" y="332"/>
                      <a:pt x="1935" y="1009"/>
                    </a:cubicBezTo>
                    <a:cubicBezTo>
                      <a:pt x="168" y="2543"/>
                      <a:pt x="1" y="5179"/>
                      <a:pt x="1502" y="6913"/>
                    </a:cubicBezTo>
                    <a:cubicBezTo>
                      <a:pt x="2326" y="7865"/>
                      <a:pt x="3491" y="8355"/>
                      <a:pt x="4662" y="8355"/>
                    </a:cubicBezTo>
                    <a:cubicBezTo>
                      <a:pt x="5624" y="8355"/>
                      <a:pt x="6590" y="8024"/>
                      <a:pt x="7373" y="7347"/>
                    </a:cubicBezTo>
                    <a:cubicBezTo>
                      <a:pt x="9107" y="5846"/>
                      <a:pt x="9307" y="3210"/>
                      <a:pt x="7806" y="1443"/>
                    </a:cubicBezTo>
                    <a:cubicBezTo>
                      <a:pt x="6982" y="491"/>
                      <a:pt x="5817" y="1"/>
                      <a:pt x="46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7"/>
              <p:cNvSpPr/>
              <p:nvPr/>
            </p:nvSpPr>
            <p:spPr>
              <a:xfrm>
                <a:off x="7705879" y="4044689"/>
                <a:ext cx="208108" cy="187612"/>
              </a:xfrm>
              <a:custGeom>
                <a:avLst/>
                <a:gdLst/>
                <a:ahLst/>
                <a:cxnLst/>
                <a:rect l="l" t="t" r="r" b="b"/>
                <a:pathLst>
                  <a:path w="9240" h="8330" extrusionOk="0">
                    <a:moveTo>
                      <a:pt x="4637" y="1"/>
                    </a:moveTo>
                    <a:cubicBezTo>
                      <a:pt x="3626" y="1"/>
                      <a:pt x="2609" y="369"/>
                      <a:pt x="1801" y="1113"/>
                    </a:cubicBezTo>
                    <a:cubicBezTo>
                      <a:pt x="100" y="2681"/>
                      <a:pt x="0" y="5316"/>
                      <a:pt x="1568" y="6984"/>
                    </a:cubicBezTo>
                    <a:cubicBezTo>
                      <a:pt x="2392" y="7878"/>
                      <a:pt x="3510" y="8330"/>
                      <a:pt x="4633" y="8330"/>
                    </a:cubicBezTo>
                    <a:cubicBezTo>
                      <a:pt x="5647" y="8330"/>
                      <a:pt x="6665" y="7962"/>
                      <a:pt x="7472" y="7218"/>
                    </a:cubicBezTo>
                    <a:cubicBezTo>
                      <a:pt x="9140" y="5650"/>
                      <a:pt x="9240" y="3015"/>
                      <a:pt x="7672" y="1347"/>
                    </a:cubicBezTo>
                    <a:cubicBezTo>
                      <a:pt x="6866" y="453"/>
                      <a:pt x="5756" y="1"/>
                      <a:pt x="46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7"/>
              <p:cNvSpPr/>
              <p:nvPr/>
            </p:nvSpPr>
            <p:spPr>
              <a:xfrm>
                <a:off x="7979347" y="4043856"/>
                <a:ext cx="206621" cy="187793"/>
              </a:xfrm>
              <a:custGeom>
                <a:avLst/>
                <a:gdLst/>
                <a:ahLst/>
                <a:cxnLst/>
                <a:rect l="l" t="t" r="r" b="b"/>
                <a:pathLst>
                  <a:path w="9174" h="8338" extrusionOk="0">
                    <a:moveTo>
                      <a:pt x="4594" y="1"/>
                    </a:moveTo>
                    <a:cubicBezTo>
                      <a:pt x="2710" y="1"/>
                      <a:pt x="989" y="1277"/>
                      <a:pt x="534" y="3185"/>
                    </a:cubicBezTo>
                    <a:cubicBezTo>
                      <a:pt x="0" y="5420"/>
                      <a:pt x="1368" y="7688"/>
                      <a:pt x="3603" y="8222"/>
                    </a:cubicBezTo>
                    <a:cubicBezTo>
                      <a:pt x="3929" y="8300"/>
                      <a:pt x="4256" y="8337"/>
                      <a:pt x="4577" y="8337"/>
                    </a:cubicBezTo>
                    <a:cubicBezTo>
                      <a:pt x="6455" y="8337"/>
                      <a:pt x="8155" y="7061"/>
                      <a:pt x="8640" y="5153"/>
                    </a:cubicBezTo>
                    <a:cubicBezTo>
                      <a:pt x="9173" y="2918"/>
                      <a:pt x="7806" y="683"/>
                      <a:pt x="5571" y="116"/>
                    </a:cubicBezTo>
                    <a:cubicBezTo>
                      <a:pt x="5244" y="38"/>
                      <a:pt x="4917" y="1"/>
                      <a:pt x="45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7"/>
            <p:cNvGrpSpPr/>
            <p:nvPr/>
          </p:nvGrpSpPr>
          <p:grpSpPr>
            <a:xfrm>
              <a:off x="5297661" y="3305947"/>
              <a:ext cx="749797" cy="717499"/>
              <a:chOff x="7847861" y="3178722"/>
              <a:chExt cx="749797" cy="717499"/>
            </a:xfrm>
          </p:grpSpPr>
          <p:sp>
            <p:nvSpPr>
              <p:cNvPr id="1008" name="Google Shape;1008;p47"/>
              <p:cNvSpPr/>
              <p:nvPr/>
            </p:nvSpPr>
            <p:spPr>
              <a:xfrm>
                <a:off x="7847861" y="3214037"/>
                <a:ext cx="710743" cy="682184"/>
              </a:xfrm>
              <a:custGeom>
                <a:avLst/>
                <a:gdLst/>
                <a:ahLst/>
                <a:cxnLst/>
                <a:rect l="l" t="t" r="r" b="b"/>
                <a:pathLst>
                  <a:path w="31557" h="30289" extrusionOk="0">
                    <a:moveTo>
                      <a:pt x="3503" y="0"/>
                    </a:moveTo>
                    <a:cubicBezTo>
                      <a:pt x="1568" y="0"/>
                      <a:pt x="1" y="1602"/>
                      <a:pt x="1" y="3503"/>
                    </a:cubicBezTo>
                    <a:lnTo>
                      <a:pt x="1" y="26786"/>
                    </a:lnTo>
                    <a:cubicBezTo>
                      <a:pt x="1" y="28688"/>
                      <a:pt x="1568" y="30289"/>
                      <a:pt x="3503" y="30289"/>
                    </a:cubicBezTo>
                    <a:lnTo>
                      <a:pt x="28054" y="30289"/>
                    </a:lnTo>
                    <a:cubicBezTo>
                      <a:pt x="29955" y="30289"/>
                      <a:pt x="31556" y="28754"/>
                      <a:pt x="31556" y="26820"/>
                    </a:cubicBezTo>
                    <a:lnTo>
                      <a:pt x="31556" y="3503"/>
                    </a:lnTo>
                    <a:cubicBezTo>
                      <a:pt x="31556" y="1602"/>
                      <a:pt x="29955" y="0"/>
                      <a:pt x="280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7"/>
              <p:cNvSpPr/>
              <p:nvPr/>
            </p:nvSpPr>
            <p:spPr>
              <a:xfrm>
                <a:off x="7886937" y="3178722"/>
                <a:ext cx="710720" cy="681441"/>
              </a:xfrm>
              <a:custGeom>
                <a:avLst/>
                <a:gdLst/>
                <a:ahLst/>
                <a:cxnLst/>
                <a:rect l="l" t="t" r="r" b="b"/>
                <a:pathLst>
                  <a:path w="31556" h="30256" extrusionOk="0">
                    <a:moveTo>
                      <a:pt x="3503" y="1"/>
                    </a:moveTo>
                    <a:cubicBezTo>
                      <a:pt x="1601" y="1"/>
                      <a:pt x="0" y="1568"/>
                      <a:pt x="0" y="3503"/>
                    </a:cubicBezTo>
                    <a:lnTo>
                      <a:pt x="0" y="26753"/>
                    </a:lnTo>
                    <a:cubicBezTo>
                      <a:pt x="0" y="28688"/>
                      <a:pt x="1601" y="30256"/>
                      <a:pt x="3503" y="30256"/>
                    </a:cubicBezTo>
                    <a:lnTo>
                      <a:pt x="28053" y="30256"/>
                    </a:lnTo>
                    <a:cubicBezTo>
                      <a:pt x="29988" y="30256"/>
                      <a:pt x="31556" y="28688"/>
                      <a:pt x="31556" y="26753"/>
                    </a:cubicBezTo>
                    <a:lnTo>
                      <a:pt x="31556" y="3503"/>
                    </a:lnTo>
                    <a:cubicBezTo>
                      <a:pt x="31556" y="1568"/>
                      <a:pt x="29988" y="1"/>
                      <a:pt x="280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7"/>
              <p:cNvSpPr/>
              <p:nvPr/>
            </p:nvSpPr>
            <p:spPr>
              <a:xfrm>
                <a:off x="7944032" y="3221560"/>
                <a:ext cx="596531" cy="595788"/>
              </a:xfrm>
              <a:custGeom>
                <a:avLst/>
                <a:gdLst/>
                <a:ahLst/>
                <a:cxnLst/>
                <a:rect l="l" t="t" r="r" b="b"/>
                <a:pathLst>
                  <a:path w="26486" h="26453" extrusionOk="0">
                    <a:moveTo>
                      <a:pt x="13243" y="3803"/>
                    </a:moveTo>
                    <a:cubicBezTo>
                      <a:pt x="18413" y="3803"/>
                      <a:pt x="22616" y="8006"/>
                      <a:pt x="22616" y="13176"/>
                    </a:cubicBezTo>
                    <a:cubicBezTo>
                      <a:pt x="22616" y="18413"/>
                      <a:pt x="18413" y="22583"/>
                      <a:pt x="13243" y="22583"/>
                    </a:cubicBezTo>
                    <a:cubicBezTo>
                      <a:pt x="8073" y="22583"/>
                      <a:pt x="3836" y="18346"/>
                      <a:pt x="3836" y="13176"/>
                    </a:cubicBezTo>
                    <a:cubicBezTo>
                      <a:pt x="3836" y="8006"/>
                      <a:pt x="8073" y="3803"/>
                      <a:pt x="13243" y="3803"/>
                    </a:cubicBezTo>
                    <a:close/>
                    <a:moveTo>
                      <a:pt x="13243" y="0"/>
                    </a:moveTo>
                    <a:cubicBezTo>
                      <a:pt x="5938" y="0"/>
                      <a:pt x="0" y="5938"/>
                      <a:pt x="0" y="13243"/>
                    </a:cubicBezTo>
                    <a:cubicBezTo>
                      <a:pt x="0" y="20515"/>
                      <a:pt x="5938" y="26452"/>
                      <a:pt x="13243" y="26452"/>
                    </a:cubicBezTo>
                    <a:cubicBezTo>
                      <a:pt x="20515" y="26452"/>
                      <a:pt x="26452" y="20515"/>
                      <a:pt x="26452" y="13243"/>
                    </a:cubicBezTo>
                    <a:cubicBezTo>
                      <a:pt x="26486" y="5938"/>
                      <a:pt x="20582" y="0"/>
                      <a:pt x="132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7"/>
              <p:cNvSpPr/>
              <p:nvPr/>
            </p:nvSpPr>
            <p:spPr>
              <a:xfrm>
                <a:off x="8146126" y="3430411"/>
                <a:ext cx="394437" cy="387680"/>
              </a:xfrm>
              <a:custGeom>
                <a:avLst/>
                <a:gdLst/>
                <a:ahLst/>
                <a:cxnLst/>
                <a:rect l="l" t="t" r="r" b="b"/>
                <a:pathLst>
                  <a:path w="17513" h="17213" extrusionOk="0">
                    <a:moveTo>
                      <a:pt x="16879" y="0"/>
                    </a:moveTo>
                    <a:cubicBezTo>
                      <a:pt x="17146" y="801"/>
                      <a:pt x="17313" y="1568"/>
                      <a:pt x="17379" y="2402"/>
                    </a:cubicBezTo>
                    <a:lnTo>
                      <a:pt x="13610" y="3703"/>
                    </a:lnTo>
                    <a:lnTo>
                      <a:pt x="13610" y="3970"/>
                    </a:lnTo>
                    <a:cubicBezTo>
                      <a:pt x="13610" y="9140"/>
                      <a:pt x="9374" y="13343"/>
                      <a:pt x="4203" y="13343"/>
                    </a:cubicBezTo>
                    <a:cubicBezTo>
                      <a:pt x="2869" y="13343"/>
                      <a:pt x="1635" y="13043"/>
                      <a:pt x="467" y="12543"/>
                    </a:cubicBezTo>
                    <a:lnTo>
                      <a:pt x="0" y="16512"/>
                    </a:lnTo>
                    <a:cubicBezTo>
                      <a:pt x="1335" y="16979"/>
                      <a:pt x="2769" y="17213"/>
                      <a:pt x="4203" y="17213"/>
                    </a:cubicBezTo>
                    <a:cubicBezTo>
                      <a:pt x="11509" y="17213"/>
                      <a:pt x="17413" y="11308"/>
                      <a:pt x="17413" y="4003"/>
                    </a:cubicBezTo>
                    <a:cubicBezTo>
                      <a:pt x="17513" y="2569"/>
                      <a:pt x="17313" y="1235"/>
                      <a:pt x="16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7"/>
              <p:cNvSpPr/>
              <p:nvPr/>
            </p:nvSpPr>
            <p:spPr>
              <a:xfrm>
                <a:off x="8067230" y="3344758"/>
                <a:ext cx="349369" cy="349369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512" extrusionOk="0">
                    <a:moveTo>
                      <a:pt x="7540" y="768"/>
                    </a:moveTo>
                    <a:lnTo>
                      <a:pt x="7540" y="2969"/>
                    </a:lnTo>
                    <a:cubicBezTo>
                      <a:pt x="6972" y="2969"/>
                      <a:pt x="6372" y="2969"/>
                      <a:pt x="5872" y="3003"/>
                    </a:cubicBezTo>
                    <a:cubicBezTo>
                      <a:pt x="6505" y="1969"/>
                      <a:pt x="7173" y="1168"/>
                      <a:pt x="7540" y="768"/>
                    </a:cubicBezTo>
                    <a:close/>
                    <a:moveTo>
                      <a:pt x="8007" y="634"/>
                    </a:moveTo>
                    <a:cubicBezTo>
                      <a:pt x="8373" y="1001"/>
                      <a:pt x="9174" y="1935"/>
                      <a:pt x="9875" y="3136"/>
                    </a:cubicBezTo>
                    <a:cubicBezTo>
                      <a:pt x="9207" y="3036"/>
                      <a:pt x="8607" y="3003"/>
                      <a:pt x="8007" y="2969"/>
                    </a:cubicBezTo>
                    <a:lnTo>
                      <a:pt x="8007" y="634"/>
                    </a:lnTo>
                    <a:close/>
                    <a:moveTo>
                      <a:pt x="7106" y="601"/>
                    </a:moveTo>
                    <a:lnTo>
                      <a:pt x="7106" y="601"/>
                    </a:lnTo>
                    <a:cubicBezTo>
                      <a:pt x="6639" y="1135"/>
                      <a:pt x="5938" y="1969"/>
                      <a:pt x="5338" y="3036"/>
                    </a:cubicBezTo>
                    <a:cubicBezTo>
                      <a:pt x="4504" y="3136"/>
                      <a:pt x="3804" y="3270"/>
                      <a:pt x="3170" y="3370"/>
                    </a:cubicBezTo>
                    <a:cubicBezTo>
                      <a:pt x="4137" y="2035"/>
                      <a:pt x="5471" y="1035"/>
                      <a:pt x="7106" y="601"/>
                    </a:cubicBezTo>
                    <a:close/>
                    <a:moveTo>
                      <a:pt x="8640" y="634"/>
                    </a:moveTo>
                    <a:lnTo>
                      <a:pt x="8640" y="634"/>
                    </a:lnTo>
                    <a:cubicBezTo>
                      <a:pt x="10342" y="1135"/>
                      <a:pt x="11776" y="2202"/>
                      <a:pt x="12710" y="3670"/>
                    </a:cubicBezTo>
                    <a:cubicBezTo>
                      <a:pt x="11876" y="3470"/>
                      <a:pt x="11142" y="3303"/>
                      <a:pt x="10442" y="3203"/>
                    </a:cubicBezTo>
                    <a:cubicBezTo>
                      <a:pt x="9808" y="2035"/>
                      <a:pt x="9107" y="1168"/>
                      <a:pt x="8640" y="634"/>
                    </a:cubicBezTo>
                    <a:close/>
                    <a:moveTo>
                      <a:pt x="5338" y="835"/>
                    </a:moveTo>
                    <a:cubicBezTo>
                      <a:pt x="4170" y="1468"/>
                      <a:pt x="3203" y="2436"/>
                      <a:pt x="2503" y="3503"/>
                    </a:cubicBezTo>
                    <a:cubicBezTo>
                      <a:pt x="2169" y="3603"/>
                      <a:pt x="1869" y="3670"/>
                      <a:pt x="1569" y="3770"/>
                    </a:cubicBezTo>
                    <a:cubicBezTo>
                      <a:pt x="2503" y="2469"/>
                      <a:pt x="3804" y="1435"/>
                      <a:pt x="5338" y="835"/>
                    </a:cubicBezTo>
                    <a:close/>
                    <a:moveTo>
                      <a:pt x="10608" y="1001"/>
                    </a:moveTo>
                    <a:cubicBezTo>
                      <a:pt x="12043" y="1635"/>
                      <a:pt x="13277" y="2669"/>
                      <a:pt x="14044" y="4003"/>
                    </a:cubicBezTo>
                    <a:cubicBezTo>
                      <a:pt x="13811" y="3937"/>
                      <a:pt x="13544" y="3870"/>
                      <a:pt x="13310" y="3803"/>
                    </a:cubicBezTo>
                    <a:cubicBezTo>
                      <a:pt x="12643" y="2669"/>
                      <a:pt x="11709" y="1702"/>
                      <a:pt x="10608" y="1001"/>
                    </a:cubicBezTo>
                    <a:close/>
                    <a:moveTo>
                      <a:pt x="2269" y="4104"/>
                    </a:moveTo>
                    <a:lnTo>
                      <a:pt x="2269" y="4104"/>
                    </a:lnTo>
                    <a:cubicBezTo>
                      <a:pt x="1669" y="5104"/>
                      <a:pt x="1368" y="6272"/>
                      <a:pt x="1335" y="7473"/>
                    </a:cubicBezTo>
                    <a:lnTo>
                      <a:pt x="468" y="7473"/>
                    </a:lnTo>
                    <a:cubicBezTo>
                      <a:pt x="501" y="6338"/>
                      <a:pt x="801" y="5304"/>
                      <a:pt x="1302" y="4370"/>
                    </a:cubicBezTo>
                    <a:cubicBezTo>
                      <a:pt x="1535" y="4304"/>
                      <a:pt x="1869" y="4170"/>
                      <a:pt x="2269" y="4104"/>
                    </a:cubicBezTo>
                    <a:close/>
                    <a:moveTo>
                      <a:pt x="5138" y="3503"/>
                    </a:moveTo>
                    <a:lnTo>
                      <a:pt x="5138" y="3503"/>
                    </a:lnTo>
                    <a:cubicBezTo>
                      <a:pt x="4637" y="4604"/>
                      <a:pt x="4204" y="5871"/>
                      <a:pt x="4137" y="7306"/>
                    </a:cubicBezTo>
                    <a:lnTo>
                      <a:pt x="4137" y="7473"/>
                    </a:lnTo>
                    <a:lnTo>
                      <a:pt x="1802" y="7473"/>
                    </a:lnTo>
                    <a:cubicBezTo>
                      <a:pt x="1835" y="6172"/>
                      <a:pt x="2202" y="4971"/>
                      <a:pt x="2836" y="3870"/>
                    </a:cubicBezTo>
                    <a:cubicBezTo>
                      <a:pt x="3203" y="3803"/>
                      <a:pt x="3670" y="3703"/>
                      <a:pt x="4204" y="3637"/>
                    </a:cubicBezTo>
                    <a:cubicBezTo>
                      <a:pt x="4504" y="3603"/>
                      <a:pt x="4804" y="3536"/>
                      <a:pt x="5138" y="3503"/>
                    </a:cubicBezTo>
                    <a:close/>
                    <a:moveTo>
                      <a:pt x="7540" y="3370"/>
                    </a:moveTo>
                    <a:lnTo>
                      <a:pt x="7540" y="7473"/>
                    </a:lnTo>
                    <a:lnTo>
                      <a:pt x="4537" y="7473"/>
                    </a:lnTo>
                    <a:lnTo>
                      <a:pt x="4537" y="7339"/>
                    </a:lnTo>
                    <a:cubicBezTo>
                      <a:pt x="4637" y="5838"/>
                      <a:pt x="5104" y="4537"/>
                      <a:pt x="5638" y="3470"/>
                    </a:cubicBezTo>
                    <a:cubicBezTo>
                      <a:pt x="6205" y="3436"/>
                      <a:pt x="6872" y="3370"/>
                      <a:pt x="7540" y="3370"/>
                    </a:cubicBezTo>
                    <a:close/>
                    <a:moveTo>
                      <a:pt x="8007" y="3436"/>
                    </a:moveTo>
                    <a:cubicBezTo>
                      <a:pt x="8674" y="3470"/>
                      <a:pt x="9374" y="3503"/>
                      <a:pt x="10141" y="3603"/>
                    </a:cubicBezTo>
                    <a:cubicBezTo>
                      <a:pt x="10675" y="4637"/>
                      <a:pt x="11109" y="5938"/>
                      <a:pt x="11142" y="7339"/>
                    </a:cubicBezTo>
                    <a:lnTo>
                      <a:pt x="11142" y="7473"/>
                    </a:lnTo>
                    <a:lnTo>
                      <a:pt x="8007" y="7473"/>
                    </a:lnTo>
                    <a:lnTo>
                      <a:pt x="8007" y="3436"/>
                    </a:lnTo>
                    <a:close/>
                    <a:moveTo>
                      <a:pt x="10675" y="3670"/>
                    </a:moveTo>
                    <a:cubicBezTo>
                      <a:pt x="11442" y="3803"/>
                      <a:pt x="12210" y="3970"/>
                      <a:pt x="13043" y="4170"/>
                    </a:cubicBezTo>
                    <a:cubicBezTo>
                      <a:pt x="13544" y="5171"/>
                      <a:pt x="13844" y="6305"/>
                      <a:pt x="13944" y="7473"/>
                    </a:cubicBezTo>
                    <a:lnTo>
                      <a:pt x="11609" y="7473"/>
                    </a:lnTo>
                    <a:lnTo>
                      <a:pt x="11609" y="7306"/>
                    </a:lnTo>
                    <a:cubicBezTo>
                      <a:pt x="11509" y="5938"/>
                      <a:pt x="11175" y="4671"/>
                      <a:pt x="10675" y="3670"/>
                    </a:cubicBezTo>
                    <a:close/>
                    <a:moveTo>
                      <a:pt x="13611" y="4304"/>
                    </a:moveTo>
                    <a:cubicBezTo>
                      <a:pt x="13844" y="4370"/>
                      <a:pt x="14111" y="4470"/>
                      <a:pt x="14344" y="4504"/>
                    </a:cubicBezTo>
                    <a:cubicBezTo>
                      <a:pt x="14778" y="5371"/>
                      <a:pt x="15045" y="6372"/>
                      <a:pt x="15112" y="7439"/>
                    </a:cubicBezTo>
                    <a:lnTo>
                      <a:pt x="14344" y="7439"/>
                    </a:lnTo>
                    <a:lnTo>
                      <a:pt x="14344" y="7473"/>
                    </a:lnTo>
                    <a:cubicBezTo>
                      <a:pt x="14311" y="6338"/>
                      <a:pt x="14044" y="5271"/>
                      <a:pt x="13611" y="4304"/>
                    </a:cubicBezTo>
                    <a:close/>
                    <a:moveTo>
                      <a:pt x="1335" y="7940"/>
                    </a:moveTo>
                    <a:cubicBezTo>
                      <a:pt x="1368" y="9274"/>
                      <a:pt x="1702" y="10541"/>
                      <a:pt x="2336" y="11642"/>
                    </a:cubicBezTo>
                    <a:cubicBezTo>
                      <a:pt x="2036" y="11542"/>
                      <a:pt x="1769" y="11475"/>
                      <a:pt x="1435" y="11375"/>
                    </a:cubicBezTo>
                    <a:cubicBezTo>
                      <a:pt x="835" y="10341"/>
                      <a:pt x="501" y="9174"/>
                      <a:pt x="468" y="7940"/>
                    </a:cubicBezTo>
                    <a:close/>
                    <a:moveTo>
                      <a:pt x="15112" y="7940"/>
                    </a:moveTo>
                    <a:cubicBezTo>
                      <a:pt x="15045" y="9274"/>
                      <a:pt x="14678" y="10508"/>
                      <a:pt x="14011" y="11609"/>
                    </a:cubicBezTo>
                    <a:cubicBezTo>
                      <a:pt x="13811" y="11676"/>
                      <a:pt x="13510" y="11776"/>
                      <a:pt x="13277" y="11842"/>
                    </a:cubicBezTo>
                    <a:cubicBezTo>
                      <a:pt x="13944" y="10675"/>
                      <a:pt x="14311" y="9341"/>
                      <a:pt x="14344" y="7940"/>
                    </a:cubicBezTo>
                    <a:close/>
                    <a:moveTo>
                      <a:pt x="4104" y="7940"/>
                    </a:moveTo>
                    <a:cubicBezTo>
                      <a:pt x="4137" y="9374"/>
                      <a:pt x="4504" y="10842"/>
                      <a:pt x="5271" y="12276"/>
                    </a:cubicBezTo>
                    <a:cubicBezTo>
                      <a:pt x="4504" y="12143"/>
                      <a:pt x="3703" y="12009"/>
                      <a:pt x="2936" y="11809"/>
                    </a:cubicBezTo>
                    <a:cubicBezTo>
                      <a:pt x="2202" y="10675"/>
                      <a:pt x="1802" y="9341"/>
                      <a:pt x="1769" y="7940"/>
                    </a:cubicBezTo>
                    <a:close/>
                    <a:moveTo>
                      <a:pt x="13944" y="7873"/>
                    </a:moveTo>
                    <a:cubicBezTo>
                      <a:pt x="13877" y="9374"/>
                      <a:pt x="13444" y="10808"/>
                      <a:pt x="12643" y="11942"/>
                    </a:cubicBezTo>
                    <a:cubicBezTo>
                      <a:pt x="12210" y="12043"/>
                      <a:pt x="11809" y="12176"/>
                      <a:pt x="11342" y="12209"/>
                    </a:cubicBezTo>
                    <a:lnTo>
                      <a:pt x="10342" y="12343"/>
                    </a:lnTo>
                    <a:cubicBezTo>
                      <a:pt x="11142" y="10875"/>
                      <a:pt x="11542" y="9374"/>
                      <a:pt x="11609" y="7873"/>
                    </a:cubicBezTo>
                    <a:close/>
                    <a:moveTo>
                      <a:pt x="7540" y="7973"/>
                    </a:moveTo>
                    <a:lnTo>
                      <a:pt x="7540" y="12476"/>
                    </a:lnTo>
                    <a:cubicBezTo>
                      <a:pt x="7006" y="12443"/>
                      <a:pt x="6439" y="12376"/>
                      <a:pt x="5805" y="12343"/>
                    </a:cubicBezTo>
                    <a:cubicBezTo>
                      <a:pt x="5004" y="10875"/>
                      <a:pt x="4604" y="9441"/>
                      <a:pt x="4537" y="7973"/>
                    </a:cubicBezTo>
                    <a:close/>
                    <a:moveTo>
                      <a:pt x="11142" y="7940"/>
                    </a:moveTo>
                    <a:cubicBezTo>
                      <a:pt x="11109" y="9441"/>
                      <a:pt x="10675" y="10942"/>
                      <a:pt x="9808" y="12443"/>
                    </a:cubicBezTo>
                    <a:cubicBezTo>
                      <a:pt x="9274" y="12476"/>
                      <a:pt x="8640" y="12476"/>
                      <a:pt x="8007" y="12476"/>
                    </a:cubicBezTo>
                    <a:lnTo>
                      <a:pt x="8007" y="7940"/>
                    </a:lnTo>
                    <a:close/>
                    <a:moveTo>
                      <a:pt x="13611" y="12143"/>
                    </a:moveTo>
                    <a:cubicBezTo>
                      <a:pt x="12843" y="13177"/>
                      <a:pt x="11809" y="14011"/>
                      <a:pt x="10608" y="14511"/>
                    </a:cubicBezTo>
                    <a:cubicBezTo>
                      <a:pt x="11509" y="13977"/>
                      <a:pt x="12310" y="13210"/>
                      <a:pt x="12877" y="12343"/>
                    </a:cubicBezTo>
                    <a:cubicBezTo>
                      <a:pt x="13144" y="12276"/>
                      <a:pt x="13377" y="12209"/>
                      <a:pt x="13611" y="12143"/>
                    </a:cubicBezTo>
                    <a:close/>
                    <a:moveTo>
                      <a:pt x="1769" y="11942"/>
                    </a:moveTo>
                    <a:lnTo>
                      <a:pt x="2636" y="12176"/>
                    </a:lnTo>
                    <a:cubicBezTo>
                      <a:pt x="3303" y="13210"/>
                      <a:pt x="4204" y="14044"/>
                      <a:pt x="5305" y="14678"/>
                    </a:cubicBezTo>
                    <a:cubicBezTo>
                      <a:pt x="3870" y="14144"/>
                      <a:pt x="2636" y="13177"/>
                      <a:pt x="1769" y="11942"/>
                    </a:cubicBezTo>
                    <a:close/>
                    <a:moveTo>
                      <a:pt x="6105" y="12776"/>
                    </a:moveTo>
                    <a:cubicBezTo>
                      <a:pt x="6606" y="12843"/>
                      <a:pt x="7106" y="12843"/>
                      <a:pt x="7540" y="12876"/>
                    </a:cubicBezTo>
                    <a:lnTo>
                      <a:pt x="7540" y="14711"/>
                    </a:lnTo>
                    <a:cubicBezTo>
                      <a:pt x="6972" y="14111"/>
                      <a:pt x="6505" y="13410"/>
                      <a:pt x="6105" y="12776"/>
                    </a:cubicBezTo>
                    <a:close/>
                    <a:moveTo>
                      <a:pt x="9541" y="12843"/>
                    </a:moveTo>
                    <a:lnTo>
                      <a:pt x="9541" y="12843"/>
                    </a:lnTo>
                    <a:cubicBezTo>
                      <a:pt x="9141" y="13510"/>
                      <a:pt x="8607" y="14177"/>
                      <a:pt x="8007" y="14845"/>
                    </a:cubicBezTo>
                    <a:lnTo>
                      <a:pt x="8007" y="12876"/>
                    </a:lnTo>
                    <a:lnTo>
                      <a:pt x="8307" y="12876"/>
                    </a:lnTo>
                    <a:cubicBezTo>
                      <a:pt x="8707" y="12876"/>
                      <a:pt x="9141" y="12876"/>
                      <a:pt x="9541" y="12843"/>
                    </a:cubicBezTo>
                    <a:close/>
                    <a:moveTo>
                      <a:pt x="12276" y="12476"/>
                    </a:moveTo>
                    <a:lnTo>
                      <a:pt x="12276" y="12476"/>
                    </a:lnTo>
                    <a:cubicBezTo>
                      <a:pt x="11309" y="13644"/>
                      <a:pt x="10041" y="14478"/>
                      <a:pt x="8540" y="14878"/>
                    </a:cubicBezTo>
                    <a:cubicBezTo>
                      <a:pt x="9141" y="14211"/>
                      <a:pt x="9641" y="13510"/>
                      <a:pt x="10108" y="12810"/>
                    </a:cubicBezTo>
                    <a:cubicBezTo>
                      <a:pt x="10875" y="12710"/>
                      <a:pt x="11642" y="12643"/>
                      <a:pt x="12276" y="12476"/>
                    </a:cubicBezTo>
                    <a:close/>
                    <a:moveTo>
                      <a:pt x="3303" y="12343"/>
                    </a:moveTo>
                    <a:lnTo>
                      <a:pt x="3303" y="12343"/>
                    </a:lnTo>
                    <a:cubicBezTo>
                      <a:pt x="4104" y="12510"/>
                      <a:pt x="4838" y="12643"/>
                      <a:pt x="5538" y="12710"/>
                    </a:cubicBezTo>
                    <a:cubicBezTo>
                      <a:pt x="5972" y="13477"/>
                      <a:pt x="6505" y="14211"/>
                      <a:pt x="7139" y="14945"/>
                    </a:cubicBezTo>
                    <a:cubicBezTo>
                      <a:pt x="5605" y="14511"/>
                      <a:pt x="4271" y="13544"/>
                      <a:pt x="3303" y="12343"/>
                    </a:cubicBezTo>
                    <a:close/>
                    <a:moveTo>
                      <a:pt x="7773" y="1"/>
                    </a:moveTo>
                    <a:cubicBezTo>
                      <a:pt x="3470" y="1"/>
                      <a:pt x="1" y="3470"/>
                      <a:pt x="1" y="7773"/>
                    </a:cubicBezTo>
                    <a:cubicBezTo>
                      <a:pt x="1" y="12043"/>
                      <a:pt x="3470" y="15512"/>
                      <a:pt x="7773" y="15512"/>
                    </a:cubicBezTo>
                    <a:lnTo>
                      <a:pt x="7940" y="15512"/>
                    </a:lnTo>
                    <a:cubicBezTo>
                      <a:pt x="12143" y="15445"/>
                      <a:pt x="15512" y="11976"/>
                      <a:pt x="15512" y="7773"/>
                    </a:cubicBezTo>
                    <a:cubicBezTo>
                      <a:pt x="15512" y="3536"/>
                      <a:pt x="12143" y="101"/>
                      <a:pt x="7940" y="1"/>
                    </a:cubicBezTo>
                    <a:close/>
                  </a:path>
                </a:pathLst>
              </a:custGeom>
              <a:solidFill>
                <a:srgbClr val="92F7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315;p34">
            <a:extLst>
              <a:ext uri="{FF2B5EF4-FFF2-40B4-BE49-F238E27FC236}">
                <a16:creationId xmlns:a16="http://schemas.microsoft.com/office/drawing/2014/main" id="{5FC49340-5C1C-E19A-E062-7CB67009DF8D}"/>
              </a:ext>
            </a:extLst>
          </p:cNvPr>
          <p:cNvSpPr txBox="1">
            <a:spLocks/>
          </p:cNvSpPr>
          <p:nvPr/>
        </p:nvSpPr>
        <p:spPr>
          <a:xfrm>
            <a:off x="16169917" y="1043617"/>
            <a:ext cx="40365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rbitron"/>
              <a:buNone/>
              <a:defRPr sz="73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uprum"/>
              <a:buNone/>
              <a:defRPr sz="4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uprum"/>
              <a:buNone/>
              <a:defRPr sz="4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uprum"/>
              <a:buNone/>
              <a:defRPr sz="4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uprum"/>
              <a:buNone/>
              <a:defRPr sz="4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uprum"/>
              <a:buNone/>
              <a:defRPr sz="4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uprum"/>
              <a:buNone/>
              <a:defRPr sz="4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uprum"/>
              <a:buNone/>
              <a:defRPr sz="4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uprum"/>
              <a:buNone/>
              <a:defRPr sz="48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en-US">
                <a:solidFill>
                  <a:schemeClr val="accent1">
                    <a:lumMod val="75000"/>
                  </a:schemeClr>
                </a:solidFill>
                <a:latin typeface="Archivo Light" panose="020B0604020202020204" charset="0"/>
                <a:cs typeface="Archivo Light" panose="020B0604020202020204" charset="0"/>
              </a:rPr>
              <a:t>TỔNG KẾT</a:t>
            </a:r>
            <a:endParaRPr lang="vi-VN">
              <a:solidFill>
                <a:schemeClr val="accent1">
                  <a:lumMod val="75000"/>
                </a:schemeClr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3" name="Google Shape;320;p34">
            <a:extLst>
              <a:ext uri="{FF2B5EF4-FFF2-40B4-BE49-F238E27FC236}">
                <a16:creationId xmlns:a16="http://schemas.microsoft.com/office/drawing/2014/main" id="{BB0FCF4E-51A2-2DF5-D9E0-A74D4382669C}"/>
              </a:ext>
            </a:extLst>
          </p:cNvPr>
          <p:cNvSpPr txBox="1">
            <a:spLocks/>
          </p:cNvSpPr>
          <p:nvPr/>
        </p:nvSpPr>
        <p:spPr>
          <a:xfrm>
            <a:off x="15245440" y="1128067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5.</a:t>
            </a:r>
          </a:p>
        </p:txBody>
      </p:sp>
      <p:sp>
        <p:nvSpPr>
          <p:cNvPr id="4" name="Google Shape;315;p34">
            <a:extLst>
              <a:ext uri="{FF2B5EF4-FFF2-40B4-BE49-F238E27FC236}">
                <a16:creationId xmlns:a16="http://schemas.microsoft.com/office/drawing/2014/main" id="{012B7437-7D41-060F-AB6E-80E0A45EB770}"/>
              </a:ext>
            </a:extLst>
          </p:cNvPr>
          <p:cNvSpPr txBox="1">
            <a:spLocks/>
          </p:cNvSpPr>
          <p:nvPr/>
        </p:nvSpPr>
        <p:spPr>
          <a:xfrm>
            <a:off x="17138890" y="2197167"/>
            <a:ext cx="571128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Trello: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Công cụ đơn giản, visual, miễn phí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Phù hợp team nhỏ, dự án đơn giản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Học nhanh, triển khai ngay</a:t>
            </a: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BAC8C945-F640-ED8A-9B5E-5A46AA533B5C}"/>
              </a:ext>
            </a:extLst>
          </p:cNvPr>
          <p:cNvSpPr txBox="1">
            <a:spLocks/>
          </p:cNvSpPr>
          <p:nvPr/>
        </p:nvSpPr>
        <p:spPr>
          <a:xfrm>
            <a:off x="12560055" y="2791187"/>
            <a:ext cx="4750285" cy="1186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Kanban: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Là PHƯƠNG PHÁP trực quan hóa công việc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Được áp dụng trong Scrum qua Kanban Board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Nền tảng của Trello và Jira</a:t>
            </a:r>
          </a:p>
        </p:txBody>
      </p:sp>
      <p:sp>
        <p:nvSpPr>
          <p:cNvPr id="6" name="Google Shape;315;p34">
            <a:extLst>
              <a:ext uri="{FF2B5EF4-FFF2-40B4-BE49-F238E27FC236}">
                <a16:creationId xmlns:a16="http://schemas.microsoft.com/office/drawing/2014/main" id="{2556EE77-815F-0818-DA45-B2D6F9CAD960}"/>
              </a:ext>
            </a:extLst>
          </p:cNvPr>
          <p:cNvSpPr txBox="1">
            <a:spLocks/>
          </p:cNvSpPr>
          <p:nvPr/>
        </p:nvSpPr>
        <p:spPr>
          <a:xfrm>
            <a:off x="17138890" y="4160200"/>
            <a:ext cx="470208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"/>
              <a:buNone/>
              <a:defRPr sz="2000" b="1" i="0" u="none" strike="noStrike" cap="non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uprum"/>
              <a:buNone/>
              <a:defRPr sz="2500" b="1" i="0" u="none" strike="noStrike" cap="none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l"/>
            <a:r>
              <a:rPr lang="vi-VN" sz="1400">
                <a:solidFill>
                  <a:srgbClr val="FFFF00"/>
                </a:solidFill>
                <a:latin typeface="Archivo Light" panose="020B0604020202020204" charset="0"/>
                <a:cs typeface="Archivo Light" panose="020B0604020202020204" charset="0"/>
              </a:rPr>
              <a:t>Jira: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Công cụ chuyên nghiệp, đầy đủ tính năng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Phù hợp team lớn, dự án phức tạp</a:t>
            </a:r>
          </a:p>
          <a:p>
            <a:pPr algn="l"/>
            <a:r>
              <a:rPr lang="vi-VN" sz="1400">
                <a:solidFill>
                  <a:schemeClr val="tx1"/>
                </a:solidFill>
                <a:latin typeface="Archivo Light" panose="020B0604020202020204" charset="0"/>
                <a:cs typeface="Archivo Light" panose="020B0604020202020204" charset="0"/>
              </a:rPr>
              <a:t>Cần đầu tư thời gian học</a:t>
            </a:r>
          </a:p>
          <a:p>
            <a:pPr algn="l"/>
            <a:endParaRPr lang="vi-VN" sz="1400">
              <a:solidFill>
                <a:schemeClr val="tx1"/>
              </a:solidFill>
              <a:latin typeface="Archivo Light" panose="020B0604020202020204" charset="0"/>
              <a:cs typeface="Archivo Light" panose="020B060402020202020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B39D3AE-FD5C-EFD5-A4A2-A0B2DEA5619F}"/>
              </a:ext>
            </a:extLst>
          </p:cNvPr>
          <p:cNvSpPr/>
          <p:nvPr/>
        </p:nvSpPr>
        <p:spPr>
          <a:xfrm rot="19786860">
            <a:off x="16261943" y="2723797"/>
            <a:ext cx="600075" cy="527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31AE24E-DB4E-478C-522F-D6459B3B60AE}"/>
              </a:ext>
            </a:extLst>
          </p:cNvPr>
          <p:cNvSpPr/>
          <p:nvPr/>
        </p:nvSpPr>
        <p:spPr>
          <a:xfrm rot="1768055">
            <a:off x="16336142" y="3660120"/>
            <a:ext cx="600075" cy="527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21B23D-6ADF-4B5F-DDA6-922904A4CDD1}"/>
              </a:ext>
            </a:extLst>
          </p:cNvPr>
          <p:cNvSpPr/>
          <p:nvPr/>
        </p:nvSpPr>
        <p:spPr>
          <a:xfrm>
            <a:off x="8199736" y="4836890"/>
            <a:ext cx="711200" cy="2641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26/26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4110</Words>
  <Application>Microsoft Office PowerPoint</Application>
  <PresentationFormat>On-screen Show (16:9)</PresentationFormat>
  <Paragraphs>821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Archivo Light</vt:lpstr>
      <vt:lpstr>Orbitron</vt:lpstr>
      <vt:lpstr>Arial</vt:lpstr>
      <vt:lpstr>Virtual Metaverse Project Proposal by Slidesgo</vt:lpstr>
      <vt:lpstr>PowerPoint Presentation</vt:lpstr>
      <vt:lpstr>Member</vt:lpstr>
      <vt:lpstr>Củng cố bài học</vt:lpstr>
      <vt:lpstr>PHƯƠNG PHÁP KANBAN</vt:lpstr>
      <vt:lpstr>PHƯƠNG PHÁP KANBAN</vt:lpstr>
      <vt:lpstr>PHƯƠNG PHÁP KANBAN</vt:lpstr>
      <vt:lpstr>PHƯƠNG PHÁP KANBAN</vt:lpstr>
      <vt:lpstr>PHƯƠNG PHÁP KANBAN</vt:lpstr>
      <vt:lpstr>TRELLO</vt:lpstr>
      <vt:lpstr>TRELLO</vt:lpstr>
      <vt:lpstr>TRELLO</vt:lpstr>
      <vt:lpstr>TRELLO</vt:lpstr>
      <vt:lpstr>TRELLO</vt:lpstr>
      <vt:lpstr>TRELLO</vt:lpstr>
      <vt:lpstr>JIRA</vt:lpstr>
      <vt:lpstr>JIRA</vt:lpstr>
      <vt:lpstr>JIRA</vt:lpstr>
      <vt:lpstr>JIRA</vt:lpstr>
      <vt:lpstr>JIRA</vt:lpstr>
      <vt:lpstr>SO SÁNH VÀ KHUYẾN NGHỊ</vt:lpstr>
      <vt:lpstr>SO SÁNH VÀ KHUYẾN NGHỊ</vt:lpstr>
      <vt:lpstr>SO SÁNH VÀ KHUYẾN NGHỊ</vt:lpstr>
      <vt:lpstr>SO SÁNH VÀ KHUYẾN NGHỊ</vt:lpstr>
      <vt:lpstr>SO SÁNH VÀ KHUYẾN NGHỊ</vt:lpstr>
      <vt:lpstr>TỔNG KẾT</vt:lpstr>
      <vt:lpstr>CẢM ƠN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DanlangA</dc:creator>
  <cp:lastModifiedBy>DanlangA</cp:lastModifiedBy>
  <cp:revision>11</cp:revision>
  <dcterms:modified xsi:type="dcterms:W3CDTF">2025-10-18T17:16:03Z</dcterms:modified>
</cp:coreProperties>
</file>